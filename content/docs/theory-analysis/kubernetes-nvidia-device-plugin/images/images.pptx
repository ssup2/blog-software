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446" r:id="rId2"/>
    <p:sldId id="431" r:id="rId3"/>
    <p:sldId id="441" r:id="rId4"/>
    <p:sldId id="447" r:id="rId5"/>
    <p:sldId id="458" r:id="rId6"/>
    <p:sldId id="449" r:id="rId7"/>
    <p:sldId id="450" r:id="rId8"/>
    <p:sldId id="434" r:id="rId9"/>
    <p:sldId id="460" r:id="rId10"/>
    <p:sldId id="461" r:id="rId11"/>
    <p:sldId id="462" r:id="rId12"/>
    <p:sldId id="463" r:id="rId13"/>
    <p:sldId id="464" r:id="rId14"/>
    <p:sldId id="465" r:id="rId15"/>
    <p:sldId id="466" r:id="rId16"/>
    <p:sldId id="459" r:id="rId17"/>
    <p:sldId id="457" r:id="rId18"/>
    <p:sldId id="451" r:id="rId19"/>
    <p:sldId id="452" r:id="rId20"/>
    <p:sldId id="453" r:id="rId21"/>
    <p:sldId id="454" r:id="rId22"/>
    <p:sldId id="455" r:id="rId23"/>
    <p:sldId id="456" r:id="rId24"/>
    <p:sldId id="444" r:id="rId25"/>
    <p:sldId id="439" r:id="rId26"/>
    <p:sldId id="445" r:id="rId27"/>
    <p:sldId id="440" r:id="rId28"/>
    <p:sldId id="438" r:id="rId29"/>
    <p:sldId id="442" r:id="rId30"/>
    <p:sldId id="435" r:id="rId31"/>
    <p:sldId id="436" r:id="rId32"/>
    <p:sldId id="422" r:id="rId3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27" autoAdjust="0"/>
    <p:restoredTop sz="87520" autoAdjust="0"/>
  </p:normalViewPr>
  <p:slideViewPr>
    <p:cSldViewPr>
      <p:cViewPr>
        <p:scale>
          <a:sx n="200" d="100"/>
          <a:sy n="200" d="100"/>
        </p:scale>
        <p:origin x="1080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17F23-89BA-2A1D-017E-B4F6B4D38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8C3652-331C-B92A-E7F3-1B7E67505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A207A-0349-4192-4804-8BB1449E85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329D1-EADA-471B-CD62-68F7FE4105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9809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B821-E561-F054-49A0-0679CDA01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1473D4-CA44-13CC-9ACC-5EF1D94D5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20FFBE-3B74-E50B-0F60-E665694941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12301-69AA-55CF-5BBF-D62B6A4F8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4286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55B89-2114-7DB6-9E4F-01D32989C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453CAB-C186-63BA-E717-DEBCBC0D8E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FBE1D1-4C55-484C-DA99-F280C223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FD2B7-52C3-3523-508E-F864EFFFF9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6159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11B4B-2FB0-7102-F286-5EA71148C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6616B0-088B-CD22-3177-FEE426C62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B18958-B4C9-8C4B-3F19-CC4D137B1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68682-2F46-CD09-BA2A-A5B4B66DB0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888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8098-F339-B196-8DCF-FA0670C2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92EB8-6565-C1DD-1F7D-DE0D9DEE6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6CA0CA-9069-580A-7C3C-664C0A128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668EC9-B8A6-F4D9-67AE-1701E7332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123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0EF6B3-5B96-1E7A-61A7-6C0C30DC39C6}"/>
              </a:ext>
            </a:extLst>
          </p:cNvPr>
          <p:cNvGrpSpPr/>
          <p:nvPr/>
        </p:nvGrpSpPr>
        <p:grpSpPr>
          <a:xfrm>
            <a:off x="902721" y="3003798"/>
            <a:ext cx="3309239" cy="1177659"/>
            <a:chOff x="902721" y="3003798"/>
            <a:chExt cx="5045722" cy="1177659"/>
          </a:xfrm>
        </p:grpSpPr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2340383E-6533-BA55-31E0-A30F863C2ADF}"/>
                </a:ext>
              </a:extLst>
            </p:cNvPr>
            <p:cNvSpPr/>
            <p:nvPr/>
          </p:nvSpPr>
          <p:spPr>
            <a:xfrm>
              <a:off x="902721" y="3003798"/>
              <a:ext cx="5045722" cy="1177659"/>
            </a:xfrm>
            <a:prstGeom prst="roundRect">
              <a:avLst>
                <a:gd name="adj" fmla="val 4649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000" b="1"/>
                <a:t>Host</a:t>
              </a:r>
              <a:endParaRPr lang="en-US" altLang="ko-KR" sz="1000" b="1" dirty="0"/>
            </a:p>
          </p:txBody>
        </p:sp>
        <p:sp>
          <p:nvSpPr>
            <p:cNvPr id="12" name="사각형: 둥근 모서리 114">
              <a:extLst>
                <a:ext uri="{FF2B5EF4-FFF2-40B4-BE49-F238E27FC236}">
                  <a16:creationId xmlns:a16="http://schemas.microsoft.com/office/drawing/2014/main" id="{EF5218CA-055F-82B1-A06F-4C34D1428BF2}"/>
                </a:ext>
              </a:extLst>
            </p:cNvPr>
            <p:cNvSpPr/>
            <p:nvPr/>
          </p:nvSpPr>
          <p:spPr>
            <a:xfrm>
              <a:off x="1002111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0</a:t>
              </a:r>
              <a:endParaRPr lang="en-US" altLang="ko-KR" sz="900" dirty="0"/>
            </a:p>
          </p:txBody>
        </p:sp>
        <p:sp>
          <p:nvSpPr>
            <p:cNvPr id="13" name="사각형: 둥근 모서리 114">
              <a:extLst>
                <a:ext uri="{FF2B5EF4-FFF2-40B4-BE49-F238E27FC236}">
                  <a16:creationId xmlns:a16="http://schemas.microsoft.com/office/drawing/2014/main" id="{DD5519D8-8350-36B2-1316-749DE094A5A2}"/>
                </a:ext>
              </a:extLst>
            </p:cNvPr>
            <p:cNvSpPr/>
            <p:nvPr/>
          </p:nvSpPr>
          <p:spPr>
            <a:xfrm>
              <a:off x="2262090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1</a:t>
              </a:r>
              <a:endParaRPr lang="en-US" altLang="ko-KR" sz="900" dirty="0"/>
            </a:p>
          </p:txBody>
        </p:sp>
        <p:sp>
          <p:nvSpPr>
            <p:cNvPr id="18" name="사각형: 둥근 모서리 114">
              <a:extLst>
                <a:ext uri="{FF2B5EF4-FFF2-40B4-BE49-F238E27FC236}">
                  <a16:creationId xmlns:a16="http://schemas.microsoft.com/office/drawing/2014/main" id="{404BEAD9-ECEA-0563-E388-3DB7426AAA67}"/>
                </a:ext>
              </a:extLst>
            </p:cNvPr>
            <p:cNvSpPr/>
            <p:nvPr/>
          </p:nvSpPr>
          <p:spPr>
            <a:xfrm>
              <a:off x="3522068" y="3544142"/>
              <a:ext cx="1077331" cy="383228"/>
            </a:xfrm>
            <a:prstGeom prst="roundRect">
              <a:avLst>
                <a:gd name="adj" fmla="val 12529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2</a:t>
              </a:r>
              <a:endParaRPr lang="en-US" altLang="ko-KR" sz="900" dirty="0"/>
            </a:p>
          </p:txBody>
        </p:sp>
        <p:sp>
          <p:nvSpPr>
            <p:cNvPr id="19" name="사각형: 둥근 모서리 114">
              <a:extLst>
                <a:ext uri="{FF2B5EF4-FFF2-40B4-BE49-F238E27FC236}">
                  <a16:creationId xmlns:a16="http://schemas.microsoft.com/office/drawing/2014/main" id="{C9D5C866-6698-BBE8-D698-FDCDBDD73BC8}"/>
                </a:ext>
              </a:extLst>
            </p:cNvPr>
            <p:cNvSpPr/>
            <p:nvPr/>
          </p:nvSpPr>
          <p:spPr>
            <a:xfrm>
              <a:off x="4782047" y="3544142"/>
              <a:ext cx="1077331" cy="383228"/>
            </a:xfrm>
            <a:prstGeom prst="roundRect">
              <a:avLst>
                <a:gd name="adj" fmla="val 16055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3</a:t>
              </a:r>
              <a:endParaRPr lang="en-US" altLang="ko-KR" sz="900" dirty="0"/>
            </a:p>
          </p:txBody>
        </p:sp>
        <p:sp>
          <p:nvSpPr>
            <p:cNvPr id="26" name="사각형: 둥근 모서리 114">
              <a:extLst>
                <a:ext uri="{FF2B5EF4-FFF2-40B4-BE49-F238E27FC236}">
                  <a16:creationId xmlns:a16="http://schemas.microsoft.com/office/drawing/2014/main" id="{BB675BE5-DBE8-9C6D-F94A-0BF135A47C15}"/>
                </a:ext>
              </a:extLst>
            </p:cNvPr>
            <p:cNvSpPr/>
            <p:nvPr/>
          </p:nvSpPr>
          <p:spPr>
            <a:xfrm>
              <a:off x="997295" y="3078892"/>
              <a:ext cx="4862083" cy="383228"/>
            </a:xfrm>
            <a:prstGeom prst="roundRect">
              <a:avLst>
                <a:gd name="adj" fmla="val 17067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 CUDA Lib/Toolkit</a:t>
              </a:r>
              <a:endParaRPr lang="en-US" altLang="ko-KR" sz="9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9D1550F7-4372-0DDF-285E-FF89B2FB4D9E}"/>
                </a:ext>
              </a:extLst>
            </p:cNvPr>
            <p:cNvSpPr txBox="1"/>
            <p:nvPr/>
          </p:nvSpPr>
          <p:spPr>
            <a:xfrm>
              <a:off x="2730287" y="3023958"/>
              <a:ext cx="13961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000" b="1" i="1"/>
                <a:t>Bind Mount</a:t>
              </a:r>
              <a:endParaRPr kumimoji="1" lang="ko-KR" altLang="en-US" sz="1000" b="1" i="1"/>
            </a:p>
          </p:txBody>
        </p:sp>
      </p:grp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2559147" y="2180084"/>
            <a:ext cx="3106020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2559147" y="2189929"/>
            <a:ext cx="1048839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974593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 flipH="1">
            <a:off x="1321190" y="2650410"/>
            <a:ext cx="26336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 flipH="1">
            <a:off x="2147548" y="2660254"/>
            <a:ext cx="859704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 flipH="1">
            <a:off x="2973905" y="2660254"/>
            <a:ext cx="12348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30B0B621-54FF-57F3-76CA-048DC3AB4142}"/>
              </a:ext>
            </a:extLst>
          </p:cNvPr>
          <p:cNvSpPr/>
          <p:nvPr/>
        </p:nvSpPr>
        <p:spPr>
          <a:xfrm flipH="1">
            <a:off x="4300998" y="3006129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3C4EF81C-2805-A1F1-4AEB-9E1FA6BAD538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800263" y="2650410"/>
            <a:ext cx="186490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8FD4C8-408D-7CF6-562A-79D6DEBDA711}"/>
              </a:ext>
            </a:extLst>
          </p:cNvPr>
          <p:cNvSpPr txBox="1"/>
          <p:nvPr/>
        </p:nvSpPr>
        <p:spPr>
          <a:xfrm>
            <a:off x="4294958" y="3539373"/>
            <a:ext cx="1489994" cy="120032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apiVersion: v1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  name: gpu-node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status: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"4"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"4"</a:t>
            </a:r>
          </a:p>
        </p:txBody>
      </p: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619670" y="3057559"/>
            <a:ext cx="1786232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altLang="ko-KR" sz="1000" b="1" dirty="0">
                <a:solidFill>
                  <a:schemeClr val="tx1"/>
                </a:solidFill>
              </a:rPr>
              <a:t>NVIDIA </a:t>
            </a:r>
            <a:r>
              <a:rPr lang="en-US" altLang="ko-KR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(DaemonSet)</a:t>
            </a:r>
            <a:endParaRPr lang="en-KR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6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6" y="3518844"/>
            <a:ext cx="160102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6" y="3518844"/>
            <a:ext cx="69344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3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619672" y="3057559"/>
            <a:ext cx="1786231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b="1" dirty="0">
                <a:solidFill>
                  <a:schemeClr val="tx1"/>
                </a:solidFill>
              </a:rPr>
              <a:t>NVIDIA </a:t>
            </a:r>
            <a:r>
              <a:rPr lang="en-US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7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7" y="3518844"/>
            <a:ext cx="160101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7" y="3518844"/>
            <a:ext cx="69343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4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App Pod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A79145C0-97F5-154E-4F19-7F2BD5F18D9D}"/>
              </a:ext>
            </a:extLst>
          </p:cNvPr>
          <p:cNvSpPr/>
          <p:nvPr/>
        </p:nvSpPr>
        <p:spPr>
          <a:xfrm flipH="1">
            <a:off x="3038666" y="2782380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431CB4-B532-5005-0633-4EB0C1A70153}"/>
              </a:ext>
            </a:extLst>
          </p:cNvPr>
          <p:cNvSpPr txBox="1"/>
          <p:nvPr/>
        </p:nvSpPr>
        <p:spPr>
          <a:xfrm>
            <a:off x="3037349" y="3347167"/>
            <a:ext cx="1489994" cy="120032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apiVersion: v1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  name: gpu-node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status: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”4"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”4"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107D-C5DB-9103-9B3C-5795CFD4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FBE34020-AE33-BC74-4789-CA65583E47D6}"/>
              </a:ext>
            </a:extLst>
          </p:cNvPr>
          <p:cNvSpPr/>
          <p:nvPr/>
        </p:nvSpPr>
        <p:spPr>
          <a:xfrm>
            <a:off x="2195736" y="9155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A968D1F5-8038-DB38-2B9F-7A2AB6C32FA7}"/>
              </a:ext>
            </a:extLst>
          </p:cNvPr>
          <p:cNvSpPr/>
          <p:nvPr/>
        </p:nvSpPr>
        <p:spPr>
          <a:xfrm>
            <a:off x="3411427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0A320415-CB1C-D620-AA35-D49077F996BD}"/>
              </a:ext>
            </a:extLst>
          </p:cNvPr>
          <p:cNvSpPr/>
          <p:nvPr/>
        </p:nvSpPr>
        <p:spPr>
          <a:xfrm>
            <a:off x="4608863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72DB008-1DD0-9E06-B0F9-CA456B62C643}"/>
              </a:ext>
            </a:extLst>
          </p:cNvPr>
          <p:cNvSpPr/>
          <p:nvPr/>
        </p:nvSpPr>
        <p:spPr>
          <a:xfrm>
            <a:off x="5806299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2B433939-4102-8288-F686-BE2D19C1DAC7}"/>
              </a:ext>
            </a:extLst>
          </p:cNvPr>
          <p:cNvSpPr/>
          <p:nvPr/>
        </p:nvSpPr>
        <p:spPr>
          <a:xfrm>
            <a:off x="2195736" y="3395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53A2728-A11A-7927-A790-4DBACA04C13E}"/>
              </a:ext>
            </a:extLst>
          </p:cNvPr>
          <p:cNvSpPr/>
          <p:nvPr/>
        </p:nvSpPr>
        <p:spPr>
          <a:xfrm>
            <a:off x="3411427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0041A5C-DEB8-C9D9-5052-8C1023B7BB80}"/>
              </a:ext>
            </a:extLst>
          </p:cNvPr>
          <p:cNvSpPr/>
          <p:nvPr/>
        </p:nvSpPr>
        <p:spPr>
          <a:xfrm>
            <a:off x="4608863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36C85B18-415A-CC78-78F0-D3D7C01AB421}"/>
              </a:ext>
            </a:extLst>
          </p:cNvPr>
          <p:cNvSpPr/>
          <p:nvPr/>
        </p:nvSpPr>
        <p:spPr>
          <a:xfrm>
            <a:off x="2195736" y="27157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0C2196E9-9035-A542-4992-CD963FC5EB4D}"/>
              </a:ext>
            </a:extLst>
          </p:cNvPr>
          <p:cNvSpPr/>
          <p:nvPr/>
        </p:nvSpPr>
        <p:spPr>
          <a:xfrm>
            <a:off x="3411427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D912EB86-D830-DA1B-099C-AA3437FFAEBA}"/>
              </a:ext>
            </a:extLst>
          </p:cNvPr>
          <p:cNvSpPr/>
          <p:nvPr/>
        </p:nvSpPr>
        <p:spPr>
          <a:xfrm>
            <a:off x="4608863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381ED12E-5F8D-1EA1-D309-015E9F6EF447}"/>
              </a:ext>
            </a:extLst>
          </p:cNvPr>
          <p:cNvSpPr/>
          <p:nvPr/>
        </p:nvSpPr>
        <p:spPr>
          <a:xfrm>
            <a:off x="5806299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AFA72BDC-EA8E-CCED-7869-2093591C3F90}"/>
              </a:ext>
            </a:extLst>
          </p:cNvPr>
          <p:cNvSpPr/>
          <p:nvPr/>
        </p:nvSpPr>
        <p:spPr>
          <a:xfrm>
            <a:off x="2195736" y="21397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674F999E-2763-E6F3-2813-95AE754C82DB}"/>
              </a:ext>
            </a:extLst>
          </p:cNvPr>
          <p:cNvSpPr/>
          <p:nvPr/>
        </p:nvSpPr>
        <p:spPr>
          <a:xfrm>
            <a:off x="3411427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5" name="사각형: 둥근 모서리 114">
            <a:extLst>
              <a:ext uri="{FF2B5EF4-FFF2-40B4-BE49-F238E27FC236}">
                <a16:creationId xmlns:a16="http://schemas.microsoft.com/office/drawing/2014/main" id="{C8F0AD3F-0DAE-1EA2-6CC7-C7580A4B2DB5}"/>
              </a:ext>
            </a:extLst>
          </p:cNvPr>
          <p:cNvSpPr/>
          <p:nvPr/>
        </p:nvSpPr>
        <p:spPr>
          <a:xfrm>
            <a:off x="4608863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C4FDABF-DEC3-17F1-32E3-9BCAD36F0383}"/>
              </a:ext>
            </a:extLst>
          </p:cNvPr>
          <p:cNvSpPr/>
          <p:nvPr/>
        </p:nvSpPr>
        <p:spPr>
          <a:xfrm>
            <a:off x="5806299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1F5C6AB5-9DC3-892C-5A0E-CEC379C85AFA}"/>
              </a:ext>
            </a:extLst>
          </p:cNvPr>
          <p:cNvSpPr/>
          <p:nvPr/>
        </p:nvSpPr>
        <p:spPr>
          <a:xfrm>
            <a:off x="2195736" y="16356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30" name="사각형: 둥근 모서리 114">
            <a:extLst>
              <a:ext uri="{FF2B5EF4-FFF2-40B4-BE49-F238E27FC236}">
                <a16:creationId xmlns:a16="http://schemas.microsoft.com/office/drawing/2014/main" id="{1650E660-E9E6-9115-FA3E-91E91A6B9CC1}"/>
              </a:ext>
            </a:extLst>
          </p:cNvPr>
          <p:cNvSpPr/>
          <p:nvPr/>
        </p:nvSpPr>
        <p:spPr>
          <a:xfrm>
            <a:off x="5806299" y="16356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2E3F3140-2A4E-5966-866E-A6C456D24273}"/>
              </a:ext>
            </a:extLst>
          </p:cNvPr>
          <p:cNvSpPr/>
          <p:nvPr/>
        </p:nvSpPr>
        <p:spPr>
          <a:xfrm>
            <a:off x="2195736" y="45159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B5D18771-12DC-E0D6-120F-98F64605BEE0}"/>
              </a:ext>
            </a:extLst>
          </p:cNvPr>
          <p:cNvSpPr/>
          <p:nvPr/>
        </p:nvSpPr>
        <p:spPr>
          <a:xfrm>
            <a:off x="3411427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A15E7C21-D3D9-588F-5480-5CE2E6337D29}"/>
              </a:ext>
            </a:extLst>
          </p:cNvPr>
          <p:cNvSpPr/>
          <p:nvPr/>
        </p:nvSpPr>
        <p:spPr>
          <a:xfrm>
            <a:off x="4608863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54C9F33F-1E24-77AF-4551-1F7350D86C36}"/>
              </a:ext>
            </a:extLst>
          </p:cNvPr>
          <p:cNvSpPr/>
          <p:nvPr/>
        </p:nvSpPr>
        <p:spPr>
          <a:xfrm>
            <a:off x="5806299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E1875C8B-CDC2-9E74-12F1-34491763A27D}"/>
              </a:ext>
            </a:extLst>
          </p:cNvPr>
          <p:cNvSpPr/>
          <p:nvPr/>
        </p:nvSpPr>
        <p:spPr>
          <a:xfrm>
            <a:off x="2195736" y="39399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DB6F6C4-7331-41B0-C61A-CB4E03F30763}"/>
              </a:ext>
            </a:extLst>
          </p:cNvPr>
          <p:cNvSpPr/>
          <p:nvPr/>
        </p:nvSpPr>
        <p:spPr>
          <a:xfrm>
            <a:off x="3411427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AB99C0CC-B052-CC1C-35AE-8714216CCD13}"/>
              </a:ext>
            </a:extLst>
          </p:cNvPr>
          <p:cNvSpPr/>
          <p:nvPr/>
        </p:nvSpPr>
        <p:spPr>
          <a:xfrm>
            <a:off x="4608863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3E4E80D5-B249-3CE9-237D-5E1B180495B7}"/>
              </a:ext>
            </a:extLst>
          </p:cNvPr>
          <p:cNvSpPr/>
          <p:nvPr/>
        </p:nvSpPr>
        <p:spPr>
          <a:xfrm>
            <a:off x="5806299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D22C830-E490-F520-2435-67E194B0C31F}"/>
              </a:ext>
            </a:extLst>
          </p:cNvPr>
          <p:cNvSpPr/>
          <p:nvPr/>
        </p:nvSpPr>
        <p:spPr>
          <a:xfrm>
            <a:off x="2195736" y="34358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BAB0B3E-EBBB-5977-9A92-F1065BCC4053}"/>
              </a:ext>
            </a:extLst>
          </p:cNvPr>
          <p:cNvSpPr/>
          <p:nvPr/>
        </p:nvSpPr>
        <p:spPr>
          <a:xfrm>
            <a:off x="3411427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05D52B2E-F8C9-587F-6A8F-C905B23CEC52}"/>
              </a:ext>
            </a:extLst>
          </p:cNvPr>
          <p:cNvSpPr/>
          <p:nvPr/>
        </p:nvSpPr>
        <p:spPr>
          <a:xfrm>
            <a:off x="4608863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DA0D11A-F67B-289F-3929-8877F7CA835B}"/>
              </a:ext>
            </a:extLst>
          </p:cNvPr>
          <p:cNvSpPr/>
          <p:nvPr/>
        </p:nvSpPr>
        <p:spPr>
          <a:xfrm>
            <a:off x="5806299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cxnSp>
        <p:nvCxnSpPr>
          <p:cNvPr id="48" name="직선 연결선[R] 47">
            <a:extLst>
              <a:ext uri="{FF2B5EF4-FFF2-40B4-BE49-F238E27FC236}">
                <a16:creationId xmlns:a16="http://schemas.microsoft.com/office/drawing/2014/main" id="{AF0EF39C-4701-A6CB-1C32-CB812530C26A}"/>
              </a:ext>
            </a:extLst>
          </p:cNvPr>
          <p:cNvCxnSpPr>
            <a:cxnSpLocks/>
          </p:cNvCxnSpPr>
          <p:nvPr/>
        </p:nvCxnSpPr>
        <p:spPr>
          <a:xfrm>
            <a:off x="1811887" y="1467749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7D43AD5C-6ACF-B992-F36E-E3836EBAB4E0}"/>
              </a:ext>
            </a:extLst>
          </p:cNvPr>
          <p:cNvCxnSpPr>
            <a:cxnSpLocks/>
          </p:cNvCxnSpPr>
          <p:nvPr/>
        </p:nvCxnSpPr>
        <p:spPr>
          <a:xfrm>
            <a:off x="1811887" y="3258048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아래쪽 화살표[D] 55">
            <a:extLst>
              <a:ext uri="{FF2B5EF4-FFF2-40B4-BE49-F238E27FC236}">
                <a16:creationId xmlns:a16="http://schemas.microsoft.com/office/drawing/2014/main" id="{9E0B780F-4572-5FC9-2E72-8B66365D04E0}"/>
              </a:ext>
            </a:extLst>
          </p:cNvPr>
          <p:cNvSpPr/>
          <p:nvPr/>
        </p:nvSpPr>
        <p:spPr>
          <a:xfrm>
            <a:off x="4447637" y="1394682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아래쪽 화살표[D] 56">
            <a:extLst>
              <a:ext uri="{FF2B5EF4-FFF2-40B4-BE49-F238E27FC236}">
                <a16:creationId xmlns:a16="http://schemas.microsoft.com/office/drawing/2014/main" id="{EC5A7924-0CC6-2124-B980-21D48C7C4B31}"/>
              </a:ext>
            </a:extLst>
          </p:cNvPr>
          <p:cNvSpPr/>
          <p:nvPr/>
        </p:nvSpPr>
        <p:spPr>
          <a:xfrm>
            <a:off x="4447637" y="3185674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22978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03503" y="2560404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AF43CD39-0E55-586B-7667-80C24BE3A447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2C11317C-862D-4D9C-A010-C4F8A4BED8CD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2A5AB734-DBA3-DFAA-533A-34F9CC5850AC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F97D9350-C577-C570-6723-9BB54ABBAB13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A207F854-372F-0C30-937D-CDD27E622A7E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70CEEA75-A6F0-9296-1774-FD90F1BED56C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3891D269-820B-A52D-1F55-D2B2D12544A2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E55EF9DE-BE8E-4FC9-FD1D-2C77736BDAB1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4611A614-6569-29D8-0A34-8F4F120BD670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F5DAE0EE-EB9F-D2A3-93D6-22BAEE7A8D27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39BA9158-B82C-5320-B10C-DF4548B5D442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A665D701-0908-5C9E-2F48-A045066D0D8B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82FC1480-5555-D475-56BD-106F899EE9A3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5EC3D497-1951-C61E-F397-9ACCF47C4394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B830C021-788F-3A7B-E685-CFE66874920F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0E2156C4-3328-D408-4844-F672270F485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E7A5008F-BFFA-6AD6-A149-3A203D48CA81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A3DD0418-7D98-0CFA-1D52-45F50AC54F00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183C2B5-D51E-14F6-72E8-79C71E0B1C44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C3724B-C6B3-2D61-ECC0-EA85D99AFDEA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441C1C31-CA8C-3DA8-477C-EA34A38AA5D3}"/>
              </a:ext>
            </a:extLst>
          </p:cNvPr>
          <p:cNvSpPr/>
          <p:nvPr/>
        </p:nvSpPr>
        <p:spPr>
          <a:xfrm flipH="1">
            <a:off x="1754333" y="3799902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23B994-DA6B-AAE1-BBF8-900D60B4E169}"/>
              </a:ext>
            </a:extLst>
          </p:cNvPr>
          <p:cNvSpPr txBox="1"/>
          <p:nvPr/>
        </p:nvSpPr>
        <p:spPr>
          <a:xfrm>
            <a:off x="79917" y="3566183"/>
            <a:ext cx="1489994" cy="120032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apiVersion: v1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  name: gpu-node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status: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”4"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nvidia.com/gpu: ”4"</a:t>
            </a:r>
          </a:p>
        </p:txBody>
      </p: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D9CC815F-527C-EE0E-882D-D657105DD1E8}"/>
              </a:ext>
            </a:extLst>
          </p:cNvPr>
          <p:cNvSpPr/>
          <p:nvPr/>
        </p:nvSpPr>
        <p:spPr>
          <a:xfrm flipH="1">
            <a:off x="3951687" y="2693073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519303" y="2733858"/>
            <a:ext cx="9156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CAF42AFE-6D81-11B2-1326-4BAAD5D26040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8F698185-2627-2867-DF2C-717BB73F4B61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9F65E0BD-04F1-4AC3-D943-DEF7C293E46A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0635ADC0-7F28-5896-230A-C9A1CD04945D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E3EECF0D-B8C6-83D4-9B2B-1411291BF65E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51B83E2A-D63D-A64E-975D-34F6AB75326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7E9F3259-0B3A-08CA-3861-3F84FAA9BBC0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A1EAEC4-2096-6996-39AA-D0F068BB55AD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4BEEEFC9-8ED5-45DE-4A0B-B078EF3DFA3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675AA3C7-F90E-C72C-4BC5-D56FA5A5B6AD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675421FB-B94D-C078-1151-95907404F92A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CB7FBDE3-E718-0577-A9D0-7BE41064A37C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22F6FE0C-F4F8-FB2C-4BCF-72F215F83E56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34B1B4B6-38CC-DF3F-12BF-8BF107BB8DCF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2B1F95D0-489E-D999-7680-E11B71BD8965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23F7B28B-3DB5-AAF9-D16C-5744868FF662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4CC9B48A-3F99-0ACB-DA8B-EA6A4AB0F212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F5E3A352-920E-8E55-580A-30EA21403AC8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F93B3923-4E0E-5AC6-4B24-D8522EBD3B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35DD2D09-A247-1B17-8C4E-72F2D1D77C1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5E8578DB-D57F-F2C4-84FB-F2B8B3618613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54DCD25-6A49-7685-580C-4A87FCD5ED4A}"/>
              </a:ext>
            </a:extLst>
          </p:cNvPr>
          <p:cNvSpPr txBox="1"/>
          <p:nvPr/>
        </p:nvSpPr>
        <p:spPr>
          <a:xfrm>
            <a:off x="3950442" y="3269022"/>
            <a:ext cx="1489994" cy="169277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apiVersion: v1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  name: gpu-node</a:t>
            </a:r>
          </a:p>
          <a:p>
            <a:pPr algn="l"/>
            <a:r>
              <a:rPr lang="en-US" sz="800" kern="0" dirty="0" err="1">
                <a:cs typeface="Al Bayan Plain" pitchFamily="2" charset="-78"/>
              </a:rPr>
              <a:t> status: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nvidia.com/mig-4g.20b: ”1”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nvidia.com/mig-2g.10b: “2”</a:t>
            </a:r>
            <a:b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</a:b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nvidia.com/mig-1g.5b: “1”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nvidia.com/mig-4g.20b: ”1”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nvidia.com/mig-2g.10b: “2”</a:t>
            </a:r>
          </a:p>
          <a:p>
            <a:pPr algn="l"/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     nvidia.com/mig-1g.5b: “1”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6377471" y="2598297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1E00-5E8B-93A0-52CD-98B879A7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25DDAC9-E5BC-B139-D15B-23EE9FB86269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83FC04E-D617-C709-548D-97339681F98D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8343815-DCE6-C21B-708E-A60A5AC25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9687FE2-721F-7235-9A12-2AC37A777B17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C0E26AC5-FBBB-291B-A6C8-567652106E5C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510A6535-9887-43EE-0C67-B2827A75AC7B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71033B57-26E5-6B2B-8B71-0E46E4E3F0A1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25CDD1E3-9315-D51F-9571-CC8A7908D989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0CC7315-BF09-00D7-6857-B89DBB3C408D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98A0D3B-5A1B-235C-C8D7-54AF76EA39A2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6481CAE-EC4F-BCE2-8F2C-121976E2494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5F0BA97-CEC4-024B-1E28-8DFE7096FBAA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920BF4-81B6-B16C-2F75-845075122437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5E4DCA84-52F0-9EF3-80B5-9B7A61E628C0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9700EDC6-922B-FC3F-8B8C-DE0DE03817B4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529AFB2-9C76-6D1B-9888-2AA144467676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EC7DE01-DC3C-0519-36F5-7532710FAC98}"/>
              </a:ext>
            </a:extLst>
          </p:cNvPr>
          <p:cNvGrpSpPr/>
          <p:nvPr/>
        </p:nvGrpSpPr>
        <p:grpSpPr>
          <a:xfrm>
            <a:off x="902721" y="3003798"/>
            <a:ext cx="3309239" cy="1177659"/>
            <a:chOff x="902721" y="3003798"/>
            <a:chExt cx="5045722" cy="1177659"/>
          </a:xfrm>
        </p:grpSpPr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6A10BEDB-BAA8-178C-B0D0-489783E4C3F0}"/>
                </a:ext>
              </a:extLst>
            </p:cNvPr>
            <p:cNvSpPr/>
            <p:nvPr/>
          </p:nvSpPr>
          <p:spPr>
            <a:xfrm>
              <a:off x="902721" y="3003798"/>
              <a:ext cx="5045722" cy="1177659"/>
            </a:xfrm>
            <a:prstGeom prst="roundRect">
              <a:avLst>
                <a:gd name="adj" fmla="val 4649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000" b="1"/>
                <a:t>Host</a:t>
              </a:r>
              <a:endParaRPr lang="en-US" altLang="ko-KR" sz="1000" b="1" dirty="0"/>
            </a:p>
          </p:txBody>
        </p:sp>
        <p:sp>
          <p:nvSpPr>
            <p:cNvPr id="12" name="사각형: 둥근 모서리 114">
              <a:extLst>
                <a:ext uri="{FF2B5EF4-FFF2-40B4-BE49-F238E27FC236}">
                  <a16:creationId xmlns:a16="http://schemas.microsoft.com/office/drawing/2014/main" id="{2E76C0E0-83A1-AE12-CA6A-888A23ABDC58}"/>
                </a:ext>
              </a:extLst>
            </p:cNvPr>
            <p:cNvSpPr/>
            <p:nvPr/>
          </p:nvSpPr>
          <p:spPr>
            <a:xfrm>
              <a:off x="1002111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0</a:t>
              </a:r>
              <a:endParaRPr lang="en-US" altLang="ko-KR" sz="900" dirty="0"/>
            </a:p>
          </p:txBody>
        </p:sp>
        <p:sp>
          <p:nvSpPr>
            <p:cNvPr id="13" name="사각형: 둥근 모서리 114">
              <a:extLst>
                <a:ext uri="{FF2B5EF4-FFF2-40B4-BE49-F238E27FC236}">
                  <a16:creationId xmlns:a16="http://schemas.microsoft.com/office/drawing/2014/main" id="{66FE3E33-D653-BAA4-2D19-194A003CEA97}"/>
                </a:ext>
              </a:extLst>
            </p:cNvPr>
            <p:cNvSpPr/>
            <p:nvPr/>
          </p:nvSpPr>
          <p:spPr>
            <a:xfrm>
              <a:off x="2262090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1</a:t>
              </a:r>
              <a:endParaRPr lang="en-US" altLang="ko-KR" sz="900" dirty="0"/>
            </a:p>
          </p:txBody>
        </p:sp>
        <p:sp>
          <p:nvSpPr>
            <p:cNvPr id="18" name="사각형: 둥근 모서리 114">
              <a:extLst>
                <a:ext uri="{FF2B5EF4-FFF2-40B4-BE49-F238E27FC236}">
                  <a16:creationId xmlns:a16="http://schemas.microsoft.com/office/drawing/2014/main" id="{580EBE27-F976-919B-31BA-D4972F45643C}"/>
                </a:ext>
              </a:extLst>
            </p:cNvPr>
            <p:cNvSpPr/>
            <p:nvPr/>
          </p:nvSpPr>
          <p:spPr>
            <a:xfrm>
              <a:off x="3522068" y="3544142"/>
              <a:ext cx="1077331" cy="383228"/>
            </a:xfrm>
            <a:prstGeom prst="roundRect">
              <a:avLst>
                <a:gd name="adj" fmla="val 12529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2</a:t>
              </a:r>
              <a:endParaRPr lang="en-US" altLang="ko-KR" sz="900" dirty="0"/>
            </a:p>
          </p:txBody>
        </p:sp>
        <p:sp>
          <p:nvSpPr>
            <p:cNvPr id="19" name="사각형: 둥근 모서리 114">
              <a:extLst>
                <a:ext uri="{FF2B5EF4-FFF2-40B4-BE49-F238E27FC236}">
                  <a16:creationId xmlns:a16="http://schemas.microsoft.com/office/drawing/2014/main" id="{CC8A618C-3D2E-1DD8-B658-EA66BE30FF98}"/>
                </a:ext>
              </a:extLst>
            </p:cNvPr>
            <p:cNvSpPr/>
            <p:nvPr/>
          </p:nvSpPr>
          <p:spPr>
            <a:xfrm>
              <a:off x="4782047" y="3544142"/>
              <a:ext cx="1077331" cy="383228"/>
            </a:xfrm>
            <a:prstGeom prst="roundRect">
              <a:avLst>
                <a:gd name="adj" fmla="val 16055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3</a:t>
              </a:r>
              <a:endParaRPr lang="en-US" altLang="ko-KR" sz="900" dirty="0"/>
            </a:p>
          </p:txBody>
        </p:sp>
        <p:sp>
          <p:nvSpPr>
            <p:cNvPr id="26" name="사각형: 둥근 모서리 114">
              <a:extLst>
                <a:ext uri="{FF2B5EF4-FFF2-40B4-BE49-F238E27FC236}">
                  <a16:creationId xmlns:a16="http://schemas.microsoft.com/office/drawing/2014/main" id="{032570D8-DB81-26C1-2394-167F1DD6A497}"/>
                </a:ext>
              </a:extLst>
            </p:cNvPr>
            <p:cNvSpPr/>
            <p:nvPr/>
          </p:nvSpPr>
          <p:spPr>
            <a:xfrm>
              <a:off x="997295" y="3078892"/>
              <a:ext cx="4862083" cy="383228"/>
            </a:xfrm>
            <a:prstGeom prst="roundRect">
              <a:avLst>
                <a:gd name="adj" fmla="val 17067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 CUDA Lib/Toolkit</a:t>
              </a:r>
              <a:endParaRPr lang="en-US" altLang="ko-KR" sz="9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12700C5E-BF68-4CA4-03F3-892183B3D734}"/>
                </a:ext>
              </a:extLst>
            </p:cNvPr>
            <p:cNvSpPr txBox="1"/>
            <p:nvPr/>
          </p:nvSpPr>
          <p:spPr>
            <a:xfrm>
              <a:off x="2730287" y="3023958"/>
              <a:ext cx="13961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000" b="1" i="1"/>
                <a:t>Bind Mount</a:t>
              </a:r>
              <a:endParaRPr kumimoji="1" lang="ko-KR" altLang="en-US" sz="1000" b="1" i="1"/>
            </a:p>
          </p:txBody>
        </p:sp>
      </p:grp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F7C32C09-9EA9-5FDC-C506-9A13C5D0753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2559147" y="2180084"/>
            <a:ext cx="3106020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0ADB267D-A187-3EFA-5887-7282A94B7981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2559147" y="2189929"/>
            <a:ext cx="1048839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8D3EEB16-608B-9DD8-F752-5EFCD4849E73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974593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418D0D6-E6A3-7FDF-E34E-FC8A2EF35926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0557327-AE45-B5E9-E12D-687EA676EE13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A7D40BF8-6AE1-C2C0-E902-E0C28803C2FA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 flipH="1">
            <a:off x="1321190" y="2650410"/>
            <a:ext cx="26336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C3927926-1F64-F657-8553-6BA5CE00D9CC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 flipH="1">
            <a:off x="2147548" y="2660254"/>
            <a:ext cx="859704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54439B38-6631-9FE9-7B0A-6504AA32C16B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 flipH="1">
            <a:off x="2973905" y="2660254"/>
            <a:ext cx="12348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5127910D-3D64-BC60-1467-3BB03BB28E5D}"/>
              </a:ext>
            </a:extLst>
          </p:cNvPr>
          <p:cNvSpPr/>
          <p:nvPr/>
        </p:nvSpPr>
        <p:spPr>
          <a:xfrm flipH="1">
            <a:off x="4300998" y="3006129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44855E26-A0EB-90CE-741F-ABD6A7AC33BE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800263" y="2650410"/>
            <a:ext cx="186490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8709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A7F6-8051-C321-7BCF-C80C6E8F8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6611259A-482D-25D7-CD89-36B036D468A7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A6555BDE-45ED-E71C-8987-9B3EC5DEF013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4B340B1-E2B4-61E4-B8FD-603C8817031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61E4CD6-DEBA-BED2-C91B-A600225C4619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7B23931A-38FA-7188-BAFF-85BA018293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DB4219DC-8AEA-EAAB-957C-F6C6CC994D4E}"/>
              </a:ext>
            </a:extLst>
          </p:cNvPr>
          <p:cNvSpPr/>
          <p:nvPr/>
        </p:nvSpPr>
        <p:spPr>
          <a:xfrm flipH="1">
            <a:off x="1619670" y="3057559"/>
            <a:ext cx="1786232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altLang="ko-KR" sz="1000" b="1" dirty="0">
                <a:solidFill>
                  <a:schemeClr val="tx1"/>
                </a:solidFill>
              </a:rPr>
              <a:t>NVIDIA </a:t>
            </a:r>
            <a:r>
              <a:rPr lang="en-US" altLang="ko-KR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(DaemonSet)</a:t>
            </a:r>
            <a:endParaRPr lang="en-KR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10672D32-3D3D-B765-7FFF-B840BCB35D1B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9454949-DC9F-9D2C-70B8-E627FEFF5CF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6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A3A073F-E0D7-F49B-01BC-96E034A7454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6" y="3518844"/>
            <a:ext cx="160102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6668389-6BFF-E0B5-A8FB-1F24FC8C5AC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6" y="3518844"/>
            <a:ext cx="69344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9329A3C-2D0D-B245-2CF2-ABD412C9289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3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A983EF3-CC32-97C2-9CA0-AAF1984D355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A58519B-5634-E144-A9DA-1AB8A42B80B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055501-C648-95BC-F7A8-D530DA3CE78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A5BBBE-A7E3-F858-FFA8-617C53D231F6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9A71C7FD-7BB2-8631-E674-057A8A6EFDD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1965CFA-8671-8615-1CEE-8175AE678D2D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F88BFAD8-60BF-3883-5151-F0910D5EE0BE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E31CE26-3152-253F-5A2E-22A17ACB4F73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57BED16-F5A6-7421-042E-BB58FE694CEA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4B6C0A-F5DF-81C8-A2CD-9221244E8117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21BC8884-C843-0082-6279-43CE0A1AB72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291432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4DA07-F9E1-1B35-570C-D21621D5E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1D9540A0-5832-B3D2-F3A4-EFB71C87B7FD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7B1DF9E6-936D-3F00-FE45-4C76CFFECB39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2190007-E32B-2CAC-B9AD-5BF20D1A6AF1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73937539-F115-AF94-4405-1CFD1C14AA0F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971DA250-3B1D-43D3-1DC0-0ECA5AA7828F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A9C0EEA8-96CC-01E5-DAA5-FE776CCF33F9}"/>
              </a:ext>
            </a:extLst>
          </p:cNvPr>
          <p:cNvSpPr/>
          <p:nvPr/>
        </p:nvSpPr>
        <p:spPr>
          <a:xfrm flipH="1">
            <a:off x="1619672" y="3057559"/>
            <a:ext cx="1786231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b="1" dirty="0">
                <a:solidFill>
                  <a:schemeClr val="tx1"/>
                </a:solidFill>
              </a:rPr>
              <a:t>NVIDIA </a:t>
            </a:r>
            <a:r>
              <a:rPr lang="en-US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2A342A9-1FC3-60A7-8B01-0A46C53B22A8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B1AFB24-5DC4-94EA-BE61-10EC0FB4077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7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732B598-0C86-31A4-EE39-061F7C245FA4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7" y="3518844"/>
            <a:ext cx="160101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4CC34E5-D402-092B-0024-5893EFCE1C0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7" y="3518844"/>
            <a:ext cx="69343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BFD7D84-847B-6742-F720-3284ACE143E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4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90DDFF86-352E-D8DE-3964-29A0119B6378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2E5679E-5FE6-526C-143A-1898FC6B7A1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F7C0F947-823F-26FA-AEEA-3FA32684CA18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7C15E4E-E0AE-8B1C-8437-FAACEBB28163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E7DD95E7-784A-CD0D-2507-D779D5A07064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A172685D-0233-C1B8-A986-D14506C5AB19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6747EC56-AFD2-8F1A-F48A-FF26289F2AAB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8E3D8FDE-6AB7-9FA1-50A2-1AB04CF15F25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DEE9C36F-4F12-5470-C712-A1B128A8D038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B5F4D7C-C77B-2DF2-15E8-B16EC6E1DD84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8F8C26DA-8B4F-A0A7-FD09-D05F1B3F290E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D1053CA3-F1E5-F192-3A20-218768BC3A12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App Pod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39851C75-AA5A-DDF3-33F3-74E62AD1AB6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A96B39A0-68A4-112B-7170-413E9601EE5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B5AD7FCA-112C-4935-08A9-A85B503D524A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4B1AD14-E4E1-C272-3383-3AC4C2571F7A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7C4AB90A-CA2C-3C8D-1528-A575515AA312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E140313A-619A-9975-056D-4CE718CB5D3C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566499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AA86A-E9CB-245B-9DAD-9D74D9794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1E3E624D-0628-9016-3AB2-33783428702B}"/>
              </a:ext>
            </a:extLst>
          </p:cNvPr>
          <p:cNvSpPr/>
          <p:nvPr/>
        </p:nvSpPr>
        <p:spPr>
          <a:xfrm flipH="1">
            <a:off x="3038666" y="2782380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048C73E-9CF9-0A8D-B71D-F601807ED4F7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E3A8EF73-92E2-43E3-10DA-75B66F541FAD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5FE377A-6F3C-B231-8678-FA1CF4CD1B30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F617B0-7565-8475-5424-880BF1EBB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5CBD832-24B9-6CFC-7428-1A47D4087F5D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3FE9E9AB-4041-D131-83CB-0C9610ABE743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521F8619-DBFA-8775-1873-AE8056665AC5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791E1D60-EE2B-3EAB-C208-BDC0E4B1EF19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599FD2AC-2B09-9371-C692-45C0924E724B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F23BEA4-FD9C-54C4-D405-5BADDF69F5C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433E8C4-7921-F1C9-CAA6-53FD7380AABD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EDEDD285-C4D7-443A-40E3-260CA315DA00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3574EFC5-8423-AE50-7A10-9AF089074BC4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4C03E175-CCA6-4578-C8FC-3954247E0067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BF3BFFEE-B259-995E-E072-DEC304C79190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FF8B47FF-377A-3F59-16D1-70B2BDD56764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BAEEEA34-CEA6-5E3F-FA61-7104CC5A489B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96F7C22-18AA-2485-44FC-4B5024D6E0A2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A0ADAA87-4A6C-FEC2-D19D-9B8C2B7F15F1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675B6598-01B4-9A2F-C6CC-11B677B4E3B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3EE52477-8246-5066-3160-AD5214855811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8FFAF8C-6E67-6955-B79A-13D1F36CB99D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FC331326-BD5D-686E-0247-C7AE3148F46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4FEFAF23-9142-9C60-5216-75255D623FCE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6A15ADD-5548-93F8-BB2F-DD1E2254CEEE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14D667A-C005-49AD-E607-A1E98C2253E3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04B258D7-658D-1668-DBE2-DD597C61EB8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3DA9E6DB-4604-3F2E-C61E-70E974B08BDB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53F9C523-359F-EB2D-6FB7-5FDA439B8716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3739A9B2-F850-76CC-F696-53C5303C48ED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A721FEC-6AC5-A8BC-D5E0-981C96DB3001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BBE1C44-3720-9F16-D03B-EE63CA6C65BA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507458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A842-CE9A-E232-0E57-6584AEEB8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D441EE16-E02D-E341-D59B-3751A162735B}"/>
              </a:ext>
            </a:extLst>
          </p:cNvPr>
          <p:cNvSpPr/>
          <p:nvPr/>
        </p:nvSpPr>
        <p:spPr>
          <a:xfrm>
            <a:off x="2195736" y="9155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B50F68E8-9AF4-E585-6E18-2A3E08D6ACC6}"/>
              </a:ext>
            </a:extLst>
          </p:cNvPr>
          <p:cNvSpPr/>
          <p:nvPr/>
        </p:nvSpPr>
        <p:spPr>
          <a:xfrm>
            <a:off x="3411427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DB69F9D1-2C2F-1B1F-2B2A-1FBE85D4EF9D}"/>
              </a:ext>
            </a:extLst>
          </p:cNvPr>
          <p:cNvSpPr/>
          <p:nvPr/>
        </p:nvSpPr>
        <p:spPr>
          <a:xfrm>
            <a:off x="4608863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39BA1B6D-8B37-709D-BA7B-5E77651D750E}"/>
              </a:ext>
            </a:extLst>
          </p:cNvPr>
          <p:cNvSpPr/>
          <p:nvPr/>
        </p:nvSpPr>
        <p:spPr>
          <a:xfrm>
            <a:off x="5806299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132CCA9E-A255-E89C-BBFF-53693169C7F5}"/>
              </a:ext>
            </a:extLst>
          </p:cNvPr>
          <p:cNvSpPr/>
          <p:nvPr/>
        </p:nvSpPr>
        <p:spPr>
          <a:xfrm>
            <a:off x="2195736" y="3395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96BBF3F-B17A-0939-5745-CFFD1A93C42D}"/>
              </a:ext>
            </a:extLst>
          </p:cNvPr>
          <p:cNvSpPr/>
          <p:nvPr/>
        </p:nvSpPr>
        <p:spPr>
          <a:xfrm>
            <a:off x="3411427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A15E7FB-D424-3C10-3A0E-10826727B70C}"/>
              </a:ext>
            </a:extLst>
          </p:cNvPr>
          <p:cNvSpPr/>
          <p:nvPr/>
        </p:nvSpPr>
        <p:spPr>
          <a:xfrm>
            <a:off x="4608863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1DC9396-BB32-C368-FEB8-2BFED662A7EC}"/>
              </a:ext>
            </a:extLst>
          </p:cNvPr>
          <p:cNvSpPr/>
          <p:nvPr/>
        </p:nvSpPr>
        <p:spPr>
          <a:xfrm>
            <a:off x="2195736" y="27157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7194DAE6-0140-5DC2-70E1-10A9DD81CE32}"/>
              </a:ext>
            </a:extLst>
          </p:cNvPr>
          <p:cNvSpPr/>
          <p:nvPr/>
        </p:nvSpPr>
        <p:spPr>
          <a:xfrm>
            <a:off x="3411427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A36BC44E-DB10-4A05-4B41-B2CA371F6FA4}"/>
              </a:ext>
            </a:extLst>
          </p:cNvPr>
          <p:cNvSpPr/>
          <p:nvPr/>
        </p:nvSpPr>
        <p:spPr>
          <a:xfrm>
            <a:off x="4608863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72551D58-2B59-07A8-517C-5AE58395D3D9}"/>
              </a:ext>
            </a:extLst>
          </p:cNvPr>
          <p:cNvSpPr/>
          <p:nvPr/>
        </p:nvSpPr>
        <p:spPr>
          <a:xfrm>
            <a:off x="5806299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8F3AE78-B231-8039-2E6D-E3ED9B174B0B}"/>
              </a:ext>
            </a:extLst>
          </p:cNvPr>
          <p:cNvSpPr/>
          <p:nvPr/>
        </p:nvSpPr>
        <p:spPr>
          <a:xfrm>
            <a:off x="2195736" y="21397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14F05339-026B-DD6B-5594-1BB1CC879334}"/>
              </a:ext>
            </a:extLst>
          </p:cNvPr>
          <p:cNvSpPr/>
          <p:nvPr/>
        </p:nvSpPr>
        <p:spPr>
          <a:xfrm>
            <a:off x="3411427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5" name="사각형: 둥근 모서리 114">
            <a:extLst>
              <a:ext uri="{FF2B5EF4-FFF2-40B4-BE49-F238E27FC236}">
                <a16:creationId xmlns:a16="http://schemas.microsoft.com/office/drawing/2014/main" id="{BD94E180-1C0A-CE83-CFD1-4D1FAF67512C}"/>
              </a:ext>
            </a:extLst>
          </p:cNvPr>
          <p:cNvSpPr/>
          <p:nvPr/>
        </p:nvSpPr>
        <p:spPr>
          <a:xfrm>
            <a:off x="4608863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3E38626B-25D1-59C6-52CD-506D414B18B9}"/>
              </a:ext>
            </a:extLst>
          </p:cNvPr>
          <p:cNvSpPr/>
          <p:nvPr/>
        </p:nvSpPr>
        <p:spPr>
          <a:xfrm>
            <a:off x="5806299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7D03FA8F-9C02-28E0-F234-DC95DE4F39B6}"/>
              </a:ext>
            </a:extLst>
          </p:cNvPr>
          <p:cNvSpPr/>
          <p:nvPr/>
        </p:nvSpPr>
        <p:spPr>
          <a:xfrm>
            <a:off x="2195736" y="16356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30" name="사각형: 둥근 모서리 114">
            <a:extLst>
              <a:ext uri="{FF2B5EF4-FFF2-40B4-BE49-F238E27FC236}">
                <a16:creationId xmlns:a16="http://schemas.microsoft.com/office/drawing/2014/main" id="{C24FBDC4-9AB0-CAEC-DBD2-0FCC662540CE}"/>
              </a:ext>
            </a:extLst>
          </p:cNvPr>
          <p:cNvSpPr/>
          <p:nvPr/>
        </p:nvSpPr>
        <p:spPr>
          <a:xfrm>
            <a:off x="5806299" y="16356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5D3928B9-96D2-53F6-8377-C9A692D0CE46}"/>
              </a:ext>
            </a:extLst>
          </p:cNvPr>
          <p:cNvSpPr/>
          <p:nvPr/>
        </p:nvSpPr>
        <p:spPr>
          <a:xfrm>
            <a:off x="2195736" y="45159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0051B698-9AB0-FD30-08C2-3DEA8B43BB48}"/>
              </a:ext>
            </a:extLst>
          </p:cNvPr>
          <p:cNvSpPr/>
          <p:nvPr/>
        </p:nvSpPr>
        <p:spPr>
          <a:xfrm>
            <a:off x="3411427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53256A68-C51F-0BFC-204E-A077D6636BBD}"/>
              </a:ext>
            </a:extLst>
          </p:cNvPr>
          <p:cNvSpPr/>
          <p:nvPr/>
        </p:nvSpPr>
        <p:spPr>
          <a:xfrm>
            <a:off x="4608863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01450A29-4D0F-7AE7-856C-7C824BD6B765}"/>
              </a:ext>
            </a:extLst>
          </p:cNvPr>
          <p:cNvSpPr/>
          <p:nvPr/>
        </p:nvSpPr>
        <p:spPr>
          <a:xfrm>
            <a:off x="5806299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33388685-F920-5B1C-704C-8E9C1EF590B2}"/>
              </a:ext>
            </a:extLst>
          </p:cNvPr>
          <p:cNvSpPr/>
          <p:nvPr/>
        </p:nvSpPr>
        <p:spPr>
          <a:xfrm>
            <a:off x="2195736" y="39399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501389E-56E7-BE7D-8C3B-D0F829A3C729}"/>
              </a:ext>
            </a:extLst>
          </p:cNvPr>
          <p:cNvSpPr/>
          <p:nvPr/>
        </p:nvSpPr>
        <p:spPr>
          <a:xfrm>
            <a:off x="3411427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CD2D0C2-4A78-69B6-38D7-564C24E5D642}"/>
              </a:ext>
            </a:extLst>
          </p:cNvPr>
          <p:cNvSpPr/>
          <p:nvPr/>
        </p:nvSpPr>
        <p:spPr>
          <a:xfrm>
            <a:off x="4608863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3CC2ED7-CAA4-055A-7FEF-6FEDFC53907F}"/>
              </a:ext>
            </a:extLst>
          </p:cNvPr>
          <p:cNvSpPr/>
          <p:nvPr/>
        </p:nvSpPr>
        <p:spPr>
          <a:xfrm>
            <a:off x="5806299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88C06B36-106F-7EC9-E550-B1886EEBC58A}"/>
              </a:ext>
            </a:extLst>
          </p:cNvPr>
          <p:cNvSpPr/>
          <p:nvPr/>
        </p:nvSpPr>
        <p:spPr>
          <a:xfrm>
            <a:off x="2195736" y="34358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4D62A999-053C-0888-820A-6FC123B5EF57}"/>
              </a:ext>
            </a:extLst>
          </p:cNvPr>
          <p:cNvSpPr/>
          <p:nvPr/>
        </p:nvSpPr>
        <p:spPr>
          <a:xfrm>
            <a:off x="3411427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608E827B-9EFA-E546-B5F0-29AF0B57E749}"/>
              </a:ext>
            </a:extLst>
          </p:cNvPr>
          <p:cNvSpPr/>
          <p:nvPr/>
        </p:nvSpPr>
        <p:spPr>
          <a:xfrm>
            <a:off x="4608863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039072B-A829-38D5-23C2-5E8F61F825D2}"/>
              </a:ext>
            </a:extLst>
          </p:cNvPr>
          <p:cNvSpPr/>
          <p:nvPr/>
        </p:nvSpPr>
        <p:spPr>
          <a:xfrm>
            <a:off x="5806299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cxnSp>
        <p:nvCxnSpPr>
          <p:cNvPr id="48" name="직선 연결선[R] 47">
            <a:extLst>
              <a:ext uri="{FF2B5EF4-FFF2-40B4-BE49-F238E27FC236}">
                <a16:creationId xmlns:a16="http://schemas.microsoft.com/office/drawing/2014/main" id="{3C890D7B-52F8-2897-44BB-9877B0E262E8}"/>
              </a:ext>
            </a:extLst>
          </p:cNvPr>
          <p:cNvCxnSpPr>
            <a:cxnSpLocks/>
          </p:cNvCxnSpPr>
          <p:nvPr/>
        </p:nvCxnSpPr>
        <p:spPr>
          <a:xfrm>
            <a:off x="1811887" y="1467749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3E36088-622C-4B68-1457-51C482A466A0}"/>
              </a:ext>
            </a:extLst>
          </p:cNvPr>
          <p:cNvCxnSpPr>
            <a:cxnSpLocks/>
          </p:cNvCxnSpPr>
          <p:nvPr/>
        </p:nvCxnSpPr>
        <p:spPr>
          <a:xfrm>
            <a:off x="1811887" y="3258048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아래쪽 화살표[D] 55">
            <a:extLst>
              <a:ext uri="{FF2B5EF4-FFF2-40B4-BE49-F238E27FC236}">
                <a16:creationId xmlns:a16="http://schemas.microsoft.com/office/drawing/2014/main" id="{F4E799CC-4F5A-8C91-6DAA-2989B77BE1E6}"/>
              </a:ext>
            </a:extLst>
          </p:cNvPr>
          <p:cNvSpPr/>
          <p:nvPr/>
        </p:nvSpPr>
        <p:spPr>
          <a:xfrm>
            <a:off x="4447637" y="1394682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아래쪽 화살표[D] 56">
            <a:extLst>
              <a:ext uri="{FF2B5EF4-FFF2-40B4-BE49-F238E27FC236}">
                <a16:creationId xmlns:a16="http://schemas.microsoft.com/office/drawing/2014/main" id="{1060E29E-675B-9949-8503-D16AA383D05D}"/>
              </a:ext>
            </a:extLst>
          </p:cNvPr>
          <p:cNvSpPr/>
          <p:nvPr/>
        </p:nvSpPr>
        <p:spPr>
          <a:xfrm>
            <a:off x="4447637" y="3185674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98896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0A3F9-C4C4-1EE1-036D-8B446AE0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CBD0A3AC-60E3-282C-E585-5A722674C3FB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14584CE6-554F-1B13-FB80-DC6980E150FA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C85FA3CD-4319-EB72-1289-BF03C2A23724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E0465E95-B424-0FE2-1783-319DA6826E9E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3EB6B2-4677-88F6-0B00-D4BB53F5D487}"/>
              </a:ext>
            </a:extLst>
          </p:cNvPr>
          <p:cNvSpPr txBox="1"/>
          <p:nvPr/>
        </p:nvSpPr>
        <p:spPr>
          <a:xfrm>
            <a:off x="903503" y="2560404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5D0101DE-4568-65BC-4701-F71DAD8169E2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8BFF117-F571-362C-CD41-BDC92BE0E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6403877-3819-3524-B186-F13B58F05216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D83C1767-96BA-D1B0-599F-EF48FBACC7E4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2675AC4-5496-ABBB-0022-BAD3CAC80EC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3C2CB3D-8B4E-9B1D-6334-D5910B6975E6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C1333DE9-CC03-4AA3-4871-9D69FAD69266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2B02FDE5-F935-7173-A765-21F7CDD4FFAC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E3F84A8-855F-96AA-77E4-EE853604BB95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34B16ACD-E0FC-4887-5569-04368DC859EE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FB548B0-413F-15C7-DD15-66B6007E16ED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C5A930EF-2DFA-FAF0-6037-E2B78EE39BF4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B9DA8DD-E343-6461-B18F-947846CDE73B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39E25AB-635E-02A4-1321-1D10549F162C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AD66F5B3-A853-AD27-FE5D-BD476063A373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67F0D12F-EA28-A1B5-DF7E-5C1F235550DA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565873BF-146D-02A6-FC5D-7D7E8D380DBE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7182EFAC-9F4F-3493-F763-D0105741EBFF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A8B1AD4-F8B2-1F3F-6981-3466BC4E3617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3423B00-1F67-7796-50EC-A649AD6F7B2E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89B41CB5-EB01-75EB-8365-AC5636087605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81F5E7B5-EA44-09D5-6777-435F2BB85796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61B21FB7-E52C-8DAB-B7E4-9AD4F9C3B872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350CE5FF-BC1E-B8A8-9E0D-AF04500FDDC9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632E7E5A-C22D-F98C-B152-DA13BB3C7C08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9B25489B-309C-B321-A31D-F12D8F5E0B8E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6436A047-B90B-89E8-295D-D639CDE5A5A1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6500E41B-15D3-1112-89A5-EA6BCA515F62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8CDD1C28-21CD-F03B-A3BC-5A8C93B54E96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04CDF107-06D5-296B-91D9-92C2BCCE884B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A688DD5B-A28B-0DA8-0997-AD541A8A24DD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24759F45-B9CC-5982-3D6A-79A9106ED776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DC3CC8AF-D94F-FCA7-F117-557BAC6DA440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679B8555-0F3F-770A-8022-F662D0A857DC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891C13EE-F5D6-0C8D-8475-A047F5002169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DF155F68-BD50-502B-83EF-22A43E1220C2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04964D9A-2A3D-05B3-A0D6-A67CD0B49AE6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E72C03D6-DE60-4122-5A96-FA35614B198E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C2C80C3F-1E47-A4BE-D310-6274AD0F2819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16F18C2D-8D42-46F5-FB2B-783E8622097E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13498372-FE78-3073-9F28-1E837ABE678B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17972A1F-36B2-3B8A-99A2-C47AD3493FF8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A9E15BC-F47A-49EB-155D-9A256065E00F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878C64E5-0E41-3D0E-5C58-F16E0D755EBB}"/>
              </a:ext>
            </a:extLst>
          </p:cNvPr>
          <p:cNvSpPr/>
          <p:nvPr/>
        </p:nvSpPr>
        <p:spPr>
          <a:xfrm flipH="1">
            <a:off x="1754333" y="3799902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9512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60B60-8F79-12BE-D896-371CE1E5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23335FF9-F8B3-BEB2-BDD3-FE729BE35612}"/>
              </a:ext>
            </a:extLst>
          </p:cNvPr>
          <p:cNvSpPr/>
          <p:nvPr/>
        </p:nvSpPr>
        <p:spPr>
          <a:xfrm flipH="1">
            <a:off x="3951687" y="2693073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8AFCA7C8-79CD-7814-7C02-55C29ECF3B10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A55F481-A742-A388-C5F4-071D9DFFE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B27B6C70-A035-2331-DE51-EE30C6D2F79D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6111976-6581-4105-664C-5E7829F09967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10C4DDF-05AD-2371-CFF6-27458DA4FAF3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734FB63-698C-9558-052A-54ACAD84D3F5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AFF4AB-84F3-579B-9D64-C792BA1477CB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B8000E3-A644-EF84-D683-E55831F86984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8D93BAB-9182-D271-FFB9-67C8416A70D0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D2F06A6-F950-6EA7-C6FA-6037481575CB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5AE886E2-2E1F-5D76-B2B7-15EF216EDAB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3842F2F-4EEB-7C9C-4901-4584D6E15E39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818D3D80-D87A-A8BF-1BFA-CFFDDF54224B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AB5A979C-FCD0-BCFC-7129-9E77AF286B00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457A8346-C518-222C-227C-D5E3478ECE12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786327C-D148-6662-C323-F7E7EF209C62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8607056F-2116-A88E-8375-0AAA68BDE6B6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A1FFC6-96DF-4510-7FDD-7EECF2E95B51}"/>
              </a:ext>
            </a:extLst>
          </p:cNvPr>
          <p:cNvSpPr txBox="1"/>
          <p:nvPr/>
        </p:nvSpPr>
        <p:spPr>
          <a:xfrm>
            <a:off x="395168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53FDCA80-9CD6-CA2D-EEEE-CD7B8297AC2A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9F9B033A-F769-3870-643A-E2F0219569F0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84CEE36-407D-B6C1-FAF3-5BB6A0D3B282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493A1D04-6716-06C0-87A7-098708E4BA43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F04F90B-F5B6-1DBA-563F-76C8742DDB12}"/>
              </a:ext>
            </a:extLst>
          </p:cNvPr>
          <p:cNvSpPr txBox="1"/>
          <p:nvPr/>
        </p:nvSpPr>
        <p:spPr>
          <a:xfrm>
            <a:off x="1519303" y="2733858"/>
            <a:ext cx="9156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07036A52-3D70-C051-1290-A70C66938F40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8790A3D6-8BF8-2296-CF1C-F0EE7EAD32E7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25786B8B-D2E6-BD29-B99D-E9DEB27D306A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70D836F-97DD-11DC-9C0D-7B6694868972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498602F-998B-EE70-2B16-9471704E0B51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A67F6ED-3004-C04A-F30D-B242D3A45579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2A84AF97-FCD7-14C2-8B12-7A02AFAAB734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D46A5B03-2F37-EA73-EBCC-20BA1A6286E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5CB86614-5563-E7BD-5561-A2CB77503DF4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3F16F3CA-EFA8-5129-8C5D-B22C721BCBF5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60F84649-EE75-3851-161B-BCC4F16CA31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DD913F1F-8925-0CCD-6EA7-C78C36A83287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930B366B-62A9-B9BD-6917-1B5FDF59BCDB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E59EBD19-F49B-A819-608A-1636B0B41447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569A902B-68A5-BDB3-3E1D-75F75631BE2C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AAB703E4-2AB5-00C2-4ACF-AB6BBEF88C9B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033B7F9-681B-806D-5A63-61839878347D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EAB36863-D8ED-173F-100D-AC1872DDB74A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7857C122-12B5-3706-A5C5-94F79C4A8ED1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45A9FECA-3CC2-3AFB-D2F2-F0495E800E3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A3BE07EC-2D6F-1D64-4115-C21F755D21F4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0D0D7E-19C8-2323-9E80-8A71AA503E53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D2DDC1AD-526E-1FAE-6807-3476824437AE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4E86ADFE-C369-A8B2-3A1C-CC3C0485CB50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E129FE32-3978-32B1-7E47-7C8B0D53F540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A0A40D2E-DE18-2DCB-BF21-F6E84D099837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EF1478AE-680C-88F7-5635-A5001B37367E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F1C910D3-FDF4-7C34-D81C-76ED5A0C1BBA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E07B0A35-DAFD-38B9-4277-081F4A0EBC69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97E28649-D121-571B-31D8-C1D30EBFE674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16E3F696-4E91-B8D7-EF0B-5274DA19DFAF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50933849-9415-4EFB-08F3-1623BCA1E69F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AB0B62CA-AFB1-FCD4-3689-25C8AEE877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0A746BDF-CBD5-1BEC-F128-F216462E0CE7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415D208B-74F1-9B6D-2071-96B492E56C77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1876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B7BFB-B67A-5C8C-BEE6-0FBF678B8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874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83035-F4F8-430C-11F6-1C1D3DC1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BC0CA0E-E1A6-E46C-8CEA-7B0413406445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844E6D60-39D2-FAD0-A545-A1E6EF5A5327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F03375D-5CC8-9FA4-F900-6D7D7F90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B1F3BAC6-7EE6-F106-9ACD-B15996E2562F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2568EDC-CDE4-9D59-124B-BE04BF69EA8B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1BB97E77-6BE8-FD15-7523-813F99BDAB40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CED71234-BD4D-81AF-AA02-6F7BC980AC52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46A5A02-44B0-1AD9-F281-E09B28CA9450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DE6BC78-64EB-22B1-17E0-5C635F39F5B5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7C84C3FF-92C8-A4DE-463F-284F1ED056DA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A8B22632-77D0-7228-C472-5E12C25C3942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DE52A461-26C7-C784-7AF5-E923F5A88FE1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833BD88-7A76-A7C0-7505-109390921473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73635CB4-3B1E-7FBA-5919-5F08ABA7CE26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CA19FB7F-D092-91AE-15D6-59436B53AA0D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17C27B79-C217-806E-D199-1D91FC493896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EDE7A4D-2EE9-8C2C-C2E9-BC88ABB9C2D0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A7FB9C0-DF97-94C8-A3A0-D91DD5BEEEB7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37B741F2-B496-AFC7-EFE5-EDD6495B14AB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AD168DAA-E38B-40CF-0D65-CA499B1F2926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0882C88-3E1F-AE1B-85EC-3B436F5FA12D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C3C17EBB-A5EE-849C-0987-9AD0E7FEF413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AF72278-DFAE-6241-3137-0F15372D8E51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902E648-5E7B-A6DD-E6BA-9278DB5A95FE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6591C010-7620-1304-3B6A-7D3C1B8B27F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936B8BD-46FC-C794-F6C7-338193F6D2D5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D5A720-5416-D456-0539-97460321FAB4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D4AA98-4DEB-E8FC-57CC-87D37FDFCD61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781A32A1-AA73-8D8B-0BAC-D0E7A05926CB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BB9AC36B-64F2-1F83-9682-930BCCDE3D2B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>
            <a:off x="3007252" y="2660254"/>
            <a:ext cx="1237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F759C52-B321-1C35-D771-A8B1100829FD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85E03CE4-DB2E-2F95-02D1-36AAF202AED1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896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58909</TotalTime>
  <Words>6165</Words>
  <Application>Microsoft Macintosh PowerPoint</Application>
  <PresentationFormat>화면 슬라이드 쇼(16:9)</PresentationFormat>
  <Paragraphs>1583</Paragraphs>
  <Slides>32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6505</cp:revision>
  <dcterms:created xsi:type="dcterms:W3CDTF">2006-10-05T04:04:58Z</dcterms:created>
  <dcterms:modified xsi:type="dcterms:W3CDTF">2026-03-12T14:59:39Z</dcterms:modified>
</cp:coreProperties>
</file>
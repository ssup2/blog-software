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37" r:id="rId2"/>
    <p:sldId id="431" r:id="rId3"/>
    <p:sldId id="436" r:id="rId4"/>
    <p:sldId id="434" r:id="rId5"/>
    <p:sldId id="438" r:id="rId6"/>
    <p:sldId id="435" r:id="rId7"/>
    <p:sldId id="422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0" autoAdjust="0"/>
    <p:restoredTop sz="87440" autoAdjust="0"/>
  </p:normalViewPr>
  <p:slideViewPr>
    <p:cSldViewPr>
      <p:cViewPr>
        <p:scale>
          <a:sx n="200" d="100"/>
          <a:sy n="200" d="100"/>
        </p:scale>
        <p:origin x="142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F6AAB73-A361-5705-CDB8-DEACBD4EB572}"/>
              </a:ext>
            </a:extLst>
          </p:cNvPr>
          <p:cNvSpPr/>
          <p:nvPr/>
        </p:nvSpPr>
        <p:spPr>
          <a:xfrm>
            <a:off x="7097834" y="50800"/>
            <a:ext cx="1622337" cy="1974849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Pod B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2077752"/>
            <a:ext cx="6043510" cy="1221469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107427"/>
            <a:ext cx="6033186" cy="93004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98771"/>
            <a:ext cx="6043510" cy="814651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214286"/>
            <a:ext cx="1077331" cy="548791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214286"/>
            <a:ext cx="1077331" cy="548791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214286"/>
            <a:ext cx="1077331" cy="548791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214286"/>
            <a:ext cx="1077331" cy="548791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339502"/>
            <a:ext cx="3674596" cy="163649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515040"/>
            <a:ext cx="1099999" cy="37729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515040"/>
            <a:ext cx="1099868" cy="37729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1051997"/>
            <a:ext cx="3498895" cy="37729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515040"/>
            <a:ext cx="1099868" cy="37729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339502"/>
            <a:ext cx="1487816" cy="16364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515040"/>
            <a:ext cx="1321799" cy="37729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1051997"/>
            <a:ext cx="1321798" cy="37729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425399"/>
            <a:ext cx="5759996" cy="37729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616238"/>
            <a:ext cx="1082148" cy="37729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616238"/>
            <a:ext cx="1082148" cy="37729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616238"/>
            <a:ext cx="1082148" cy="37729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616238"/>
            <a:ext cx="1082148" cy="37729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993532"/>
            <a:ext cx="2408" cy="122075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151683"/>
            <a:ext cx="4862083" cy="37729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993532"/>
            <a:ext cx="2408" cy="122075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993532"/>
            <a:ext cx="2408" cy="122075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993532"/>
            <a:ext cx="2408" cy="122075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613228"/>
            <a:ext cx="3498894" cy="37729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613228"/>
            <a:ext cx="1321799" cy="37729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892334"/>
            <a:ext cx="1438417" cy="72390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892334"/>
            <a:ext cx="83787" cy="72390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892334"/>
            <a:ext cx="21235" cy="72390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972067"/>
            <a:ext cx="915635" cy="234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F09C36D5-BC8E-A774-8162-E5697C41F0F9}"/>
              </a:ext>
            </a:extLst>
          </p:cNvPr>
          <p:cNvSpPr/>
          <p:nvPr/>
        </p:nvSpPr>
        <p:spPr>
          <a:xfrm>
            <a:off x="1109113" y="50800"/>
            <a:ext cx="1622337" cy="1974849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Pod A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182423AF-5B07-9447-C2C9-01AA77722DAE}"/>
              </a:ext>
            </a:extLst>
          </p:cNvPr>
          <p:cNvSpPr/>
          <p:nvPr/>
        </p:nvSpPr>
        <p:spPr>
          <a:xfrm>
            <a:off x="1175567" y="339502"/>
            <a:ext cx="1487816" cy="16364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1142C3F-7769-9AFF-3ABA-51AC4FF00B42}"/>
              </a:ext>
            </a:extLst>
          </p:cNvPr>
          <p:cNvSpPr/>
          <p:nvPr/>
        </p:nvSpPr>
        <p:spPr>
          <a:xfrm>
            <a:off x="1255754" y="1515040"/>
            <a:ext cx="1321799" cy="37729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E29826F6-2DA8-13A3-218A-BB1C4F37CC90}"/>
              </a:ext>
            </a:extLst>
          </p:cNvPr>
          <p:cNvSpPr/>
          <p:nvPr/>
        </p:nvSpPr>
        <p:spPr>
          <a:xfrm>
            <a:off x="1255754" y="1051997"/>
            <a:ext cx="1321798" cy="37729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2F96262-EB36-03C3-C48C-E16024396769}"/>
              </a:ext>
            </a:extLst>
          </p:cNvPr>
          <p:cNvSpPr/>
          <p:nvPr/>
        </p:nvSpPr>
        <p:spPr>
          <a:xfrm>
            <a:off x="1255753" y="613228"/>
            <a:ext cx="1321799" cy="37729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2FD20FDA-A726-6111-1F48-1BF893C3637F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0FA7063-21A8-B090-3BA7-398631BF9F24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28620520-CB3D-852D-421B-F758E359A284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9C7311C7-A133-127F-9CE9-667C3E1EA9F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1368EB9-BB8A-73D8-BE27-7FA1CEB3A9A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8F4DD15-3E6D-A800-7440-AC035A9337C4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2CD83D61-6960-D415-17A8-E4E301387BA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BB37803-970E-CACE-841F-F6DDD0C096BB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35117287-6E11-2183-DDB7-0C7AA2053C80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2268511-A885-0F7C-5507-D9F0C555654C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983FF275-AB1C-5C79-A728-DCD8666000FD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EB764BDA-9302-5D4B-81BC-81B547B95512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38C51E93-DE07-05D0-AFEB-88B39DC4341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4EEF7D4D-2C23-621B-ADC7-C2D579FCA302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51732</TotalTime>
  <Words>861</Words>
  <Application>Microsoft Macintosh PowerPoint</Application>
  <PresentationFormat>화면 슬라이드 쇼(16:9)</PresentationFormat>
  <Paragraphs>241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6280</cp:revision>
  <dcterms:created xsi:type="dcterms:W3CDTF">2006-10-05T04:04:58Z</dcterms:created>
  <dcterms:modified xsi:type="dcterms:W3CDTF">2026-03-04T13:44:34Z</dcterms:modified>
</cp:coreProperties>
</file>
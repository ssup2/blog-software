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446" r:id="rId2"/>
    <p:sldId id="431" r:id="rId3"/>
    <p:sldId id="441" r:id="rId4"/>
    <p:sldId id="447" r:id="rId5"/>
    <p:sldId id="458" r:id="rId6"/>
    <p:sldId id="449" r:id="rId7"/>
    <p:sldId id="450" r:id="rId8"/>
    <p:sldId id="434" r:id="rId9"/>
    <p:sldId id="457" r:id="rId10"/>
    <p:sldId id="451" r:id="rId11"/>
    <p:sldId id="452" r:id="rId12"/>
    <p:sldId id="453" r:id="rId13"/>
    <p:sldId id="454" r:id="rId14"/>
    <p:sldId id="455" r:id="rId15"/>
    <p:sldId id="456" r:id="rId16"/>
    <p:sldId id="444" r:id="rId17"/>
    <p:sldId id="439" r:id="rId18"/>
    <p:sldId id="445" r:id="rId19"/>
    <p:sldId id="440" r:id="rId20"/>
    <p:sldId id="438" r:id="rId21"/>
    <p:sldId id="442" r:id="rId22"/>
    <p:sldId id="435" r:id="rId23"/>
    <p:sldId id="436" r:id="rId24"/>
    <p:sldId id="422" r:id="rId2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51" autoAdjust="0"/>
    <p:restoredTop sz="87520" autoAdjust="0"/>
  </p:normalViewPr>
  <p:slideViewPr>
    <p:cSldViewPr>
      <p:cViewPr>
        <p:scale>
          <a:sx n="248" d="100"/>
          <a:sy n="248" d="100"/>
        </p:scale>
        <p:origin x="-248" y="37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8098-F339-B196-8DCF-FA0670C2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D92EB8-6565-C1DD-1F7D-DE0D9DEE6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6CA0CA-9069-580A-7C3C-664C0A128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668EC9-B8A6-F4D9-67AE-1701E7332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2123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20EF6B3-5B96-1E7A-61A7-6C0C30DC39C6}"/>
              </a:ext>
            </a:extLst>
          </p:cNvPr>
          <p:cNvGrpSpPr/>
          <p:nvPr/>
        </p:nvGrpSpPr>
        <p:grpSpPr>
          <a:xfrm>
            <a:off x="902721" y="3003798"/>
            <a:ext cx="3309239" cy="1177659"/>
            <a:chOff x="902721" y="3003798"/>
            <a:chExt cx="5045722" cy="1177659"/>
          </a:xfrm>
        </p:grpSpPr>
        <p:sp>
          <p:nvSpPr>
            <p:cNvPr id="9" name="사각형: 둥근 모서리 114">
              <a:extLst>
                <a:ext uri="{FF2B5EF4-FFF2-40B4-BE49-F238E27FC236}">
                  <a16:creationId xmlns:a16="http://schemas.microsoft.com/office/drawing/2014/main" id="{2340383E-6533-BA55-31E0-A30F863C2ADF}"/>
                </a:ext>
              </a:extLst>
            </p:cNvPr>
            <p:cNvSpPr/>
            <p:nvPr/>
          </p:nvSpPr>
          <p:spPr>
            <a:xfrm>
              <a:off x="902721" y="3003798"/>
              <a:ext cx="5045722" cy="1177659"/>
            </a:xfrm>
            <a:prstGeom prst="roundRect">
              <a:avLst>
                <a:gd name="adj" fmla="val 4649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b"/>
            <a:lstStyle/>
            <a:p>
              <a:pPr algn="ctr"/>
              <a:r>
                <a:rPr lang="en-US" altLang="ko-KR" sz="1000" b="1"/>
                <a:t>Host</a:t>
              </a:r>
              <a:endParaRPr lang="en-US" altLang="ko-KR" sz="1000" b="1" dirty="0"/>
            </a:p>
          </p:txBody>
        </p:sp>
        <p:sp>
          <p:nvSpPr>
            <p:cNvPr id="12" name="사각형: 둥근 모서리 114">
              <a:extLst>
                <a:ext uri="{FF2B5EF4-FFF2-40B4-BE49-F238E27FC236}">
                  <a16:creationId xmlns:a16="http://schemas.microsoft.com/office/drawing/2014/main" id="{EF5218CA-055F-82B1-A06F-4C34D1428BF2}"/>
                </a:ext>
              </a:extLst>
            </p:cNvPr>
            <p:cNvSpPr/>
            <p:nvPr/>
          </p:nvSpPr>
          <p:spPr>
            <a:xfrm>
              <a:off x="1002111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0</a:t>
              </a:r>
              <a:endParaRPr lang="en-US" altLang="ko-KR" sz="900" dirty="0"/>
            </a:p>
          </p:txBody>
        </p:sp>
        <p:sp>
          <p:nvSpPr>
            <p:cNvPr id="13" name="사각형: 둥근 모서리 114">
              <a:extLst>
                <a:ext uri="{FF2B5EF4-FFF2-40B4-BE49-F238E27FC236}">
                  <a16:creationId xmlns:a16="http://schemas.microsoft.com/office/drawing/2014/main" id="{DD5519D8-8350-36B2-1316-749DE094A5A2}"/>
                </a:ext>
              </a:extLst>
            </p:cNvPr>
            <p:cNvSpPr/>
            <p:nvPr/>
          </p:nvSpPr>
          <p:spPr>
            <a:xfrm>
              <a:off x="2262090" y="3544142"/>
              <a:ext cx="1077331" cy="383228"/>
            </a:xfrm>
            <a:prstGeom prst="roundRect">
              <a:avLst>
                <a:gd name="adj" fmla="val 14292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1</a:t>
              </a:r>
              <a:endParaRPr lang="en-US" altLang="ko-KR" sz="900" dirty="0"/>
            </a:p>
          </p:txBody>
        </p:sp>
        <p:sp>
          <p:nvSpPr>
            <p:cNvPr id="18" name="사각형: 둥근 모서리 114">
              <a:extLst>
                <a:ext uri="{FF2B5EF4-FFF2-40B4-BE49-F238E27FC236}">
                  <a16:creationId xmlns:a16="http://schemas.microsoft.com/office/drawing/2014/main" id="{404BEAD9-ECEA-0563-E388-3DB7426AAA67}"/>
                </a:ext>
              </a:extLst>
            </p:cNvPr>
            <p:cNvSpPr/>
            <p:nvPr/>
          </p:nvSpPr>
          <p:spPr>
            <a:xfrm>
              <a:off x="3522068" y="3544142"/>
              <a:ext cx="1077331" cy="383228"/>
            </a:xfrm>
            <a:prstGeom prst="roundRect">
              <a:avLst>
                <a:gd name="adj" fmla="val 12529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2</a:t>
              </a:r>
              <a:endParaRPr lang="en-US" altLang="ko-KR" sz="900" dirty="0"/>
            </a:p>
          </p:txBody>
        </p:sp>
        <p:sp>
          <p:nvSpPr>
            <p:cNvPr id="19" name="사각형: 둥근 모서리 114">
              <a:extLst>
                <a:ext uri="{FF2B5EF4-FFF2-40B4-BE49-F238E27FC236}">
                  <a16:creationId xmlns:a16="http://schemas.microsoft.com/office/drawing/2014/main" id="{C9D5C866-6698-BBE8-D698-FDCDBDD73BC8}"/>
                </a:ext>
              </a:extLst>
            </p:cNvPr>
            <p:cNvSpPr/>
            <p:nvPr/>
          </p:nvSpPr>
          <p:spPr>
            <a:xfrm>
              <a:off x="4782047" y="3544142"/>
              <a:ext cx="1077331" cy="383228"/>
            </a:xfrm>
            <a:prstGeom prst="roundRect">
              <a:avLst>
                <a:gd name="adj" fmla="val 16055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</a:t>
              </a:r>
            </a:p>
            <a:p>
              <a:pPr algn="ctr"/>
              <a:r>
                <a:rPr lang="en-US" altLang="ko-KR" sz="900"/>
                <a:t>GPU 3</a:t>
              </a:r>
              <a:endParaRPr lang="en-US" altLang="ko-KR" sz="900" dirty="0"/>
            </a:p>
          </p:txBody>
        </p:sp>
        <p:sp>
          <p:nvSpPr>
            <p:cNvPr id="26" name="사각형: 둥근 모서리 114">
              <a:extLst>
                <a:ext uri="{FF2B5EF4-FFF2-40B4-BE49-F238E27FC236}">
                  <a16:creationId xmlns:a16="http://schemas.microsoft.com/office/drawing/2014/main" id="{BB675BE5-DBE8-9C6D-F94A-0BF135A47C15}"/>
                </a:ext>
              </a:extLst>
            </p:cNvPr>
            <p:cNvSpPr/>
            <p:nvPr/>
          </p:nvSpPr>
          <p:spPr>
            <a:xfrm>
              <a:off x="997295" y="3078892"/>
              <a:ext cx="4862083" cy="383228"/>
            </a:xfrm>
            <a:prstGeom prst="roundRect">
              <a:avLst>
                <a:gd name="adj" fmla="val 17067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NVIDIA CUDA Lib/Toolkit</a:t>
              </a:r>
              <a:endParaRPr lang="en-US" altLang="ko-KR" sz="9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9D1550F7-4372-0DDF-285E-FF89B2FB4D9E}"/>
                </a:ext>
              </a:extLst>
            </p:cNvPr>
            <p:cNvSpPr txBox="1"/>
            <p:nvPr/>
          </p:nvSpPr>
          <p:spPr>
            <a:xfrm>
              <a:off x="2730287" y="3023958"/>
              <a:ext cx="13961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R" sz="1000" b="1" i="1"/>
                <a:t>Bind Mount</a:t>
              </a:r>
              <a:endParaRPr kumimoji="1" lang="ko-KR" altLang="en-US" sz="1000" b="1" i="1"/>
            </a:p>
          </p:txBody>
        </p:sp>
      </p:grp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2559147" y="2180084"/>
            <a:ext cx="3106020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2559147" y="2189929"/>
            <a:ext cx="1048839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974593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 flipH="1">
            <a:off x="1321190" y="2650410"/>
            <a:ext cx="26336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 flipH="1">
            <a:off x="2147548" y="2660254"/>
            <a:ext cx="859704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 flipH="1">
            <a:off x="2973905" y="2660254"/>
            <a:ext cx="12348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17">
            <a:extLst>
              <a:ext uri="{FF2B5EF4-FFF2-40B4-BE49-F238E27FC236}">
                <a16:creationId xmlns:a16="http://schemas.microsoft.com/office/drawing/2014/main" id="{30B0B621-54FF-57F3-76CA-048DC3AB4142}"/>
              </a:ext>
            </a:extLst>
          </p:cNvPr>
          <p:cNvSpPr/>
          <p:nvPr/>
        </p:nvSpPr>
        <p:spPr>
          <a:xfrm flipH="1">
            <a:off x="4300998" y="3006129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3C4EF81C-2805-A1F1-4AEB-9E1FA6BAD538}"/>
              </a:ext>
            </a:extLst>
          </p:cNvPr>
          <p:cNvCxnSpPr>
            <a:cxnSpLocks/>
            <a:stCxn id="5" idx="2"/>
            <a:endCxn id="19" idx="0"/>
          </p:cNvCxnSpPr>
          <p:nvPr/>
        </p:nvCxnSpPr>
        <p:spPr>
          <a:xfrm flipH="1">
            <a:off x="3800263" y="2650410"/>
            <a:ext cx="186490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619670" y="3057559"/>
            <a:ext cx="1786232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altLang="ko-KR" sz="1000" b="1" dirty="0">
                <a:solidFill>
                  <a:schemeClr val="tx1"/>
                </a:solidFill>
              </a:rPr>
              <a:t>NVIDIA </a:t>
            </a:r>
            <a:r>
              <a:rPr lang="en-US" altLang="ko-KR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(DaemonSet)</a:t>
            </a:r>
            <a:endParaRPr lang="en-KR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6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6" y="3518844"/>
            <a:ext cx="160102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6" y="3518844"/>
            <a:ext cx="69344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3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619672" y="3057559"/>
            <a:ext cx="1786231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b="1" dirty="0">
                <a:solidFill>
                  <a:schemeClr val="tx1"/>
                </a:solidFill>
              </a:rPr>
              <a:t>NVIDIA </a:t>
            </a:r>
            <a:r>
              <a:rPr lang="en-US" sz="10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512787" y="3518844"/>
            <a:ext cx="250859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512787" y="3518844"/>
            <a:ext cx="160101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2512787" y="3518844"/>
            <a:ext cx="69343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8424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App Pod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7">
            <a:extLst>
              <a:ext uri="{FF2B5EF4-FFF2-40B4-BE49-F238E27FC236}">
                <a16:creationId xmlns:a16="http://schemas.microsoft.com/office/drawing/2014/main" id="{A79145C0-97F5-154E-4F19-7F2BD5F18D9D}"/>
              </a:ext>
            </a:extLst>
          </p:cNvPr>
          <p:cNvSpPr/>
          <p:nvPr/>
        </p:nvSpPr>
        <p:spPr>
          <a:xfrm flipH="1">
            <a:off x="3038666" y="2782380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107D-C5DB-9103-9B3C-5795CFD4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FBE34020-AE33-BC74-4789-CA65583E47D6}"/>
              </a:ext>
            </a:extLst>
          </p:cNvPr>
          <p:cNvSpPr/>
          <p:nvPr/>
        </p:nvSpPr>
        <p:spPr>
          <a:xfrm>
            <a:off x="2195736" y="9155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A968D1F5-8038-DB38-2B9F-7A2AB6C32FA7}"/>
              </a:ext>
            </a:extLst>
          </p:cNvPr>
          <p:cNvSpPr/>
          <p:nvPr/>
        </p:nvSpPr>
        <p:spPr>
          <a:xfrm>
            <a:off x="3411427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0A320415-CB1C-D620-AA35-D49077F996BD}"/>
              </a:ext>
            </a:extLst>
          </p:cNvPr>
          <p:cNvSpPr/>
          <p:nvPr/>
        </p:nvSpPr>
        <p:spPr>
          <a:xfrm>
            <a:off x="4608863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72DB008-1DD0-9E06-B0F9-CA456B62C643}"/>
              </a:ext>
            </a:extLst>
          </p:cNvPr>
          <p:cNvSpPr/>
          <p:nvPr/>
        </p:nvSpPr>
        <p:spPr>
          <a:xfrm>
            <a:off x="5806299" y="9155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2B433939-4102-8288-F686-BE2D19C1DAC7}"/>
              </a:ext>
            </a:extLst>
          </p:cNvPr>
          <p:cNvSpPr/>
          <p:nvPr/>
        </p:nvSpPr>
        <p:spPr>
          <a:xfrm>
            <a:off x="2195736" y="3395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53A2728-A11A-7927-A790-4DBACA04C13E}"/>
              </a:ext>
            </a:extLst>
          </p:cNvPr>
          <p:cNvSpPr/>
          <p:nvPr/>
        </p:nvSpPr>
        <p:spPr>
          <a:xfrm>
            <a:off x="3411427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0041A5C-DEB8-C9D9-5052-8C1023B7BB80}"/>
              </a:ext>
            </a:extLst>
          </p:cNvPr>
          <p:cNvSpPr/>
          <p:nvPr/>
        </p:nvSpPr>
        <p:spPr>
          <a:xfrm>
            <a:off x="4608863" y="3395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36C85B18-415A-CC78-78F0-D3D7C01AB421}"/>
              </a:ext>
            </a:extLst>
          </p:cNvPr>
          <p:cNvSpPr/>
          <p:nvPr/>
        </p:nvSpPr>
        <p:spPr>
          <a:xfrm>
            <a:off x="2195736" y="27157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0C2196E9-9035-A542-4992-CD963FC5EB4D}"/>
              </a:ext>
            </a:extLst>
          </p:cNvPr>
          <p:cNvSpPr/>
          <p:nvPr/>
        </p:nvSpPr>
        <p:spPr>
          <a:xfrm>
            <a:off x="3411427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D912EB86-D830-DA1B-099C-AA3437FFAEBA}"/>
              </a:ext>
            </a:extLst>
          </p:cNvPr>
          <p:cNvSpPr/>
          <p:nvPr/>
        </p:nvSpPr>
        <p:spPr>
          <a:xfrm>
            <a:off x="4608863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381ED12E-5F8D-1EA1-D309-015E9F6EF447}"/>
              </a:ext>
            </a:extLst>
          </p:cNvPr>
          <p:cNvSpPr/>
          <p:nvPr/>
        </p:nvSpPr>
        <p:spPr>
          <a:xfrm>
            <a:off x="5806299" y="27157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AFA72BDC-EA8E-CCED-7869-2093591C3F90}"/>
              </a:ext>
            </a:extLst>
          </p:cNvPr>
          <p:cNvSpPr/>
          <p:nvPr/>
        </p:nvSpPr>
        <p:spPr>
          <a:xfrm>
            <a:off x="2195736" y="21397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674F999E-2763-E6F3-2813-95AE754C82DB}"/>
              </a:ext>
            </a:extLst>
          </p:cNvPr>
          <p:cNvSpPr/>
          <p:nvPr/>
        </p:nvSpPr>
        <p:spPr>
          <a:xfrm>
            <a:off x="3411427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5" name="사각형: 둥근 모서리 114">
            <a:extLst>
              <a:ext uri="{FF2B5EF4-FFF2-40B4-BE49-F238E27FC236}">
                <a16:creationId xmlns:a16="http://schemas.microsoft.com/office/drawing/2014/main" id="{C8F0AD3F-0DAE-1EA2-6CC7-C7580A4B2DB5}"/>
              </a:ext>
            </a:extLst>
          </p:cNvPr>
          <p:cNvSpPr/>
          <p:nvPr/>
        </p:nvSpPr>
        <p:spPr>
          <a:xfrm>
            <a:off x="4608863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C4FDABF-DEC3-17F1-32E3-9BCAD36F0383}"/>
              </a:ext>
            </a:extLst>
          </p:cNvPr>
          <p:cNvSpPr/>
          <p:nvPr/>
        </p:nvSpPr>
        <p:spPr>
          <a:xfrm>
            <a:off x="5806299" y="21397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1F5C6AB5-9DC3-892C-5A0E-CEC379C85AFA}"/>
              </a:ext>
            </a:extLst>
          </p:cNvPr>
          <p:cNvSpPr/>
          <p:nvPr/>
        </p:nvSpPr>
        <p:spPr>
          <a:xfrm>
            <a:off x="2195736" y="16356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30" name="사각형: 둥근 모서리 114">
            <a:extLst>
              <a:ext uri="{FF2B5EF4-FFF2-40B4-BE49-F238E27FC236}">
                <a16:creationId xmlns:a16="http://schemas.microsoft.com/office/drawing/2014/main" id="{1650E660-E9E6-9115-FA3E-91E91A6B9CC1}"/>
              </a:ext>
            </a:extLst>
          </p:cNvPr>
          <p:cNvSpPr/>
          <p:nvPr/>
        </p:nvSpPr>
        <p:spPr>
          <a:xfrm>
            <a:off x="5806299" y="16356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2E3F3140-2A4E-5966-866E-A6C456D24273}"/>
              </a:ext>
            </a:extLst>
          </p:cNvPr>
          <p:cNvSpPr/>
          <p:nvPr/>
        </p:nvSpPr>
        <p:spPr>
          <a:xfrm>
            <a:off x="2195736" y="451596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B5D18771-12DC-E0D6-120F-98F64605BEE0}"/>
              </a:ext>
            </a:extLst>
          </p:cNvPr>
          <p:cNvSpPr/>
          <p:nvPr/>
        </p:nvSpPr>
        <p:spPr>
          <a:xfrm>
            <a:off x="3411427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A15E7C21-D3D9-588F-5480-5CE2E6337D29}"/>
              </a:ext>
            </a:extLst>
          </p:cNvPr>
          <p:cNvSpPr/>
          <p:nvPr/>
        </p:nvSpPr>
        <p:spPr>
          <a:xfrm>
            <a:off x="4608863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54C9F33F-1E24-77AF-4551-1F7350D86C36}"/>
              </a:ext>
            </a:extLst>
          </p:cNvPr>
          <p:cNvSpPr/>
          <p:nvPr/>
        </p:nvSpPr>
        <p:spPr>
          <a:xfrm>
            <a:off x="5806299" y="451596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E1875C8B-CDC2-9E74-12F1-34491763A27D}"/>
              </a:ext>
            </a:extLst>
          </p:cNvPr>
          <p:cNvSpPr/>
          <p:nvPr/>
        </p:nvSpPr>
        <p:spPr>
          <a:xfrm>
            <a:off x="2195736" y="3939902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A</a:t>
            </a:r>
            <a:endParaRPr lang="en-US" altLang="ko-KR" sz="9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DB6F6C4-7331-41B0-C61A-CB4E03F30763}"/>
              </a:ext>
            </a:extLst>
          </p:cNvPr>
          <p:cNvSpPr/>
          <p:nvPr/>
        </p:nvSpPr>
        <p:spPr>
          <a:xfrm>
            <a:off x="3411427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AB99C0CC-B052-CC1C-35AE-8714216CCD13}"/>
              </a:ext>
            </a:extLst>
          </p:cNvPr>
          <p:cNvSpPr/>
          <p:nvPr/>
        </p:nvSpPr>
        <p:spPr>
          <a:xfrm>
            <a:off x="4608863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A</a:t>
            </a:r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3E4E80D5-B249-3CE9-237D-5E1B180495B7}"/>
              </a:ext>
            </a:extLst>
          </p:cNvPr>
          <p:cNvSpPr/>
          <p:nvPr/>
        </p:nvSpPr>
        <p:spPr>
          <a:xfrm>
            <a:off x="5806299" y="3939902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D22C830-E490-F520-2435-67E194B0C31F}"/>
              </a:ext>
            </a:extLst>
          </p:cNvPr>
          <p:cNvSpPr/>
          <p:nvPr/>
        </p:nvSpPr>
        <p:spPr>
          <a:xfrm>
            <a:off x="2195736" y="343584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Container B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BAB0B3E-EBBB-5977-9A92-F1065BCC4053}"/>
              </a:ext>
            </a:extLst>
          </p:cNvPr>
          <p:cNvSpPr/>
          <p:nvPr/>
        </p:nvSpPr>
        <p:spPr>
          <a:xfrm>
            <a:off x="3411427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05D52B2E-F8C9-587F-6A8F-C905B23CEC52}"/>
              </a:ext>
            </a:extLst>
          </p:cNvPr>
          <p:cNvSpPr/>
          <p:nvPr/>
        </p:nvSpPr>
        <p:spPr>
          <a:xfrm>
            <a:off x="4608863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C</a:t>
            </a:r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DA0D11A-F67B-289F-3929-8877F7CA835B}"/>
              </a:ext>
            </a:extLst>
          </p:cNvPr>
          <p:cNvSpPr/>
          <p:nvPr/>
        </p:nvSpPr>
        <p:spPr>
          <a:xfrm>
            <a:off x="5806299" y="343584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Container B</a:t>
            </a:r>
          </a:p>
        </p:txBody>
      </p:sp>
      <p:cxnSp>
        <p:nvCxnSpPr>
          <p:cNvPr id="48" name="직선 연결선[R] 47">
            <a:extLst>
              <a:ext uri="{FF2B5EF4-FFF2-40B4-BE49-F238E27FC236}">
                <a16:creationId xmlns:a16="http://schemas.microsoft.com/office/drawing/2014/main" id="{AF0EF39C-4701-A6CB-1C32-CB812530C26A}"/>
              </a:ext>
            </a:extLst>
          </p:cNvPr>
          <p:cNvCxnSpPr>
            <a:cxnSpLocks/>
          </p:cNvCxnSpPr>
          <p:nvPr/>
        </p:nvCxnSpPr>
        <p:spPr>
          <a:xfrm>
            <a:off x="1811887" y="1467749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[R] 48">
            <a:extLst>
              <a:ext uri="{FF2B5EF4-FFF2-40B4-BE49-F238E27FC236}">
                <a16:creationId xmlns:a16="http://schemas.microsoft.com/office/drawing/2014/main" id="{7D43AD5C-6ACF-B992-F36E-E3836EBAB4E0}"/>
              </a:ext>
            </a:extLst>
          </p:cNvPr>
          <p:cNvCxnSpPr>
            <a:cxnSpLocks/>
          </p:cNvCxnSpPr>
          <p:nvPr/>
        </p:nvCxnSpPr>
        <p:spPr>
          <a:xfrm>
            <a:off x="1811887" y="3258048"/>
            <a:ext cx="5507753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아래쪽 화살표[D] 55">
            <a:extLst>
              <a:ext uri="{FF2B5EF4-FFF2-40B4-BE49-F238E27FC236}">
                <a16:creationId xmlns:a16="http://schemas.microsoft.com/office/drawing/2014/main" id="{9E0B780F-4572-5FC9-2E72-8B66365D04E0}"/>
              </a:ext>
            </a:extLst>
          </p:cNvPr>
          <p:cNvSpPr/>
          <p:nvPr/>
        </p:nvSpPr>
        <p:spPr>
          <a:xfrm>
            <a:off x="4447637" y="1394682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아래쪽 화살표[D] 56">
            <a:extLst>
              <a:ext uri="{FF2B5EF4-FFF2-40B4-BE49-F238E27FC236}">
                <a16:creationId xmlns:a16="http://schemas.microsoft.com/office/drawing/2014/main" id="{EC5A7924-0CC6-2124-B980-21D48C7C4B31}"/>
              </a:ext>
            </a:extLst>
          </p:cNvPr>
          <p:cNvSpPr/>
          <p:nvPr/>
        </p:nvSpPr>
        <p:spPr>
          <a:xfrm>
            <a:off x="4447637" y="3185674"/>
            <a:ext cx="214306" cy="18223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22978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7991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1383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2952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1383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03503" y="2560404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79917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29678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1552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15523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15523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05749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 (DaemonSet)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3384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44690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2926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/run/nvidia</a:t>
            </a:r>
            <a:br>
              <a:rPr lang="en-US" altLang="ko-KR" sz="900"/>
            </a:br>
            <a:r>
              <a:rPr lang="en-US" altLang="ko-KR" sz="900"/>
              <a:t>/mps</a:t>
            </a:r>
            <a:endParaRPr lang="en-US" altLang="ko-KR" sz="900" dirty="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36867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/mps/nvidia.com/gpu.shared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1291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mps-control-daemon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36867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nvidia-cuda-mps-control -d</a:t>
            </a:r>
            <a:endParaRPr lang="en-US" altLang="ko-KR" sz="9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2870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nvidia-cuda-mps-server</a:t>
            </a:r>
            <a:endParaRPr lang="en-US" altLang="ko-KR" sz="9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280488" y="1712247"/>
            <a:ext cx="84714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endCxn id="28" idx="0"/>
          </p:cNvCxnSpPr>
          <p:nvPr/>
        </p:nvCxnSpPr>
        <p:spPr>
          <a:xfrm flipH="1">
            <a:off x="136520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795071" y="2182573"/>
            <a:ext cx="1372860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16793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2740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67720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76775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38125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38125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사각형: 둥근 모서리 114">
            <a:extLst>
              <a:ext uri="{FF2B5EF4-FFF2-40B4-BE49-F238E27FC236}">
                <a16:creationId xmlns:a16="http://schemas.microsoft.com/office/drawing/2014/main" id="{AF43CD39-0E55-586B-7667-80C24BE3A447}"/>
              </a:ext>
            </a:extLst>
          </p:cNvPr>
          <p:cNvSpPr/>
          <p:nvPr/>
        </p:nvSpPr>
        <p:spPr>
          <a:xfrm>
            <a:off x="2577644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89" name="사각형: 둥근 모서리 114">
            <a:extLst>
              <a:ext uri="{FF2B5EF4-FFF2-40B4-BE49-F238E27FC236}">
                <a16:creationId xmlns:a16="http://schemas.microsoft.com/office/drawing/2014/main" id="{2C11317C-862D-4D9C-A010-C4F8A4BED8CD}"/>
              </a:ext>
            </a:extLst>
          </p:cNvPr>
          <p:cNvSpPr/>
          <p:nvPr/>
        </p:nvSpPr>
        <p:spPr>
          <a:xfrm>
            <a:off x="2627405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0" name="사각형: 둥근 모서리 114">
            <a:extLst>
              <a:ext uri="{FF2B5EF4-FFF2-40B4-BE49-F238E27FC236}">
                <a16:creationId xmlns:a16="http://schemas.microsoft.com/office/drawing/2014/main" id="{2A5AB734-DBA3-DFAA-533A-34F9CC5850AC}"/>
              </a:ext>
            </a:extLst>
          </p:cNvPr>
          <p:cNvSpPr/>
          <p:nvPr/>
        </p:nvSpPr>
        <p:spPr>
          <a:xfrm>
            <a:off x="2713251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1" name="사각형: 둥근 모서리 114">
            <a:extLst>
              <a:ext uri="{FF2B5EF4-FFF2-40B4-BE49-F238E27FC236}">
                <a16:creationId xmlns:a16="http://schemas.microsoft.com/office/drawing/2014/main" id="{F97D9350-C577-C570-6723-9BB54ABBAB13}"/>
              </a:ext>
            </a:extLst>
          </p:cNvPr>
          <p:cNvSpPr/>
          <p:nvPr/>
        </p:nvSpPr>
        <p:spPr>
          <a:xfrm>
            <a:off x="2713250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2" name="사각형: 둥근 모서리 114">
            <a:extLst>
              <a:ext uri="{FF2B5EF4-FFF2-40B4-BE49-F238E27FC236}">
                <a16:creationId xmlns:a16="http://schemas.microsoft.com/office/drawing/2014/main" id="{A207F854-372F-0C30-937D-CDD27E622A7E}"/>
              </a:ext>
            </a:extLst>
          </p:cNvPr>
          <p:cNvSpPr/>
          <p:nvPr/>
        </p:nvSpPr>
        <p:spPr>
          <a:xfrm>
            <a:off x="2713250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3" name="사각형: 둥근 모서리 114">
            <a:extLst>
              <a:ext uri="{FF2B5EF4-FFF2-40B4-BE49-F238E27FC236}">
                <a16:creationId xmlns:a16="http://schemas.microsoft.com/office/drawing/2014/main" id="{70CEEA75-A6F0-9296-1774-FD90F1BED56C}"/>
              </a:ext>
            </a:extLst>
          </p:cNvPr>
          <p:cNvSpPr/>
          <p:nvPr/>
        </p:nvSpPr>
        <p:spPr>
          <a:xfrm>
            <a:off x="3742417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sp>
        <p:nvSpPr>
          <p:cNvPr id="194" name="사각형: 둥근 모서리 114">
            <a:extLst>
              <a:ext uri="{FF2B5EF4-FFF2-40B4-BE49-F238E27FC236}">
                <a16:creationId xmlns:a16="http://schemas.microsoft.com/office/drawing/2014/main" id="{3891D269-820B-A52D-1F55-D2B2D12544A2}"/>
              </a:ext>
            </a:extLst>
          </p:cNvPr>
          <p:cNvSpPr/>
          <p:nvPr/>
        </p:nvSpPr>
        <p:spPr>
          <a:xfrm>
            <a:off x="5076056" y="332893"/>
            <a:ext cx="241185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5" name="사각형: 둥근 모서리 114">
            <a:extLst>
              <a:ext uri="{FF2B5EF4-FFF2-40B4-BE49-F238E27FC236}">
                <a16:creationId xmlns:a16="http://schemas.microsoft.com/office/drawing/2014/main" id="{E55EF9DE-BE8E-4FC9-FD1D-2C77736BDAB1}"/>
              </a:ext>
            </a:extLst>
          </p:cNvPr>
          <p:cNvSpPr/>
          <p:nvPr/>
        </p:nvSpPr>
        <p:spPr>
          <a:xfrm>
            <a:off x="5125817" y="610622"/>
            <a:ext cx="2308660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6" name="사각형: 둥근 모서리 114">
            <a:extLst>
              <a:ext uri="{FF2B5EF4-FFF2-40B4-BE49-F238E27FC236}">
                <a16:creationId xmlns:a16="http://schemas.microsoft.com/office/drawing/2014/main" id="{4611A614-6569-29D8-0A34-8F4F120BD670}"/>
              </a:ext>
            </a:extLst>
          </p:cNvPr>
          <p:cNvSpPr/>
          <p:nvPr/>
        </p:nvSpPr>
        <p:spPr>
          <a:xfrm>
            <a:off x="5211663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197" name="사각형: 둥근 모서리 114">
            <a:extLst>
              <a:ext uri="{FF2B5EF4-FFF2-40B4-BE49-F238E27FC236}">
                <a16:creationId xmlns:a16="http://schemas.microsoft.com/office/drawing/2014/main" id="{F5DAE0EE-EB9F-D2A3-93D6-22BAEE7A8D27}"/>
              </a:ext>
            </a:extLst>
          </p:cNvPr>
          <p:cNvSpPr/>
          <p:nvPr/>
        </p:nvSpPr>
        <p:spPr>
          <a:xfrm>
            <a:off x="5211662" y="1329019"/>
            <a:ext cx="2129930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98" name="사각형: 둥근 모서리 114">
            <a:extLst>
              <a:ext uri="{FF2B5EF4-FFF2-40B4-BE49-F238E27FC236}">
                <a16:creationId xmlns:a16="http://schemas.microsoft.com/office/drawing/2014/main" id="{39BA9158-B82C-5320-B10C-DF4548B5D442}"/>
              </a:ext>
            </a:extLst>
          </p:cNvPr>
          <p:cNvSpPr/>
          <p:nvPr/>
        </p:nvSpPr>
        <p:spPr>
          <a:xfrm>
            <a:off x="5211662" y="882313"/>
            <a:ext cx="2129929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99" name="사각형: 둥근 모서리 114">
            <a:extLst>
              <a:ext uri="{FF2B5EF4-FFF2-40B4-BE49-F238E27FC236}">
                <a16:creationId xmlns:a16="http://schemas.microsoft.com/office/drawing/2014/main" id="{A665D701-0908-5C9E-2F48-A045066D0D8B}"/>
              </a:ext>
            </a:extLst>
          </p:cNvPr>
          <p:cNvSpPr/>
          <p:nvPr/>
        </p:nvSpPr>
        <p:spPr>
          <a:xfrm>
            <a:off x="6240829" y="1799345"/>
            <a:ext cx="1100762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/mps/nvidia.com</a:t>
            </a:r>
            <a:br>
              <a:rPr lang="en-US" altLang="ko-KR" sz="900"/>
            </a:br>
            <a:r>
              <a:rPr lang="en-US" altLang="ko-KR" sz="900"/>
              <a:t>/gpu.shared</a:t>
            </a:r>
            <a:endParaRPr lang="en-US" altLang="ko-KR" sz="900" dirty="0"/>
          </a:p>
        </p:txBody>
      </p:sp>
      <p:cxnSp>
        <p:nvCxnSpPr>
          <p:cNvPr id="200" name="직선 연결선 17">
            <a:extLst>
              <a:ext uri="{FF2B5EF4-FFF2-40B4-BE49-F238E27FC236}">
                <a16:creationId xmlns:a16="http://schemas.microsoft.com/office/drawing/2014/main" id="{82FC1480-5555-D475-56BD-106F899EE9A3}"/>
              </a:ext>
            </a:extLst>
          </p:cNvPr>
          <p:cNvCxnSpPr>
            <a:cxnSpLocks/>
            <a:stCxn id="191" idx="2"/>
            <a:endCxn id="28" idx="0"/>
          </p:cNvCxnSpPr>
          <p:nvPr/>
        </p:nvCxnSpPr>
        <p:spPr>
          <a:xfrm flipH="1">
            <a:off x="1365202" y="1712247"/>
            <a:ext cx="241301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직선 연결선 17">
            <a:extLst>
              <a:ext uri="{FF2B5EF4-FFF2-40B4-BE49-F238E27FC236}">
                <a16:creationId xmlns:a16="http://schemas.microsoft.com/office/drawing/2014/main" id="{5EC3D497-1951-C61E-F397-9ACCF47C4394}"/>
              </a:ext>
            </a:extLst>
          </p:cNvPr>
          <p:cNvCxnSpPr>
            <a:cxnSpLocks/>
            <a:stCxn id="193" idx="2"/>
            <a:endCxn id="67" idx="0"/>
          </p:cNvCxnSpPr>
          <p:nvPr/>
        </p:nvCxnSpPr>
        <p:spPr>
          <a:xfrm flipH="1">
            <a:off x="3167931" y="2182573"/>
            <a:ext cx="1124867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17">
            <a:extLst>
              <a:ext uri="{FF2B5EF4-FFF2-40B4-BE49-F238E27FC236}">
                <a16:creationId xmlns:a16="http://schemas.microsoft.com/office/drawing/2014/main" id="{B830C021-788F-3A7B-E685-CFE66874920F}"/>
              </a:ext>
            </a:extLst>
          </p:cNvPr>
          <p:cNvCxnSpPr>
            <a:cxnSpLocks/>
            <a:stCxn id="199" idx="2"/>
          </p:cNvCxnSpPr>
          <p:nvPr/>
        </p:nvCxnSpPr>
        <p:spPr>
          <a:xfrm flipH="1">
            <a:off x="3167931" y="2182573"/>
            <a:ext cx="3623279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연결선 17">
            <a:extLst>
              <a:ext uri="{FF2B5EF4-FFF2-40B4-BE49-F238E27FC236}">
                <a16:creationId xmlns:a16="http://schemas.microsoft.com/office/drawing/2014/main" id="{0E2156C4-3328-D408-4844-F672270F485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764032" y="2182573"/>
            <a:ext cx="2410901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17">
            <a:extLst>
              <a:ext uri="{FF2B5EF4-FFF2-40B4-BE49-F238E27FC236}">
                <a16:creationId xmlns:a16="http://schemas.microsoft.com/office/drawing/2014/main" id="{E7A5008F-BFFA-6AD6-A149-3A203D48CA81}"/>
              </a:ext>
            </a:extLst>
          </p:cNvPr>
          <p:cNvCxnSpPr>
            <a:cxnSpLocks/>
          </p:cNvCxnSpPr>
          <p:nvPr/>
        </p:nvCxnSpPr>
        <p:spPr>
          <a:xfrm flipH="1">
            <a:off x="1970595" y="2182573"/>
            <a:ext cx="3702750" cy="898277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A3DD0418-7D98-0CFA-1D52-45F50AC54F00}"/>
              </a:ext>
            </a:extLst>
          </p:cNvPr>
          <p:cNvSpPr txBox="1"/>
          <p:nvPr/>
        </p:nvSpPr>
        <p:spPr>
          <a:xfrm>
            <a:off x="7272691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4183C2B5-D51E-14F6-72E8-79C71E0B1C44}"/>
              </a:ext>
            </a:extLst>
          </p:cNvPr>
          <p:cNvSpPr txBox="1"/>
          <p:nvPr/>
        </p:nvSpPr>
        <p:spPr>
          <a:xfrm>
            <a:off x="7272691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C3724B-C6B3-2D61-ECC0-EA85D99AFDEA}"/>
              </a:ext>
            </a:extLst>
          </p:cNvPr>
          <p:cNvSpPr txBox="1"/>
          <p:nvPr/>
        </p:nvSpPr>
        <p:spPr>
          <a:xfrm>
            <a:off x="7272691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441C1C31-CA8C-3DA8-477C-EA34A38AA5D3}"/>
              </a:ext>
            </a:extLst>
          </p:cNvPr>
          <p:cNvSpPr/>
          <p:nvPr/>
        </p:nvSpPr>
        <p:spPr>
          <a:xfrm flipH="1">
            <a:off x="1754333" y="3799902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D9CC815F-527C-EE0E-882D-D657105DD1E8}"/>
              </a:ext>
            </a:extLst>
          </p:cNvPr>
          <p:cNvSpPr/>
          <p:nvPr/>
        </p:nvSpPr>
        <p:spPr>
          <a:xfrm flipH="1">
            <a:off x="3951687" y="2693073"/>
            <a:ext cx="2066064" cy="46128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900" b="1" dirty="0">
                <a:solidFill>
                  <a:schemeClr val="tx1"/>
                </a:solidFill>
              </a:rPr>
              <a:t>NVIDIA </a:t>
            </a:r>
            <a:r>
              <a:rPr lang="en-US" sz="900" b="1" dirty="0">
                <a:solidFill>
                  <a:schemeClr val="tx1"/>
                </a:solidFill>
              </a:rPr>
              <a:t>Device Plugin Pod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(DaemonSet)</a:t>
            </a:r>
            <a:endParaRPr lang="en-KR" sz="900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8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/nvidia-caps21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3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18513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4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289704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/nvidia-caps22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624752" y="60026"/>
            <a:ext cx="359070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674513" y="336814"/>
            <a:ext cx="3490939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2760360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/nvidia-caps30</a:t>
            </a:r>
            <a:endParaRPr lang="en-US" altLang="ko-KR" sz="9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2760358" y="1056152"/>
            <a:ext cx="3302478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2760358" y="610481"/>
            <a:ext cx="3302478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2760360" y="1996804"/>
            <a:ext cx="3306578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3880507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/nvidia-caps31</a:t>
            </a:r>
            <a:endParaRPr lang="en-US" altLang="ko-KR" sz="9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4996552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/nvidia-caps32</a:t>
            </a:r>
            <a:endParaRPr lang="en-US" altLang="ko-KR" sz="9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3951687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20290" y="2694812"/>
            <a:ext cx="3860217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32859" y="4343733"/>
            <a:ext cx="274474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37917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/>
              <a:t>4g.20gb  </a:t>
            </a:r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29640" y="2784565"/>
            <a:ext cx="3672147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1519303" y="2733858"/>
            <a:ext cx="9156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39735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4g.20gb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080134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</a:p>
          <a:p>
            <a:pPr algn="ctr"/>
            <a:r>
              <a:rPr lang="en-US" altLang="ko-KR" sz="900" dirty="0"/>
              <a:t>1c.2g.10gb</a:t>
            </a: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2024383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1c.2g.10gb</a:t>
            </a:r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080134" y="3826997"/>
            <a:ext cx="179747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2g.10gb  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2948568" y="4343733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2948568" y="3306888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Compute Instance</a:t>
            </a:r>
            <a:br>
              <a:rPr lang="en-US" altLang="ko-KR" sz="900"/>
            </a:br>
            <a:r>
              <a:rPr lang="en-US" altLang="ko-KR" sz="900"/>
              <a:t>1g.5gb </a:t>
            </a:r>
            <a:endParaRPr lang="en-US" altLang="ko-KR" sz="9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2948567" y="3826997"/>
            <a:ext cx="853220" cy="383228"/>
          </a:xfrm>
          <a:prstGeom prst="roundRect">
            <a:avLst>
              <a:gd name="adj" fmla="val 1429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GPU Instance</a:t>
            </a:r>
          </a:p>
          <a:p>
            <a:pPr algn="ctr"/>
            <a:r>
              <a:rPr lang="en-US" altLang="ko-KR" sz="900"/>
              <a:t>1g.5gb  </a:t>
            </a:r>
            <a:endParaRPr lang="en-US" altLang="ko-KR" sz="900" dirty="0"/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566345" y="4210225"/>
            <a:ext cx="93888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1505232" y="4210225"/>
            <a:ext cx="473637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564528" y="3690116"/>
            <a:ext cx="1817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1506744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1978869" y="3690116"/>
            <a:ext cx="472125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3375177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3375177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114">
            <a:extLst>
              <a:ext uri="{FF2B5EF4-FFF2-40B4-BE49-F238E27FC236}">
                <a16:creationId xmlns:a16="http://schemas.microsoft.com/office/drawing/2014/main" id="{CAF42AFE-6D81-11B2-1326-4BAAD5D26040}"/>
              </a:ext>
            </a:extLst>
          </p:cNvPr>
          <p:cNvSpPr/>
          <p:nvPr/>
        </p:nvSpPr>
        <p:spPr>
          <a:xfrm>
            <a:off x="6314971" y="60026"/>
            <a:ext cx="2492125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7" name="사각형: 둥근 모서리 114">
            <a:extLst>
              <a:ext uri="{FF2B5EF4-FFF2-40B4-BE49-F238E27FC236}">
                <a16:creationId xmlns:a16="http://schemas.microsoft.com/office/drawing/2014/main" id="{8F698185-2627-2867-DF2C-717BB73F4B61}"/>
              </a:ext>
            </a:extLst>
          </p:cNvPr>
          <p:cNvSpPr/>
          <p:nvPr/>
        </p:nvSpPr>
        <p:spPr>
          <a:xfrm>
            <a:off x="6364733" y="336814"/>
            <a:ext cx="2385214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9F65E0BD-04F1-4AC3-D943-DEF7C293E46A}"/>
              </a:ext>
            </a:extLst>
          </p:cNvPr>
          <p:cNvSpPr/>
          <p:nvPr/>
        </p:nvSpPr>
        <p:spPr>
          <a:xfrm>
            <a:off x="645057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/nvidia-caps84</a:t>
            </a:r>
            <a:endParaRPr lang="en-US" altLang="ko-KR" sz="900" dirty="0"/>
          </a:p>
        </p:txBody>
      </p:sp>
      <p:sp>
        <p:nvSpPr>
          <p:cNvPr id="99" name="사각형: 둥근 모서리 114">
            <a:extLst>
              <a:ext uri="{FF2B5EF4-FFF2-40B4-BE49-F238E27FC236}">
                <a16:creationId xmlns:a16="http://schemas.microsoft.com/office/drawing/2014/main" id="{0635ADC0-7F28-5896-230A-C9A1CD04945D}"/>
              </a:ext>
            </a:extLst>
          </p:cNvPr>
          <p:cNvSpPr/>
          <p:nvPr/>
        </p:nvSpPr>
        <p:spPr>
          <a:xfrm>
            <a:off x="6450578" y="1056152"/>
            <a:ext cx="217475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E3EECF0D-B8C6-83D4-9B2B-1411291BF65E}"/>
              </a:ext>
            </a:extLst>
          </p:cNvPr>
          <p:cNvSpPr/>
          <p:nvPr/>
        </p:nvSpPr>
        <p:spPr>
          <a:xfrm>
            <a:off x="6450577" y="610481"/>
            <a:ext cx="217475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  <a:br>
              <a:rPr lang="en-US" altLang="ko-KR" sz="900"/>
            </a:br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51B83E2A-D63D-A64E-975D-34F6AB753267}"/>
              </a:ext>
            </a:extLst>
          </p:cNvPr>
          <p:cNvSpPr/>
          <p:nvPr/>
        </p:nvSpPr>
        <p:spPr>
          <a:xfrm>
            <a:off x="6450579" y="1996804"/>
            <a:ext cx="2186432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102" name="사각형: 둥근 모서리 114">
            <a:extLst>
              <a:ext uri="{FF2B5EF4-FFF2-40B4-BE49-F238E27FC236}">
                <a16:creationId xmlns:a16="http://schemas.microsoft.com/office/drawing/2014/main" id="{7E9F3259-0B3A-08CA-3861-3F84FAA9BBC0}"/>
              </a:ext>
            </a:extLst>
          </p:cNvPr>
          <p:cNvSpPr/>
          <p:nvPr/>
        </p:nvSpPr>
        <p:spPr>
          <a:xfrm>
            <a:off x="7560769" y="1526478"/>
            <a:ext cx="1066284" cy="383228"/>
          </a:xfrm>
          <a:prstGeom prst="roundRect">
            <a:avLst>
              <a:gd name="adj" fmla="val 724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/dev/nvidia-caps</a:t>
            </a:r>
            <a:br>
              <a:rPr lang="en-US" altLang="ko-KR" sz="900"/>
            </a:br>
            <a:r>
              <a:rPr lang="en-US" altLang="ko-KR" sz="900"/>
              <a:t>/nvidia-caps85</a:t>
            </a:r>
            <a:endParaRPr lang="en-US" altLang="ko-KR" sz="9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A1EAEC4-2096-6996-39AA-D0F068BB55AD}"/>
              </a:ext>
            </a:extLst>
          </p:cNvPr>
          <p:cNvSpPr txBox="1"/>
          <p:nvPr/>
        </p:nvSpPr>
        <p:spPr>
          <a:xfrm>
            <a:off x="5568412" y="3389521"/>
            <a:ext cx="1618118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07" name="직선 연결선 17">
            <a:extLst>
              <a:ext uri="{FF2B5EF4-FFF2-40B4-BE49-F238E27FC236}">
                <a16:creationId xmlns:a16="http://schemas.microsoft.com/office/drawing/2014/main" id="{4BEEEFC9-8ED5-45DE-4A0B-B078EF3DFA3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266891" y="1439380"/>
            <a:ext cx="69882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7">
            <a:extLst>
              <a:ext uri="{FF2B5EF4-FFF2-40B4-BE49-F238E27FC236}">
                <a16:creationId xmlns:a16="http://schemas.microsoft.com/office/drawing/2014/main" id="{675AA3C7-F90E-C72C-4BC5-D56FA5A5B6AD}"/>
              </a:ext>
            </a:extLst>
          </p:cNvPr>
          <p:cNvCxnSpPr>
            <a:cxnSpLocks/>
            <a:stCxn id="40" idx="2"/>
            <a:endCxn id="26" idx="0"/>
          </p:cNvCxnSpPr>
          <p:nvPr/>
        </p:nvCxnSpPr>
        <p:spPr>
          <a:xfrm flipH="1">
            <a:off x="1965714" y="1439380"/>
            <a:ext cx="2445883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7">
            <a:extLst>
              <a:ext uri="{FF2B5EF4-FFF2-40B4-BE49-F238E27FC236}">
                <a16:creationId xmlns:a16="http://schemas.microsoft.com/office/drawing/2014/main" id="{675421FB-B94D-C078-1151-95907404F92A}"/>
              </a:ext>
            </a:extLst>
          </p:cNvPr>
          <p:cNvCxnSpPr>
            <a:cxnSpLocks/>
            <a:stCxn id="99" idx="2"/>
            <a:endCxn id="26" idx="0"/>
          </p:cNvCxnSpPr>
          <p:nvPr/>
        </p:nvCxnSpPr>
        <p:spPr>
          <a:xfrm flipH="1">
            <a:off x="1965714" y="1439380"/>
            <a:ext cx="5572242" cy="1345185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7">
            <a:extLst>
              <a:ext uri="{FF2B5EF4-FFF2-40B4-BE49-F238E27FC236}">
                <a16:creationId xmlns:a16="http://schemas.microsoft.com/office/drawing/2014/main" id="{CB7FBDE3-E718-0577-A9D0-7BE41064A37C}"/>
              </a:ext>
            </a:extLst>
          </p:cNvPr>
          <p:cNvCxnSpPr>
            <a:cxnSpLocks/>
            <a:stCxn id="24" idx="2"/>
            <a:endCxn id="12" idx="0"/>
          </p:cNvCxnSpPr>
          <p:nvPr/>
        </p:nvCxnSpPr>
        <p:spPr>
          <a:xfrm>
            <a:off x="1272730" y="2380032"/>
            <a:ext cx="232502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7">
            <a:extLst>
              <a:ext uri="{FF2B5EF4-FFF2-40B4-BE49-F238E27FC236}">
                <a16:creationId xmlns:a16="http://schemas.microsoft.com/office/drawing/2014/main" id="{22F6FE0C-F4F8-FB2C-4BCF-72F215F83E56}"/>
              </a:ext>
            </a:extLst>
          </p:cNvPr>
          <p:cNvCxnSpPr>
            <a:cxnSpLocks/>
            <a:stCxn id="42" idx="2"/>
            <a:endCxn id="12" idx="0"/>
          </p:cNvCxnSpPr>
          <p:nvPr/>
        </p:nvCxnSpPr>
        <p:spPr>
          <a:xfrm flipH="1">
            <a:off x="1505232" y="2380032"/>
            <a:ext cx="29084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7">
            <a:extLst>
              <a:ext uri="{FF2B5EF4-FFF2-40B4-BE49-F238E27FC236}">
                <a16:creationId xmlns:a16="http://schemas.microsoft.com/office/drawing/2014/main" id="{34B1B4B6-38CC-DF3F-12BF-8BF107BB8DCF}"/>
              </a:ext>
            </a:extLst>
          </p:cNvPr>
          <p:cNvCxnSpPr>
            <a:cxnSpLocks/>
            <a:stCxn id="101" idx="2"/>
            <a:endCxn id="18" idx="0"/>
          </p:cNvCxnSpPr>
          <p:nvPr/>
        </p:nvCxnSpPr>
        <p:spPr>
          <a:xfrm flipH="1">
            <a:off x="3375178" y="2380032"/>
            <a:ext cx="4168617" cy="1963701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7">
            <a:extLst>
              <a:ext uri="{FF2B5EF4-FFF2-40B4-BE49-F238E27FC236}">
                <a16:creationId xmlns:a16="http://schemas.microsoft.com/office/drawing/2014/main" id="{2B1F95D0-489E-D999-7680-E11B71BD8965}"/>
              </a:ext>
            </a:extLst>
          </p:cNvPr>
          <p:cNvCxnSpPr>
            <a:cxnSpLocks/>
            <a:stCxn id="74" idx="2"/>
            <a:endCxn id="11" idx="0"/>
          </p:cNvCxnSpPr>
          <p:nvPr/>
        </p:nvCxnSpPr>
        <p:spPr>
          <a:xfrm flipH="1">
            <a:off x="566345" y="1909706"/>
            <a:ext cx="146311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연결선 17">
            <a:extLst>
              <a:ext uri="{FF2B5EF4-FFF2-40B4-BE49-F238E27FC236}">
                <a16:creationId xmlns:a16="http://schemas.microsoft.com/office/drawing/2014/main" id="{23F7B28B-3DB5-AAF9-D16C-5744868FF662}"/>
              </a:ext>
            </a:extLst>
          </p:cNvPr>
          <p:cNvCxnSpPr>
            <a:cxnSpLocks/>
            <a:stCxn id="33" idx="2"/>
            <a:endCxn id="13" idx="0"/>
          </p:cNvCxnSpPr>
          <p:nvPr/>
        </p:nvCxnSpPr>
        <p:spPr>
          <a:xfrm flipH="1">
            <a:off x="564527" y="1909706"/>
            <a:ext cx="1258319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7">
            <a:extLst>
              <a:ext uri="{FF2B5EF4-FFF2-40B4-BE49-F238E27FC236}">
                <a16:creationId xmlns:a16="http://schemas.microsoft.com/office/drawing/2014/main" id="{4CC9B48A-3F99-0ACB-DA8B-EA6A4AB0F212}"/>
              </a:ext>
            </a:extLst>
          </p:cNvPr>
          <p:cNvCxnSpPr>
            <a:cxnSpLocks/>
            <a:stCxn id="39" idx="2"/>
            <a:endCxn id="16" idx="0"/>
          </p:cNvCxnSpPr>
          <p:nvPr/>
        </p:nvCxnSpPr>
        <p:spPr>
          <a:xfrm flipH="1">
            <a:off x="1978869" y="1909706"/>
            <a:ext cx="1314633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F5E3A352-920E-8E55-580A-30EA21403AC8}"/>
              </a:ext>
            </a:extLst>
          </p:cNvPr>
          <p:cNvCxnSpPr>
            <a:cxnSpLocks/>
            <a:stCxn id="98" idx="2"/>
            <a:endCxn id="20" idx="0"/>
          </p:cNvCxnSpPr>
          <p:nvPr/>
        </p:nvCxnSpPr>
        <p:spPr>
          <a:xfrm flipH="1">
            <a:off x="3375177" y="1909706"/>
            <a:ext cx="3608544" cy="1917291"/>
          </a:xfrm>
          <a:prstGeom prst="line">
            <a:avLst/>
          </a:prstGeom>
          <a:ln w="12700">
            <a:solidFill>
              <a:schemeClr val="tx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직선 연결선 17">
            <a:extLst>
              <a:ext uri="{FF2B5EF4-FFF2-40B4-BE49-F238E27FC236}">
                <a16:creationId xmlns:a16="http://schemas.microsoft.com/office/drawing/2014/main" id="{F93B3923-4E0E-5AC6-4B24-D8522EBD3BD0}"/>
              </a:ext>
            </a:extLst>
          </p:cNvPr>
          <p:cNvCxnSpPr>
            <a:cxnSpLocks/>
            <a:stCxn id="43" idx="2"/>
          </p:cNvCxnSpPr>
          <p:nvPr/>
        </p:nvCxnSpPr>
        <p:spPr>
          <a:xfrm flipH="1">
            <a:off x="1505232" y="1909706"/>
            <a:ext cx="2908417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7">
            <a:extLst>
              <a:ext uri="{FF2B5EF4-FFF2-40B4-BE49-F238E27FC236}">
                <a16:creationId xmlns:a16="http://schemas.microsoft.com/office/drawing/2014/main" id="{35DD2D09-A247-1B17-8C4E-72F2D1D77C1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2450993" y="1909706"/>
            <a:ext cx="3078701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직선 연결선 17">
            <a:extLst>
              <a:ext uri="{FF2B5EF4-FFF2-40B4-BE49-F238E27FC236}">
                <a16:creationId xmlns:a16="http://schemas.microsoft.com/office/drawing/2014/main" id="{5E8578DB-D57F-F2C4-84FB-F2B8B3618613}"/>
              </a:ext>
            </a:extLst>
          </p:cNvPr>
          <p:cNvCxnSpPr>
            <a:cxnSpLocks/>
            <a:stCxn id="102" idx="2"/>
            <a:endCxn id="19" idx="0"/>
          </p:cNvCxnSpPr>
          <p:nvPr/>
        </p:nvCxnSpPr>
        <p:spPr>
          <a:xfrm flipH="1">
            <a:off x="3375178" y="1909706"/>
            <a:ext cx="4718733" cy="1397182"/>
          </a:xfrm>
          <a:prstGeom prst="line">
            <a:avLst/>
          </a:prstGeom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83035-F4F8-430C-11F6-1C1D3DC1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BC0CA0E-E1A6-E46C-8CEA-7B0413406445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844E6D60-39D2-FAD0-A545-A1E6EF5A5327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F03375D-5CC8-9FA4-F900-6D7D7F90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B1F3BAC6-7EE6-F106-9ACD-B15996E2562F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2568EDC-CDE4-9D59-124B-BE04BF69EA8B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/dev/nvidia1</a:t>
            </a:r>
            <a:endParaRPr lang="en-US" altLang="ko-KR" sz="9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1BB97E77-6BE8-FD15-7523-813F99BDAB40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/dev/nvidia2</a:t>
            </a:r>
            <a:endParaRPr lang="en-US" altLang="ko-KR" sz="9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CED71234-BD4D-81AF-AA02-6F7BC980AC52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46A5A02-44B0-1AD9-F281-E09B28CA9450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DE6BC78-64EB-22B1-17E0-5C635F39F5B5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/dev/nvidia0</a:t>
            </a:r>
            <a:endParaRPr lang="en-US" altLang="ko-KR" sz="9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7C84C3FF-92C8-A4DE-463F-284F1ED056DA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A8B22632-77D0-7228-C472-5E12C25C3942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DE52A461-26C7-C784-7AF5-E923F5A88FE1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833BD88-7A76-A7C0-7505-109390921473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73635CB4-3B1E-7FBA-5919-5F08ABA7CE26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/dev/nvidia3</a:t>
            </a:r>
            <a:endParaRPr lang="en-US" altLang="ko-KR" sz="9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CA19FB7F-D092-91AE-15D6-59436B53AA0D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17C27B79-C217-806E-D199-1D91FC493896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EDE7A4D-2EE9-8C2C-C2E9-BC88ABB9C2D0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6A7FB9C0-DF97-94C8-A3A0-D91DD5BEEEB7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0</a:t>
            </a:r>
            <a:endParaRPr lang="en-US" altLang="ko-KR" sz="9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37B741F2-B496-AFC7-EFE5-EDD6495B14AB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1</a:t>
            </a:r>
            <a:endParaRPr lang="en-US" altLang="ko-KR" sz="9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AD168DAA-E38B-40CF-0D65-CA499B1F2926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2</a:t>
            </a:r>
            <a:endParaRPr lang="en-US" altLang="ko-KR" sz="9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70882C88-3E1F-AE1B-85EC-3B436F5FA12D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</a:t>
            </a:r>
          </a:p>
          <a:p>
            <a:pPr algn="ctr"/>
            <a:r>
              <a:rPr lang="en-US" altLang="ko-KR" sz="900"/>
              <a:t>GPU 3</a:t>
            </a:r>
            <a:endParaRPr lang="en-US" altLang="ko-KR" sz="9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C3C17EBB-A5EE-849C-0987-9AD0E7FEF413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AF72278-DFAE-6241-3137-0F15372D8E51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902E648-5E7B-A6DD-E6BA-9278DB5A95FE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6591C010-7620-1304-3B6A-7D3C1B8B27F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936B8BD-46FC-C794-F6C7-338193F6D2D5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D5A720-5416-D456-0539-97460321FAB4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D4AA98-4DEB-E8FC-57CC-87D37FDFCD61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781A32A1-AA73-8D8B-0BAC-D0E7A05926CB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BB9AC36B-64F2-1F83-9682-930BCCDE3D2B}"/>
              </a:ext>
            </a:extLst>
          </p:cNvPr>
          <p:cNvCxnSpPr>
            <a:cxnSpLocks/>
            <a:stCxn id="48" idx="2"/>
            <a:endCxn id="13" idx="0"/>
          </p:cNvCxnSpPr>
          <p:nvPr/>
        </p:nvCxnSpPr>
        <p:spPr>
          <a:xfrm>
            <a:off x="3007252" y="2660254"/>
            <a:ext cx="1237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F759C52-B321-1C35-D771-A8B1100829FD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85E03CE4-DB2E-2F95-02D1-36AAF202AED1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896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57446</TotalTime>
  <Words>4426</Words>
  <Application>Microsoft Macintosh PowerPoint</Application>
  <PresentationFormat>화면 슬라이드 쇼(16:9)</PresentationFormat>
  <Paragraphs>1155</Paragraphs>
  <Slides>24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6496</cp:revision>
  <dcterms:created xsi:type="dcterms:W3CDTF">2006-10-05T04:04:58Z</dcterms:created>
  <dcterms:modified xsi:type="dcterms:W3CDTF">2026-03-11T14:35:55Z</dcterms:modified>
</cp:coreProperties>
</file>
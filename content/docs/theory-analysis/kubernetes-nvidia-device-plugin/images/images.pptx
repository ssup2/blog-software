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39" r:id="rId2"/>
    <p:sldId id="431" r:id="rId3"/>
    <p:sldId id="441" r:id="rId4"/>
    <p:sldId id="443" r:id="rId5"/>
    <p:sldId id="434" r:id="rId6"/>
    <p:sldId id="440" r:id="rId7"/>
    <p:sldId id="438" r:id="rId8"/>
    <p:sldId id="442" r:id="rId9"/>
    <p:sldId id="435" r:id="rId10"/>
    <p:sldId id="436" r:id="rId11"/>
    <p:sldId id="422" r:id="rId1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50" autoAdjust="0"/>
    <p:restoredTop sz="87440" autoAdjust="0"/>
  </p:normalViewPr>
  <p:slideViewPr>
    <p:cSldViewPr>
      <p:cViewPr>
        <p:scale>
          <a:sx n="200" d="100"/>
          <a:sy n="200" d="100"/>
        </p:scale>
        <p:origin x="1424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2B3D6-C372-0142-2415-8AB0F04F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6A79A2-44B1-5D85-5FCE-27C7134E7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F9D84C-038C-AEDE-BD27-9C207612F4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A9116C-C360-A5CA-462B-18CE6A7EB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82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3BF13E18-E374-583B-B7A1-2B776E5E5910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0532E866-E194-CE83-0232-56FE5418AD19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AA0BF814-B044-CCC6-6567-AF7B12C2B826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A111FF53-423C-A94A-93F9-6522D7543965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0420B5BE-E89C-CE96-6DA8-E9A4007C2181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E49D417-1F0B-706A-3ED1-8BF5388D1FD7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0E55CEFA-8CCC-E712-F3F7-0CD4ED2C6D50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67DDC718-842A-9316-D673-AD099097BA97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40D57D5B-8F45-B4EB-D8F3-3B275071FDB8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A20B2EB8-D841-2591-E210-CCC5CE9DA94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A8F3B6-7F7E-331C-24EF-44B020C5D07A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38134-E406-A567-E674-2848399F7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FCD3294B-B4D1-2DA3-B369-A4761CE5C6C9}"/>
              </a:ext>
            </a:extLst>
          </p:cNvPr>
          <p:cNvSpPr/>
          <p:nvPr/>
        </p:nvSpPr>
        <p:spPr>
          <a:xfrm>
            <a:off x="2314776" y="206729"/>
            <a:ext cx="260012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DCE85A01-6E17-2A24-F774-1229D3C9AF4C}"/>
              </a:ext>
            </a:extLst>
          </p:cNvPr>
          <p:cNvSpPr/>
          <p:nvPr/>
        </p:nvSpPr>
        <p:spPr>
          <a:xfrm>
            <a:off x="899592" y="206729"/>
            <a:ext cx="1373708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D70E56F-2DEA-8218-4191-8ECBBFA8B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9CDB4F25-27DC-3AAC-48CC-4CA16DABBE09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D9F5E8A7-939C-C03F-3B86-2FE635088F14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49506A0-FA43-F32C-271E-EF9F4C614DBE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3172757A-7321-06BB-B559-A8877D3D630D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DC0D43-9543-65B5-E44E-B41CCF17F0EB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A3F8ABC0-16B3-220F-0214-42B33C51E581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961B9215-77FF-E4FB-F572-F6F018574A8B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F55FA972-9B19-12CD-1F10-66668B78E52B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FAD67F53-C83E-7900-42B3-34DE69B56C0B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5A56A658-8383-8704-FB8F-2720F060F077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1FBDA49-D8C7-0E1A-6A5C-7FE26628ED51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4BC69A82-2B00-F482-6058-DE47F241D059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1262E5A-0FFD-5596-2F87-D597FC366CD6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8C7CCC1-B001-4838-88CD-BA1DFA57B91D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891637D7-B438-4DE3-1B01-D1A1D122E557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1EA55093-FC5D-3D03-B143-A9ABBEA2FCF5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46E42535-FDA5-050D-242B-CFCBF66CDE54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2EB5E65-6403-0C6E-65FA-31898B8CE69E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42DB8FC-46FF-8EA4-05D4-E94882804DD0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7E7AAEF7-594E-6DBC-EE7E-C6582608F364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3E9D1CF0-B755-70B7-FD3F-080C3E9A91B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30" name="사각형: 둥근 모서리 114">
            <a:extLst>
              <a:ext uri="{FF2B5EF4-FFF2-40B4-BE49-F238E27FC236}">
                <a16:creationId xmlns:a16="http://schemas.microsoft.com/office/drawing/2014/main" id="{0B4A498C-1798-041C-1394-712AEB512AC4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EFB47FA2-2D73-823C-A562-231238381D47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76CFCD15-24EF-7548-B404-9A53ED66F270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BC3FE4D3-C72A-1000-8301-C7B8FB3E3A5E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000AD8B-F5C1-BF88-3A91-63FCBF934725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627AE33A-F183-41B4-E88E-CCDA13D826AC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</p:spTree>
    <p:extLst>
      <p:ext uri="{BB962C8B-B14F-4D97-AF65-F5344CB8AC3E}">
        <p14:creationId xmlns:p14="http://schemas.microsoft.com/office/powerpoint/2010/main" val="1378119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56193</TotalTime>
  <Words>1466</Words>
  <Application>Microsoft Macintosh PowerPoint</Application>
  <PresentationFormat>화면 슬라이드 쇼(16:9)</PresentationFormat>
  <Paragraphs>403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6320</cp:revision>
  <dcterms:created xsi:type="dcterms:W3CDTF">2006-10-05T04:04:58Z</dcterms:created>
  <dcterms:modified xsi:type="dcterms:W3CDTF">2026-03-07T16:05:14Z</dcterms:modified>
</cp:coreProperties>
</file>
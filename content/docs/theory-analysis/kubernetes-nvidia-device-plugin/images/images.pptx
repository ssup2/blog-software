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446" r:id="rId2"/>
    <p:sldId id="431" r:id="rId3"/>
    <p:sldId id="441" r:id="rId4"/>
    <p:sldId id="447" r:id="rId5"/>
    <p:sldId id="449" r:id="rId6"/>
    <p:sldId id="450" r:id="rId7"/>
    <p:sldId id="434" r:id="rId8"/>
    <p:sldId id="451" r:id="rId9"/>
    <p:sldId id="452" r:id="rId10"/>
    <p:sldId id="453" r:id="rId11"/>
    <p:sldId id="454" r:id="rId12"/>
    <p:sldId id="455" r:id="rId13"/>
    <p:sldId id="456" r:id="rId14"/>
    <p:sldId id="444" r:id="rId15"/>
    <p:sldId id="439" r:id="rId16"/>
    <p:sldId id="445" r:id="rId17"/>
    <p:sldId id="440" r:id="rId18"/>
    <p:sldId id="438" r:id="rId19"/>
    <p:sldId id="442" r:id="rId20"/>
    <p:sldId id="435" r:id="rId21"/>
    <p:sldId id="436" r:id="rId22"/>
    <p:sldId id="422" r:id="rId2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6" autoAdjust="0"/>
    <p:restoredTop sz="87440" autoAdjust="0"/>
  </p:normalViewPr>
  <p:slideViewPr>
    <p:cSldViewPr>
      <p:cViewPr>
        <p:scale>
          <a:sx n="202" d="100"/>
          <a:sy n="202" d="100"/>
        </p:scale>
        <p:origin x="176" y="1104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CE74B-9890-775F-94CE-00C5C8F47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767A88-D5C3-C719-0CBB-D99E577E1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8DF26E-0B65-6593-A23B-D766DE9A0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CF2583-FB79-043A-0679-51E43BF04D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11477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0C85-0C63-6A18-36A4-52FD61BCD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DAD6EE-D317-6C36-1737-491EF5AAF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53CBE6-E3B9-9056-42E3-5A485BC6A9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216978-7DD5-028D-14AE-0564637047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3416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52D6D-69EF-4F26-6BB6-C4D931EC5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05C230-9A90-AB6E-07E2-9DE2E2A70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318BD0-4BD0-BEB2-62B7-5865ABF087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C59F88-4D83-AD78-B0F7-71B3B4B1CD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062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F0BB-4789-9583-D82C-C1ECF31FC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84DFB5-0FB0-A3F1-2DC9-47E88D318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3F9F5F-CB20-6025-2B5A-B14981C505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B55DBB-94C6-008D-D5BB-61632D6CA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58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D507E-F1D8-E498-070D-5EF5DE645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894FD-74CB-ABC1-68B9-6228DA6EE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AB0614-C0AC-EDC0-ECB8-E70E7707E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DEEF62-1E9A-F618-A477-A32BD430D2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939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DB570-0CAA-5CDC-A2CB-31465FFE3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920414-0488-BEA2-EFDE-FC66CB0A6E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F00263-1C0C-694F-3C31-BAC8ECE6F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C7F48F-4A3E-E02F-3086-9ADE94220D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3883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4A66E-169F-E873-FDBF-F048D384F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32A1C8-7789-02B8-D1B2-FE1C75A4C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319D5B-0C6B-2C91-0C5B-79F40E38EE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CFE98D-5771-2EB5-99D1-0F63D5029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85144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F8F0E-3CCF-20B6-54DC-15F5AD0CE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A106F1-64D6-4171-B547-4BEE7BBC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C75CA7-AA28-3A8B-2A63-AA5BFCBF8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499BBB-5939-CCB4-9B02-7ED7FF98D3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99096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6E25E-7BD2-ACD6-5AB0-AC486AE4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35C8DC-C250-78E5-7D2A-6908AD64C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9D31D9-5998-B5C1-9246-B620DE3B8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5E25C1-5AA0-1ED2-BC15-86A1A72ED7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9954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08CB7-7340-B840-D8CB-F3FBC9133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D36DE7-B453-0C24-6CCC-72A5BB23E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F70D5C-66A6-DC12-2B2B-0E6174679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C3D25D-B85B-645C-DE6D-D585D8FE0F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15993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49794-A6C6-98AC-C41F-BFB42C384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5A7F9-9BC0-0DAB-E35A-CBDB2596C5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CF6DC8-1865-0662-7A1C-21F3FDD85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73D9D6-E96D-F05E-BE90-570EB61739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0495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3CC7A-B1ED-4A83-8124-AD0236B7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A1D99E2D-D825-1D83-632D-CDA2B6204CA7}"/>
              </a:ext>
            </a:extLst>
          </p:cNvPr>
          <p:cNvSpPr/>
          <p:nvPr/>
        </p:nvSpPr>
        <p:spPr>
          <a:xfrm>
            <a:off x="4981274" y="796958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CE9EAD89-7B67-9A81-1369-0ADAC44A19C5}"/>
              </a:ext>
            </a:extLst>
          </p:cNvPr>
          <p:cNvSpPr/>
          <p:nvPr/>
        </p:nvSpPr>
        <p:spPr>
          <a:xfrm>
            <a:off x="899592" y="800730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8340282-E1AD-9049-D988-D71092760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AF2F1BAB-5252-697F-07F2-BE648D66DFD8}"/>
              </a:ext>
            </a:extLst>
          </p:cNvPr>
          <p:cNvSpPr/>
          <p:nvPr/>
        </p:nvSpPr>
        <p:spPr>
          <a:xfrm>
            <a:off x="2369518" y="1082999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9896A-4AEF-62B3-5D7E-4C627BA63DB0}"/>
              </a:ext>
            </a:extLst>
          </p:cNvPr>
          <p:cNvSpPr/>
          <p:nvPr/>
        </p:nvSpPr>
        <p:spPr>
          <a:xfrm>
            <a:off x="2457252" y="227702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CC530F5-67BC-E7FD-0F82-8AB1444F722C}"/>
              </a:ext>
            </a:extLst>
          </p:cNvPr>
          <p:cNvSpPr/>
          <p:nvPr/>
        </p:nvSpPr>
        <p:spPr>
          <a:xfrm>
            <a:off x="3658852" y="227702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F9BF4FD5-A5E6-FBC0-B39D-59867CA9A8D4}"/>
              </a:ext>
            </a:extLst>
          </p:cNvPr>
          <p:cNvSpPr/>
          <p:nvPr/>
        </p:nvSpPr>
        <p:spPr>
          <a:xfrm>
            <a:off x="2457252" y="1806701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840AF672-1201-6484-FE7C-DEAA62DA48E1}"/>
              </a:ext>
            </a:extLst>
          </p:cNvPr>
          <p:cNvSpPr/>
          <p:nvPr/>
        </p:nvSpPr>
        <p:spPr>
          <a:xfrm>
            <a:off x="949353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04E2DAFD-A1E9-0FDD-583C-2C484C7B5937}"/>
              </a:ext>
            </a:extLst>
          </p:cNvPr>
          <p:cNvSpPr/>
          <p:nvPr/>
        </p:nvSpPr>
        <p:spPr>
          <a:xfrm>
            <a:off x="1035199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D5C85783-4ECD-7D0C-59F7-FB6D6EECE416}"/>
              </a:ext>
            </a:extLst>
          </p:cNvPr>
          <p:cNvSpPr/>
          <p:nvPr/>
        </p:nvSpPr>
        <p:spPr>
          <a:xfrm>
            <a:off x="1035198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75A1F31-4C4E-7924-F26E-EAD757D22ABF}"/>
              </a:ext>
            </a:extLst>
          </p:cNvPr>
          <p:cNvSpPr/>
          <p:nvPr/>
        </p:nvSpPr>
        <p:spPr>
          <a:xfrm>
            <a:off x="2457252" y="1355550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695C1BB4-A5CE-716D-FFE4-5BE9F60DAB3E}"/>
              </a:ext>
            </a:extLst>
          </p:cNvPr>
          <p:cNvSpPr/>
          <p:nvPr/>
        </p:nvSpPr>
        <p:spPr>
          <a:xfrm>
            <a:off x="1035198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E5BA00-9737-9709-790A-AD8A181FF779}"/>
              </a:ext>
            </a:extLst>
          </p:cNvPr>
          <p:cNvSpPr/>
          <p:nvPr/>
        </p:nvSpPr>
        <p:spPr>
          <a:xfrm>
            <a:off x="5029966" y="1077519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9E8D85B0-A013-ED78-4225-3046FE75504E}"/>
              </a:ext>
            </a:extLst>
          </p:cNvPr>
          <p:cNvSpPr/>
          <p:nvPr/>
        </p:nvSpPr>
        <p:spPr>
          <a:xfrm>
            <a:off x="5115812" y="2267182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155867F-CFFA-23F8-756E-D1E65E845EC3}"/>
              </a:ext>
            </a:extLst>
          </p:cNvPr>
          <p:cNvSpPr/>
          <p:nvPr/>
        </p:nvSpPr>
        <p:spPr>
          <a:xfrm>
            <a:off x="5115811" y="1796856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5BB235DA-57EE-016A-A747-A680AB4C4261}"/>
              </a:ext>
            </a:extLst>
          </p:cNvPr>
          <p:cNvSpPr/>
          <p:nvPr/>
        </p:nvSpPr>
        <p:spPr>
          <a:xfrm>
            <a:off x="5115811" y="1351185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2340383E-6533-BA55-31E0-A30F863C2ADF}"/>
              </a:ext>
            </a:extLst>
          </p:cNvPr>
          <p:cNvSpPr/>
          <p:nvPr/>
        </p:nvSpPr>
        <p:spPr>
          <a:xfrm>
            <a:off x="1110454" y="3003798"/>
            <a:ext cx="5045722" cy="117765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EF5218CA-055F-82B1-A06F-4C34D1428BF2}"/>
              </a:ext>
            </a:extLst>
          </p:cNvPr>
          <p:cNvSpPr/>
          <p:nvPr/>
        </p:nvSpPr>
        <p:spPr>
          <a:xfrm>
            <a:off x="1209844" y="3544142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DD5519D8-8350-36B2-1316-749DE094A5A2}"/>
              </a:ext>
            </a:extLst>
          </p:cNvPr>
          <p:cNvSpPr/>
          <p:nvPr/>
        </p:nvSpPr>
        <p:spPr>
          <a:xfrm>
            <a:off x="2469823" y="3544142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404BEAD9-ECEA-0563-E388-3DB7426AAA67}"/>
              </a:ext>
            </a:extLst>
          </p:cNvPr>
          <p:cNvSpPr/>
          <p:nvPr/>
        </p:nvSpPr>
        <p:spPr>
          <a:xfrm>
            <a:off x="3729801" y="3544142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C9D5C866-6698-BBE8-D698-FDCDBDD73BC8}"/>
              </a:ext>
            </a:extLst>
          </p:cNvPr>
          <p:cNvSpPr/>
          <p:nvPr/>
        </p:nvSpPr>
        <p:spPr>
          <a:xfrm>
            <a:off x="4989780" y="3544142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B675BE5-DBE8-9C6D-F94A-0BF135A47C15}"/>
              </a:ext>
            </a:extLst>
          </p:cNvPr>
          <p:cNvSpPr/>
          <p:nvPr/>
        </p:nvSpPr>
        <p:spPr>
          <a:xfrm>
            <a:off x="1205028" y="307889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D1550F7-4372-0DDF-285E-FF89B2FB4D9E}"/>
              </a:ext>
            </a:extLst>
          </p:cNvPr>
          <p:cNvSpPr txBox="1"/>
          <p:nvPr/>
        </p:nvSpPr>
        <p:spPr>
          <a:xfrm>
            <a:off x="3178253" y="3023958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53A3ADFD-EA35-8514-CEA2-A0F6D5E69733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2180084"/>
            <a:ext cx="2029097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A1FD4408-B6DB-382B-0C61-A9CABD05F03D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2189929"/>
            <a:ext cx="28084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38921CEE-83D1-1F5F-140A-8E6570B7F8F8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2180084"/>
            <a:ext cx="2051516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CED100-0E72-0320-4748-F114FAD94DC5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C859026-8E74-462E-FE94-60C655FA78F2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48D47D4F-066F-17EE-59A0-E7D547AAA823}"/>
              </a:ext>
            </a:extLst>
          </p:cNvPr>
          <p:cNvCxnSpPr>
            <a:cxnSpLocks/>
            <a:stCxn id="74" idx="2"/>
            <a:endCxn id="12" idx="0"/>
          </p:cNvCxnSpPr>
          <p:nvPr/>
        </p:nvCxnSpPr>
        <p:spPr>
          <a:xfrm>
            <a:off x="1584555" y="2650410"/>
            <a:ext cx="163955" cy="893732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4D681B52-0085-F594-6205-CB864E97F00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3004844" y="2191821"/>
            <a:ext cx="3645" cy="13523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1C318DF2-9EAC-04A1-5504-07E34EB4CED6}"/>
              </a:ext>
            </a:extLst>
          </p:cNvPr>
          <p:cNvCxnSpPr>
            <a:cxnSpLocks/>
            <a:stCxn id="49" idx="2"/>
            <a:endCxn id="18" idx="0"/>
          </p:cNvCxnSpPr>
          <p:nvPr/>
        </p:nvCxnSpPr>
        <p:spPr>
          <a:xfrm>
            <a:off x="4208786" y="2660254"/>
            <a:ext cx="59681" cy="88388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17">
            <a:extLst>
              <a:ext uri="{FF2B5EF4-FFF2-40B4-BE49-F238E27FC236}">
                <a16:creationId xmlns:a16="http://schemas.microsoft.com/office/drawing/2014/main" id="{BA6DEDD9-C3A1-F531-0F81-3EA52CC4C4D5}"/>
              </a:ext>
            </a:extLst>
          </p:cNvPr>
          <p:cNvCxnSpPr>
            <a:cxnSpLocks/>
            <a:endCxn id="19" idx="0"/>
          </p:cNvCxnSpPr>
          <p:nvPr/>
        </p:nvCxnSpPr>
        <p:spPr>
          <a:xfrm flipH="1">
            <a:off x="5528446" y="2168302"/>
            <a:ext cx="136722" cy="137584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6702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E230E7AA-2F9E-D6DE-1E47-247F40BB0A95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3D60D388-233D-1AA2-E811-051E720F3968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C88CC54-2142-7874-3021-51DDDB8BEC24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433E3234-1F7D-3F9F-17BA-ABD8DD33A884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62520089-E71E-CD7A-1B8B-1019109CEF3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7CBA6587-13E2-9ADD-7890-3502C479E962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8558285C-F719-14C5-57E3-AB0DEBC8A263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7FD465-DCD6-5DFB-37E1-D6F6C809D2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17D82C2-0AE5-79E0-678D-2D4BE77E0E2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B56CD6A-3DBB-CADC-3D2E-6F5F609933FB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770D2D1-C9B1-A73F-C73E-83CF486C4DD2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8BEDEE9-3E34-84B4-AADB-72A368C77D7D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612D680-25F7-28AD-C551-7D5963D60AF7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F9EED-B5A6-C870-261D-B7427A11370B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0D0C3D-C804-C81D-4ECD-0ABF3CE642C7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BB838-183D-55FD-9F29-E1CF706FCC26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6E2F7E-CD68-56E8-5828-62B45AAD5499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ACC4DB1-BEDF-3EC0-4B8B-1564E28355E3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B0000FF-CE53-E139-D5B1-C511CF0005F5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44983ACF-45FE-B652-8DE9-063213F2BBCC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3B7A83F-2951-ACBE-50BB-BD2447EE1EF0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9450F2C-FF4C-0797-1836-7E1A9B2EC6FF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3CCE009E-337E-351D-BE95-4A1AAB866927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228448-171A-153D-6834-069CB821A3F8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EA5EFDD0-36F1-C39E-255F-3FAAA31BCB21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723130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B716-1926-3644-A3C6-FAB171730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9AC7DCAB-800A-F9D2-8DA2-09CDABCDA994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0A5EB036-3619-C3D3-DEC9-6B6855A7B6FE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B5B990D2-CAB4-79D5-BA86-A33682804A33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010C308-461C-6FDD-F5BF-8AB82C1145A8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C6815C37-3EE6-B360-75F3-ECE1853F9FD7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EDDF8A2-F03B-85F1-3219-3CCFE047FC05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FCE30D2-0FCC-3FCA-972A-71E32F46F112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2CAC7E52-139A-44A5-9171-78413F240EC0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25CB0154-55F9-74C4-E82F-C210DDE3B3CE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C650D22-4D89-878B-BDC4-D412E03FB3DF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D24E7283-4267-888F-B8D0-E895571299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8F0E0-2F67-5F61-AC59-3FED09B8773C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68C8DE8A-044B-80CF-3AA4-7F1E93DD324F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7BF463B9-34A6-AF02-187B-E5387EB78A4A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C783EE7-F231-BB4F-00DA-4B077DFF730B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398320E-E2FC-6130-5A80-D4E3524367F3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52D151B3-171B-E4A2-56CB-61C0F0E43873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334B64C-A9B4-AEC7-193C-7CBF177F67D2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ACF5E18B-292C-AA38-714B-BB81DC5F478D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E40500BD-09BC-520A-D980-8FFB1B440B46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5E7647A1-0305-012F-B70C-A2F9970B991D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18B5B633-731F-1EC7-0062-0F824FCBB0BD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E0E61386-EF74-6019-3E1D-05D6C97B661F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9D4EFDF-3696-971D-3058-DA901D08A8CB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56E09EB7-568D-5187-7B3D-00479B9F13D5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05C31C6-DBD3-DD22-34CB-185F71A4CCE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30362FF8-3998-91C7-DB85-6A68C472B8B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BC5CD3A7-A1FF-5C75-2DDC-C8E6FA3837E5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A7E01AD0-9095-EDE7-78D4-286ED2796A61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3174336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06FF2-CECF-5A7E-62A1-09AB8271A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BB183E9-4A6C-89A5-C040-D8DBFCCCBDF9}"/>
              </a:ext>
            </a:extLst>
          </p:cNvPr>
          <p:cNvSpPr/>
          <p:nvPr/>
        </p:nvSpPr>
        <p:spPr>
          <a:xfrm>
            <a:off x="1782967" y="581379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48CCE502-52C7-3663-2ED7-D0FACDF4C65C}"/>
              </a:ext>
            </a:extLst>
          </p:cNvPr>
          <p:cNvSpPr/>
          <p:nvPr/>
        </p:nvSpPr>
        <p:spPr>
          <a:xfrm>
            <a:off x="4403178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F98FD32B-CF5A-050A-CEFD-E8F041DA5A34}"/>
              </a:ext>
            </a:extLst>
          </p:cNvPr>
          <p:cNvSpPr/>
          <p:nvPr/>
        </p:nvSpPr>
        <p:spPr>
          <a:xfrm>
            <a:off x="360495" y="581379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969EA95-56F1-F30B-1E36-A10E0F712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7B6C6839-2433-2E39-232F-C4852F0EB564}"/>
              </a:ext>
            </a:extLst>
          </p:cNvPr>
          <p:cNvSpPr/>
          <p:nvPr/>
        </p:nvSpPr>
        <p:spPr>
          <a:xfrm>
            <a:off x="1830421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F7E91E61-CF80-963B-B80E-4C0F74D2D3BB}"/>
              </a:ext>
            </a:extLst>
          </p:cNvPr>
          <p:cNvSpPr/>
          <p:nvPr/>
        </p:nvSpPr>
        <p:spPr>
          <a:xfrm>
            <a:off x="1918155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631F9CB3-DA5B-834F-A70F-936D190772A7}"/>
              </a:ext>
            </a:extLst>
          </p:cNvPr>
          <p:cNvSpPr/>
          <p:nvPr/>
        </p:nvSpPr>
        <p:spPr>
          <a:xfrm>
            <a:off x="3119755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B608FFBC-72A4-960F-DC80-3A9D0901ADFB}"/>
              </a:ext>
            </a:extLst>
          </p:cNvPr>
          <p:cNvSpPr/>
          <p:nvPr/>
        </p:nvSpPr>
        <p:spPr>
          <a:xfrm>
            <a:off x="1918155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CA85E9DB-3ADE-4BC3-75A3-413BE3DD5668}"/>
              </a:ext>
            </a:extLst>
          </p:cNvPr>
          <p:cNvSpPr/>
          <p:nvPr/>
        </p:nvSpPr>
        <p:spPr>
          <a:xfrm>
            <a:off x="41025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1BEB590A-5020-46F7-7741-393B32F3636A}"/>
              </a:ext>
            </a:extLst>
          </p:cNvPr>
          <p:cNvSpPr/>
          <p:nvPr/>
        </p:nvSpPr>
        <p:spPr>
          <a:xfrm>
            <a:off x="49610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1C6EE609-AE1C-D6E8-DA36-9EE318769824}"/>
              </a:ext>
            </a:extLst>
          </p:cNvPr>
          <p:cNvSpPr/>
          <p:nvPr/>
        </p:nvSpPr>
        <p:spPr>
          <a:xfrm>
            <a:off x="49610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36B01A24-8E1C-0CF3-24E8-A1FBFC93A551}"/>
              </a:ext>
            </a:extLst>
          </p:cNvPr>
          <p:cNvSpPr/>
          <p:nvPr/>
        </p:nvSpPr>
        <p:spPr>
          <a:xfrm>
            <a:off x="1918155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722717E2-10B4-371B-19ED-895DD6816C1E}"/>
              </a:ext>
            </a:extLst>
          </p:cNvPr>
          <p:cNvSpPr/>
          <p:nvPr/>
        </p:nvSpPr>
        <p:spPr>
          <a:xfrm>
            <a:off x="49610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AB5B78F5-8BAE-547C-1945-8583FEEEEF5F}"/>
              </a:ext>
            </a:extLst>
          </p:cNvPr>
          <p:cNvSpPr/>
          <p:nvPr/>
        </p:nvSpPr>
        <p:spPr>
          <a:xfrm>
            <a:off x="4451870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66EAB6-DA9D-3656-7003-234C8EFE5694}"/>
              </a:ext>
            </a:extLst>
          </p:cNvPr>
          <p:cNvSpPr/>
          <p:nvPr/>
        </p:nvSpPr>
        <p:spPr>
          <a:xfrm>
            <a:off x="4537716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003B70B6-81D5-FD38-2F78-20BDD883F8B3}"/>
              </a:ext>
            </a:extLst>
          </p:cNvPr>
          <p:cNvSpPr/>
          <p:nvPr/>
        </p:nvSpPr>
        <p:spPr>
          <a:xfrm>
            <a:off x="4537715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6992A7B4-CE46-741A-B342-2763F8BF1CE2}"/>
              </a:ext>
            </a:extLst>
          </p:cNvPr>
          <p:cNvSpPr/>
          <p:nvPr/>
        </p:nvSpPr>
        <p:spPr>
          <a:xfrm>
            <a:off x="4537715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D0E7D15F-A48A-4D54-4960-FBB096B5CC20}"/>
              </a:ext>
            </a:extLst>
          </p:cNvPr>
          <p:cNvSpPr/>
          <p:nvPr/>
        </p:nvSpPr>
        <p:spPr>
          <a:xfrm>
            <a:off x="360495" y="2782380"/>
            <a:ext cx="2577504" cy="117765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5B7E8882-F6CF-BBB4-819E-B22AB11EF023}"/>
              </a:ext>
            </a:extLst>
          </p:cNvPr>
          <p:cNvSpPr/>
          <p:nvPr/>
        </p:nvSpPr>
        <p:spPr>
          <a:xfrm>
            <a:off x="494408" y="332933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1D87642-8145-84CE-8D1B-F6FD2060B37A}"/>
              </a:ext>
            </a:extLst>
          </p:cNvPr>
          <p:cNvSpPr/>
          <p:nvPr/>
        </p:nvSpPr>
        <p:spPr>
          <a:xfrm>
            <a:off x="1710099" y="332933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2156C602-3756-1A87-C959-73A516234CE8}"/>
              </a:ext>
            </a:extLst>
          </p:cNvPr>
          <p:cNvSpPr/>
          <p:nvPr/>
        </p:nvSpPr>
        <p:spPr>
          <a:xfrm>
            <a:off x="494409" y="2857474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BCFEEE8-9894-C317-6095-766ED4E9DC5C}"/>
              </a:ext>
            </a:extLst>
          </p:cNvPr>
          <p:cNvSpPr txBox="1"/>
          <p:nvPr/>
        </p:nvSpPr>
        <p:spPr>
          <a:xfrm>
            <a:off x="1187961" y="280889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CC1A6527-58EA-3456-0A0B-573355BCC695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1645780" y="1960733"/>
            <a:ext cx="34412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87110BCA-E8AE-1C57-054A-B218594297C3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1645780" y="1970578"/>
            <a:ext cx="1423109" cy="886896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DE323E42-0D0F-CDA8-B3F8-F7555D5A3630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045457" y="1960733"/>
            <a:ext cx="60032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8EB84EC-F238-A225-346D-7465F03DE5AA}"/>
              </a:ext>
            </a:extLst>
          </p:cNvPr>
          <p:cNvSpPr txBox="1"/>
          <p:nvPr/>
        </p:nvSpPr>
        <p:spPr>
          <a:xfrm>
            <a:off x="5983495" y="176514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7" name="직선 연결선 17">
            <a:extLst>
              <a:ext uri="{FF2B5EF4-FFF2-40B4-BE49-F238E27FC236}">
                <a16:creationId xmlns:a16="http://schemas.microsoft.com/office/drawing/2014/main" id="{B6811A47-2CFA-546D-000C-F16CBB243598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 flipH="1">
            <a:off x="1044610" y="2431059"/>
            <a:ext cx="848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17">
            <a:extLst>
              <a:ext uri="{FF2B5EF4-FFF2-40B4-BE49-F238E27FC236}">
                <a16:creationId xmlns:a16="http://schemas.microsoft.com/office/drawing/2014/main" id="{63BD894B-AC59-BEBF-ABD8-0ADE1B8C83F4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 flipH="1">
            <a:off x="1044610" y="2440903"/>
            <a:ext cx="1423545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17">
            <a:extLst>
              <a:ext uri="{FF2B5EF4-FFF2-40B4-BE49-F238E27FC236}">
                <a16:creationId xmlns:a16="http://schemas.microsoft.com/office/drawing/2014/main" id="{9841D8AA-78D7-B8CC-CBB5-BFFFED1A791B}"/>
              </a:ext>
            </a:extLst>
          </p:cNvPr>
          <p:cNvCxnSpPr>
            <a:cxnSpLocks/>
            <a:stCxn id="49" idx="2"/>
            <a:endCxn id="22" idx="0"/>
          </p:cNvCxnSpPr>
          <p:nvPr/>
        </p:nvCxnSpPr>
        <p:spPr>
          <a:xfrm flipH="1">
            <a:off x="2251173" y="2440903"/>
            <a:ext cx="1418516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17">
            <a:extLst>
              <a:ext uri="{FF2B5EF4-FFF2-40B4-BE49-F238E27FC236}">
                <a16:creationId xmlns:a16="http://schemas.microsoft.com/office/drawing/2014/main" id="{668D930B-9270-F7A9-371B-EDC27FE9049C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2251173" y="2431059"/>
            <a:ext cx="2835899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8364F56B-A63A-BD5E-D87C-7848496888A8}"/>
              </a:ext>
            </a:extLst>
          </p:cNvPr>
          <p:cNvSpPr txBox="1"/>
          <p:nvPr/>
        </p:nvSpPr>
        <p:spPr>
          <a:xfrm>
            <a:off x="5983495" y="3332173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D1D6834-2F15-A49A-1EC0-F6FA1A5EA25F}"/>
              </a:ext>
            </a:extLst>
          </p:cNvPr>
          <p:cNvSpPr txBox="1"/>
          <p:nvPr/>
        </p:nvSpPr>
        <p:spPr>
          <a:xfrm>
            <a:off x="5983495" y="19548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298494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EF3A9-3B54-6EB7-8DE9-A33F5B02F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D1B21BD3-EC58-BA14-3238-E3C4CFDD868E}"/>
              </a:ext>
            </a:extLst>
          </p:cNvPr>
          <p:cNvSpPr/>
          <p:nvPr/>
        </p:nvSpPr>
        <p:spPr>
          <a:xfrm>
            <a:off x="131107" y="2533894"/>
            <a:ext cx="3734722" cy="117671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B1A4230A-C69F-650B-00D9-2FCFF54E9324}"/>
              </a:ext>
            </a:extLst>
          </p:cNvPr>
          <p:cNvSpPr/>
          <p:nvPr/>
        </p:nvSpPr>
        <p:spPr>
          <a:xfrm>
            <a:off x="265020" y="3080850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8CB1C715-82F0-8647-AFFD-8F4FC73A6237}"/>
              </a:ext>
            </a:extLst>
          </p:cNvPr>
          <p:cNvSpPr/>
          <p:nvPr/>
        </p:nvSpPr>
        <p:spPr>
          <a:xfrm>
            <a:off x="1480711" y="3080850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04593EA9-CEA0-FAAE-C75C-84D6B356315B}"/>
              </a:ext>
            </a:extLst>
          </p:cNvPr>
          <p:cNvSpPr/>
          <p:nvPr/>
        </p:nvSpPr>
        <p:spPr>
          <a:xfrm>
            <a:off x="265021" y="2608988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A9CF1F-A15F-339E-BC0C-5A8A482C5CE2}"/>
              </a:ext>
            </a:extLst>
          </p:cNvPr>
          <p:cNvSpPr txBox="1"/>
          <p:nvPr/>
        </p:nvSpPr>
        <p:spPr>
          <a:xfrm>
            <a:off x="955537" y="2560404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08B2BBAD-F6C2-70CB-AAF0-F6C50F20642F}"/>
              </a:ext>
            </a:extLst>
          </p:cNvPr>
          <p:cNvSpPr/>
          <p:nvPr/>
        </p:nvSpPr>
        <p:spPr>
          <a:xfrm>
            <a:off x="131107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35D316C-18E5-A282-0A53-0980DC3DE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7669C2EE-3F09-AAC8-35EE-C400C748321C}"/>
              </a:ext>
            </a:extLst>
          </p:cNvPr>
          <p:cNvSpPr/>
          <p:nvPr/>
        </p:nvSpPr>
        <p:spPr>
          <a:xfrm>
            <a:off x="180868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1C9A6AB1-1E62-353E-83A4-376BF6BA735F}"/>
              </a:ext>
            </a:extLst>
          </p:cNvPr>
          <p:cNvSpPr/>
          <p:nvPr/>
        </p:nvSpPr>
        <p:spPr>
          <a:xfrm>
            <a:off x="266714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3D67C98B-E5FB-0514-A6E6-8187282602BB}"/>
              </a:ext>
            </a:extLst>
          </p:cNvPr>
          <p:cNvSpPr/>
          <p:nvPr/>
        </p:nvSpPr>
        <p:spPr>
          <a:xfrm>
            <a:off x="266712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17BF1A4-5E40-D74F-66CE-8FE74C557D62}"/>
              </a:ext>
            </a:extLst>
          </p:cNvPr>
          <p:cNvSpPr/>
          <p:nvPr/>
        </p:nvSpPr>
        <p:spPr>
          <a:xfrm>
            <a:off x="266713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D16E0A9F-4794-8E22-0A7D-A9B778DF3204}"/>
              </a:ext>
            </a:extLst>
          </p:cNvPr>
          <p:cNvSpPr/>
          <p:nvPr/>
        </p:nvSpPr>
        <p:spPr>
          <a:xfrm>
            <a:off x="4108684" y="2540715"/>
            <a:ext cx="2666781" cy="221207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MPS Control Daemon Pod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FC8AD81-C9BE-BE52-4C83-C056E89AC358}"/>
              </a:ext>
            </a:extLst>
          </p:cNvPr>
          <p:cNvSpPr/>
          <p:nvPr/>
        </p:nvSpPr>
        <p:spPr>
          <a:xfrm>
            <a:off x="4185035" y="2830537"/>
            <a:ext cx="2517544" cy="1849295"/>
          </a:xfrm>
          <a:prstGeom prst="roundRect">
            <a:avLst>
              <a:gd name="adj" fmla="val 350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CTR Container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B53E3247-B20C-8837-A605-5B6A035B7AD7}"/>
              </a:ext>
            </a:extLst>
          </p:cNvPr>
          <p:cNvSpPr/>
          <p:nvPr/>
        </p:nvSpPr>
        <p:spPr>
          <a:xfrm>
            <a:off x="1295879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7" name="사각형: 둥근 모서리 114">
            <a:extLst>
              <a:ext uri="{FF2B5EF4-FFF2-40B4-BE49-F238E27FC236}">
                <a16:creationId xmlns:a16="http://schemas.microsoft.com/office/drawing/2014/main" id="{8B699257-EF13-20E1-1992-8D3DB1652E5F}"/>
              </a:ext>
            </a:extLst>
          </p:cNvPr>
          <p:cNvSpPr/>
          <p:nvPr/>
        </p:nvSpPr>
        <p:spPr>
          <a:xfrm>
            <a:off x="2680455" y="2607043"/>
            <a:ext cx="1077331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/run/nvidia</a:t>
            </a:r>
            <a:br>
              <a:rPr lang="en-US" altLang="ko-KR" sz="1000"/>
            </a:br>
            <a:r>
              <a:rPr lang="en-US" altLang="ko-KR" sz="1000"/>
              <a:t>/mps</a:t>
            </a:r>
            <a:endParaRPr lang="en-US" altLang="ko-KR" sz="1000" dirty="0"/>
          </a:p>
        </p:txBody>
      </p:sp>
      <p:sp>
        <p:nvSpPr>
          <p:cNvPr id="84" name="사각형: 둥근 모서리 114">
            <a:extLst>
              <a:ext uri="{FF2B5EF4-FFF2-40B4-BE49-F238E27FC236}">
                <a16:creationId xmlns:a16="http://schemas.microsoft.com/office/drawing/2014/main" id="{BEE675EB-67E9-044E-7DC0-CAEEC05B86D2}"/>
              </a:ext>
            </a:extLst>
          </p:cNvPr>
          <p:cNvSpPr/>
          <p:nvPr/>
        </p:nvSpPr>
        <p:spPr>
          <a:xfrm>
            <a:off x="2815605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3FA9DA5E-D58D-7385-D7D6-E74326C1913F}"/>
              </a:ext>
            </a:extLst>
          </p:cNvPr>
          <p:cNvSpPr/>
          <p:nvPr/>
        </p:nvSpPr>
        <p:spPr>
          <a:xfrm>
            <a:off x="2865366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6" name="사각형: 둥근 모서리 114">
            <a:extLst>
              <a:ext uri="{FF2B5EF4-FFF2-40B4-BE49-F238E27FC236}">
                <a16:creationId xmlns:a16="http://schemas.microsoft.com/office/drawing/2014/main" id="{9419FA2E-275D-324F-0178-7C872EE33087}"/>
              </a:ext>
            </a:extLst>
          </p:cNvPr>
          <p:cNvSpPr/>
          <p:nvPr/>
        </p:nvSpPr>
        <p:spPr>
          <a:xfrm>
            <a:off x="2951212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87" name="사각형: 둥근 모서리 114">
            <a:extLst>
              <a:ext uri="{FF2B5EF4-FFF2-40B4-BE49-F238E27FC236}">
                <a16:creationId xmlns:a16="http://schemas.microsoft.com/office/drawing/2014/main" id="{A6CC5500-E3F8-E87C-8CE2-83DEB258C4CD}"/>
              </a:ext>
            </a:extLst>
          </p:cNvPr>
          <p:cNvSpPr/>
          <p:nvPr/>
        </p:nvSpPr>
        <p:spPr>
          <a:xfrm>
            <a:off x="2951210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8" name="사각형: 둥근 모서리 114">
            <a:extLst>
              <a:ext uri="{FF2B5EF4-FFF2-40B4-BE49-F238E27FC236}">
                <a16:creationId xmlns:a16="http://schemas.microsoft.com/office/drawing/2014/main" id="{B20ECEAA-9168-4A46-982D-049DBDD31617}"/>
              </a:ext>
            </a:extLst>
          </p:cNvPr>
          <p:cNvSpPr/>
          <p:nvPr/>
        </p:nvSpPr>
        <p:spPr>
          <a:xfrm>
            <a:off x="2951211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89" name="사각형: 둥근 모서리 114">
            <a:extLst>
              <a:ext uri="{FF2B5EF4-FFF2-40B4-BE49-F238E27FC236}">
                <a16:creationId xmlns:a16="http://schemas.microsoft.com/office/drawing/2014/main" id="{A032590E-31EE-4A29-C35A-D5F77E115F51}"/>
              </a:ext>
            </a:extLst>
          </p:cNvPr>
          <p:cNvSpPr/>
          <p:nvPr/>
        </p:nvSpPr>
        <p:spPr>
          <a:xfrm>
            <a:off x="3980377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90" name="사각형: 둥근 모서리 114">
            <a:extLst>
              <a:ext uri="{FF2B5EF4-FFF2-40B4-BE49-F238E27FC236}">
                <a16:creationId xmlns:a16="http://schemas.microsoft.com/office/drawing/2014/main" id="{F163C051-C0F1-6C02-F14B-D6CA59B439FF}"/>
              </a:ext>
            </a:extLst>
          </p:cNvPr>
          <p:cNvSpPr/>
          <p:nvPr/>
        </p:nvSpPr>
        <p:spPr>
          <a:xfrm>
            <a:off x="5500103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58208B52-B7E2-B3F3-B3B5-BA7088BA8123}"/>
              </a:ext>
            </a:extLst>
          </p:cNvPr>
          <p:cNvSpPr/>
          <p:nvPr/>
        </p:nvSpPr>
        <p:spPr>
          <a:xfrm>
            <a:off x="5549864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2" name="사각형: 둥근 모서리 114">
            <a:extLst>
              <a:ext uri="{FF2B5EF4-FFF2-40B4-BE49-F238E27FC236}">
                <a16:creationId xmlns:a16="http://schemas.microsoft.com/office/drawing/2014/main" id="{FC2BA276-C385-C03F-9E0E-0D46A309C637}"/>
              </a:ext>
            </a:extLst>
          </p:cNvPr>
          <p:cNvSpPr/>
          <p:nvPr/>
        </p:nvSpPr>
        <p:spPr>
          <a:xfrm>
            <a:off x="5635710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93" name="사각형: 둥근 모서리 114">
            <a:extLst>
              <a:ext uri="{FF2B5EF4-FFF2-40B4-BE49-F238E27FC236}">
                <a16:creationId xmlns:a16="http://schemas.microsoft.com/office/drawing/2014/main" id="{48416D0C-D373-1103-9439-9EA217293447}"/>
              </a:ext>
            </a:extLst>
          </p:cNvPr>
          <p:cNvSpPr/>
          <p:nvPr/>
        </p:nvSpPr>
        <p:spPr>
          <a:xfrm>
            <a:off x="5635708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94" name="사각형: 둥근 모서리 114">
            <a:extLst>
              <a:ext uri="{FF2B5EF4-FFF2-40B4-BE49-F238E27FC236}">
                <a16:creationId xmlns:a16="http://schemas.microsoft.com/office/drawing/2014/main" id="{89B965D3-9E99-F402-3978-D746D787DFCD}"/>
              </a:ext>
            </a:extLst>
          </p:cNvPr>
          <p:cNvSpPr/>
          <p:nvPr/>
        </p:nvSpPr>
        <p:spPr>
          <a:xfrm>
            <a:off x="5635709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95" name="사각형: 둥근 모서리 114">
            <a:extLst>
              <a:ext uri="{FF2B5EF4-FFF2-40B4-BE49-F238E27FC236}">
                <a16:creationId xmlns:a16="http://schemas.microsoft.com/office/drawing/2014/main" id="{821FBEDE-34E2-940E-48FF-72BAB15221B6}"/>
              </a:ext>
            </a:extLst>
          </p:cNvPr>
          <p:cNvSpPr/>
          <p:nvPr/>
        </p:nvSpPr>
        <p:spPr>
          <a:xfrm>
            <a:off x="6664875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E83DACF-BD5D-4D1A-273B-AE7B4D77BC33}"/>
              </a:ext>
            </a:extLst>
          </p:cNvPr>
          <p:cNvSpPr txBox="1"/>
          <p:nvPr/>
        </p:nvSpPr>
        <p:spPr>
          <a:xfrm>
            <a:off x="7245915" y="335678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466E7BE-7EA8-CA9D-8D9A-D32DB236AA13}"/>
              </a:ext>
            </a:extLst>
          </p:cNvPr>
          <p:cNvSpPr txBox="1"/>
          <p:nvPr/>
        </p:nvSpPr>
        <p:spPr>
          <a:xfrm>
            <a:off x="7245915" y="178712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0941364-490C-49CC-8AB9-82CF9221F6A2}"/>
              </a:ext>
            </a:extLst>
          </p:cNvPr>
          <p:cNvSpPr txBox="1"/>
          <p:nvPr/>
        </p:nvSpPr>
        <p:spPr>
          <a:xfrm>
            <a:off x="7245915" y="229685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676F65D6-3341-6283-D857-8557B2750927}"/>
              </a:ext>
            </a:extLst>
          </p:cNvPr>
          <p:cNvSpPr/>
          <p:nvPr/>
        </p:nvSpPr>
        <p:spPr>
          <a:xfrm>
            <a:off x="4419861" y="4221573"/>
            <a:ext cx="2025175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6EEA76CC-7822-C470-32C8-226EA9D2DC49}"/>
              </a:ext>
            </a:extLst>
          </p:cNvPr>
          <p:cNvSpPr/>
          <p:nvPr/>
        </p:nvSpPr>
        <p:spPr>
          <a:xfrm>
            <a:off x="4264105" y="3080850"/>
            <a:ext cx="11096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mps-control-daemon</a:t>
            </a:r>
            <a:endParaRPr lang="en-US" altLang="ko-KR" sz="10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DDD93E1F-A691-B747-71C9-0AD17F3D1834}"/>
              </a:ext>
            </a:extLst>
          </p:cNvPr>
          <p:cNvSpPr/>
          <p:nvPr/>
        </p:nvSpPr>
        <p:spPr>
          <a:xfrm>
            <a:off x="4419861" y="3651211"/>
            <a:ext cx="20251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nvidia-cuda-mps-control -d</a:t>
            </a:r>
            <a:endParaRPr lang="en-US" altLang="ko-KR" sz="1000" dirty="0"/>
          </a:p>
        </p:txBody>
      </p: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363A214-04F7-52EA-C015-82D106ADFB78}"/>
              </a:ext>
            </a:extLst>
          </p:cNvPr>
          <p:cNvSpPr/>
          <p:nvPr/>
        </p:nvSpPr>
        <p:spPr>
          <a:xfrm>
            <a:off x="5479894" y="3076223"/>
            <a:ext cx="1146283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nvidia-cuda-mps-server</a:t>
            </a:r>
            <a:endParaRPr lang="en-US" altLang="ko-KR" sz="1000" dirty="0"/>
          </a:p>
        </p:txBody>
      </p:sp>
      <p:cxnSp>
        <p:nvCxnSpPr>
          <p:cNvPr id="104" name="직선 연결선 17">
            <a:extLst>
              <a:ext uri="{FF2B5EF4-FFF2-40B4-BE49-F238E27FC236}">
                <a16:creationId xmlns:a16="http://schemas.microsoft.com/office/drawing/2014/main" id="{D999C206-C6C8-24CC-4D74-F0A6355E11C4}"/>
              </a:ext>
            </a:extLst>
          </p:cNvPr>
          <p:cNvCxnSpPr>
            <a:cxnSpLocks/>
            <a:stCxn id="75" idx="2"/>
            <a:endCxn id="28" idx="0"/>
          </p:cNvCxnSpPr>
          <p:nvPr/>
        </p:nvCxnSpPr>
        <p:spPr>
          <a:xfrm>
            <a:off x="1414785" y="1712247"/>
            <a:ext cx="1607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7">
            <a:extLst>
              <a:ext uri="{FF2B5EF4-FFF2-40B4-BE49-F238E27FC236}">
                <a16:creationId xmlns:a16="http://schemas.microsoft.com/office/drawing/2014/main" id="{36D124E6-2B60-1A4F-E511-FD979D8A3FF4}"/>
              </a:ext>
            </a:extLst>
          </p:cNvPr>
          <p:cNvCxnSpPr>
            <a:cxnSpLocks/>
            <a:stCxn id="87" idx="2"/>
            <a:endCxn id="28" idx="0"/>
          </p:cNvCxnSpPr>
          <p:nvPr/>
        </p:nvCxnSpPr>
        <p:spPr>
          <a:xfrm flipH="1">
            <a:off x="1416392" y="1712247"/>
            <a:ext cx="26828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7">
            <a:extLst>
              <a:ext uri="{FF2B5EF4-FFF2-40B4-BE49-F238E27FC236}">
                <a16:creationId xmlns:a16="http://schemas.microsoft.com/office/drawing/2014/main" id="{B5EC87A7-0798-F2A2-8B12-B00E3466041B}"/>
              </a:ext>
            </a:extLst>
          </p:cNvPr>
          <p:cNvCxnSpPr>
            <a:cxnSpLocks/>
            <a:stCxn id="93" idx="2"/>
            <a:endCxn id="28" idx="0"/>
          </p:cNvCxnSpPr>
          <p:nvPr/>
        </p:nvCxnSpPr>
        <p:spPr>
          <a:xfrm flipH="1">
            <a:off x="1416392" y="1712247"/>
            <a:ext cx="5367389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7">
            <a:extLst>
              <a:ext uri="{FF2B5EF4-FFF2-40B4-BE49-F238E27FC236}">
                <a16:creationId xmlns:a16="http://schemas.microsoft.com/office/drawing/2014/main" id="{E98C4E99-8FFE-F0C9-461A-CED618C72B20}"/>
              </a:ext>
            </a:extLst>
          </p:cNvPr>
          <p:cNvCxnSpPr>
            <a:cxnSpLocks/>
            <a:stCxn id="39" idx="2"/>
            <a:endCxn id="67" idx="0"/>
          </p:cNvCxnSpPr>
          <p:nvPr/>
        </p:nvCxnSpPr>
        <p:spPr>
          <a:xfrm>
            <a:off x="1929369" y="2182573"/>
            <a:ext cx="1289752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83C56EF2-3CBA-CD62-431E-EFED9DE79E62}"/>
              </a:ext>
            </a:extLst>
          </p:cNvPr>
          <p:cNvCxnSpPr>
            <a:cxnSpLocks/>
            <a:stCxn id="89" idx="2"/>
            <a:endCxn id="67" idx="0"/>
          </p:cNvCxnSpPr>
          <p:nvPr/>
        </p:nvCxnSpPr>
        <p:spPr>
          <a:xfrm flipH="1">
            <a:off x="3219121" y="2182573"/>
            <a:ext cx="1394746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79CEE2ED-964A-C96D-4A5D-57C527C584B9}"/>
              </a:ext>
            </a:extLst>
          </p:cNvPr>
          <p:cNvCxnSpPr>
            <a:cxnSpLocks/>
            <a:stCxn id="95" idx="2"/>
            <a:endCxn id="67" idx="0"/>
          </p:cNvCxnSpPr>
          <p:nvPr/>
        </p:nvCxnSpPr>
        <p:spPr>
          <a:xfrm flipH="1">
            <a:off x="3219121" y="2182573"/>
            <a:ext cx="4079244" cy="424470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7">
            <a:extLst>
              <a:ext uri="{FF2B5EF4-FFF2-40B4-BE49-F238E27FC236}">
                <a16:creationId xmlns:a16="http://schemas.microsoft.com/office/drawing/2014/main" id="{CE6D9B08-46D7-9E97-5860-F16091FDF475}"/>
              </a:ext>
            </a:extLst>
          </p:cNvPr>
          <p:cNvCxnSpPr>
            <a:cxnSpLocks/>
            <a:stCxn id="98" idx="1"/>
            <a:endCxn id="67" idx="2"/>
          </p:cNvCxnSpPr>
          <p:nvPr/>
        </p:nvCxnSpPr>
        <p:spPr>
          <a:xfrm flipH="1" flipV="1">
            <a:off x="3219121" y="2990271"/>
            <a:ext cx="1200740" cy="1422916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0C6EF735-7684-2915-622A-673B65C2E37F}"/>
              </a:ext>
            </a:extLst>
          </p:cNvPr>
          <p:cNvSpPr txBox="1"/>
          <p:nvPr/>
        </p:nvSpPr>
        <p:spPr>
          <a:xfrm>
            <a:off x="2678595" y="2978233"/>
            <a:ext cx="100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HostPath</a:t>
            </a:r>
          </a:p>
          <a:p>
            <a:r>
              <a:rPr kumimoji="1" lang="en-US" altLang="ko-KR" sz="1000" b="1" i="1"/>
              <a:t>(Bind Mount)</a:t>
            </a:r>
            <a:endParaRPr kumimoji="1" lang="ko-KR" altLang="en-US" sz="1000" b="1" i="1"/>
          </a:p>
        </p:txBody>
      </p:sp>
      <p:cxnSp>
        <p:nvCxnSpPr>
          <p:cNvPr id="135" name="직선 연결선 17">
            <a:extLst>
              <a:ext uri="{FF2B5EF4-FFF2-40B4-BE49-F238E27FC236}">
                <a16:creationId xmlns:a16="http://schemas.microsoft.com/office/drawing/2014/main" id="{F5BB82B7-25ED-14D2-85EF-AE72233292E2}"/>
              </a:ext>
            </a:extLst>
          </p:cNvPr>
          <p:cNvCxnSpPr>
            <a:cxnSpLocks/>
            <a:stCxn id="74" idx="2"/>
            <a:endCxn id="20" idx="0"/>
          </p:cNvCxnSpPr>
          <p:nvPr/>
        </p:nvCxnSpPr>
        <p:spPr>
          <a:xfrm>
            <a:off x="728396" y="2182573"/>
            <a:ext cx="86826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7">
            <a:extLst>
              <a:ext uri="{FF2B5EF4-FFF2-40B4-BE49-F238E27FC236}">
                <a16:creationId xmlns:a16="http://schemas.microsoft.com/office/drawing/2014/main" id="{3B59B0BA-1B8B-34B2-36A0-B3911DC7CC0F}"/>
              </a:ext>
            </a:extLst>
          </p:cNvPr>
          <p:cNvCxnSpPr>
            <a:cxnSpLocks/>
            <a:stCxn id="86" idx="2"/>
            <a:endCxn id="20" idx="0"/>
          </p:cNvCxnSpPr>
          <p:nvPr/>
        </p:nvCxnSpPr>
        <p:spPr>
          <a:xfrm flipH="1">
            <a:off x="815222" y="2182573"/>
            <a:ext cx="2597672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직선 연결선 17">
            <a:extLst>
              <a:ext uri="{FF2B5EF4-FFF2-40B4-BE49-F238E27FC236}">
                <a16:creationId xmlns:a16="http://schemas.microsoft.com/office/drawing/2014/main" id="{68A473A2-ABD5-BD48-68F4-5ED2384CE568}"/>
              </a:ext>
            </a:extLst>
          </p:cNvPr>
          <p:cNvCxnSpPr>
            <a:cxnSpLocks/>
            <a:stCxn id="92" idx="2"/>
            <a:endCxn id="23" idx="0"/>
          </p:cNvCxnSpPr>
          <p:nvPr/>
        </p:nvCxnSpPr>
        <p:spPr>
          <a:xfrm flipH="1">
            <a:off x="2021785" y="2182573"/>
            <a:ext cx="4075607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7">
            <a:extLst>
              <a:ext uri="{FF2B5EF4-FFF2-40B4-BE49-F238E27FC236}">
                <a16:creationId xmlns:a16="http://schemas.microsoft.com/office/drawing/2014/main" id="{B625D5A1-C6BE-411F-297F-053225C0CDE7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4818943" y="3464078"/>
            <a:ext cx="613506" cy="187133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70182AC1-A01B-13BE-DCAC-21E58D3E5A10}"/>
              </a:ext>
            </a:extLst>
          </p:cNvPr>
          <p:cNvCxnSpPr>
            <a:cxnSpLocks/>
            <a:stCxn id="101" idx="0"/>
            <a:endCxn id="103" idx="2"/>
          </p:cNvCxnSpPr>
          <p:nvPr/>
        </p:nvCxnSpPr>
        <p:spPr>
          <a:xfrm flipV="1">
            <a:off x="5432449" y="3459451"/>
            <a:ext cx="620587" cy="19176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7">
            <a:extLst>
              <a:ext uri="{FF2B5EF4-FFF2-40B4-BE49-F238E27FC236}">
                <a16:creationId xmlns:a16="http://schemas.microsoft.com/office/drawing/2014/main" id="{C4359D9B-A6C1-404E-7E47-26F45D779FCB}"/>
              </a:ext>
            </a:extLst>
          </p:cNvPr>
          <p:cNvCxnSpPr>
            <a:cxnSpLocks/>
            <a:stCxn id="101" idx="2"/>
            <a:endCxn id="98" idx="0"/>
          </p:cNvCxnSpPr>
          <p:nvPr/>
        </p:nvCxnSpPr>
        <p:spPr>
          <a:xfrm>
            <a:off x="5432449" y="4034439"/>
            <a:ext cx="0" cy="187134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9393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91890-1803-A08E-17F1-F990F1594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65F7A1F3-8A1A-3FF7-26B1-5136613AF6CF}"/>
              </a:ext>
            </a:extLst>
          </p:cNvPr>
          <p:cNvSpPr/>
          <p:nvPr/>
        </p:nvSpPr>
        <p:spPr>
          <a:xfrm>
            <a:off x="43906" y="60026"/>
            <a:ext cx="2732424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11160C2-C3EB-FC47-1EED-1DAB0E840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0D7E37D-8EA3-EAAE-6CB7-3495FE2FDBEA}"/>
              </a:ext>
            </a:extLst>
          </p:cNvPr>
          <p:cNvSpPr/>
          <p:nvPr/>
        </p:nvSpPr>
        <p:spPr>
          <a:xfrm>
            <a:off x="93667" y="336814"/>
            <a:ext cx="2629655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FF05ED97-60E2-36FB-FCE4-D902705F8492}"/>
              </a:ext>
            </a:extLst>
          </p:cNvPr>
          <p:cNvSpPr/>
          <p:nvPr/>
        </p:nvSpPr>
        <p:spPr>
          <a:xfrm>
            <a:off x="179514" y="1526478"/>
            <a:ext cx="119557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/dev/nvidia-caps</a:t>
            </a:r>
            <a:br>
              <a:rPr lang="en-US" altLang="ko-KR" sz="1000"/>
            </a:br>
            <a:r>
              <a:rPr lang="en-US" altLang="ko-KR" sz="1000"/>
              <a:t>/nvidia-caps21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43874343-60E0-E89C-D932-118D558CCA10}"/>
              </a:ext>
            </a:extLst>
          </p:cNvPr>
          <p:cNvSpPr/>
          <p:nvPr/>
        </p:nvSpPr>
        <p:spPr>
          <a:xfrm>
            <a:off x="179512" y="1056152"/>
            <a:ext cx="245155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E55AE19-5E07-FC35-F880-DA6C16EFF422}"/>
              </a:ext>
            </a:extLst>
          </p:cNvPr>
          <p:cNvSpPr/>
          <p:nvPr/>
        </p:nvSpPr>
        <p:spPr>
          <a:xfrm>
            <a:off x="179512" y="610481"/>
            <a:ext cx="2451550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FA1BDBB-A396-A062-6C9F-0F76A9AB1ABB}"/>
              </a:ext>
            </a:extLst>
          </p:cNvPr>
          <p:cNvSpPr/>
          <p:nvPr/>
        </p:nvSpPr>
        <p:spPr>
          <a:xfrm>
            <a:off x="43907" y="2709472"/>
            <a:ext cx="5773798" cy="2264369"/>
          </a:xfrm>
          <a:prstGeom prst="roundRect">
            <a:avLst>
              <a:gd name="adj" fmla="val 225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C7E8C59F-D6F9-F850-854C-565A25E87889}"/>
              </a:ext>
            </a:extLst>
          </p:cNvPr>
          <p:cNvSpPr/>
          <p:nvPr/>
        </p:nvSpPr>
        <p:spPr>
          <a:xfrm>
            <a:off x="182636" y="4343733"/>
            <a:ext cx="4105365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BA5DA3A-3C17-ED7E-3CB4-1626401FA50D}"/>
              </a:ext>
            </a:extLst>
          </p:cNvPr>
          <p:cNvSpPr/>
          <p:nvPr/>
        </p:nvSpPr>
        <p:spPr>
          <a:xfrm>
            <a:off x="190202" y="3306888"/>
            <a:ext cx="1276177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Compute Instance</a:t>
            </a:r>
            <a:endParaRPr lang="en-US" altLang="ko-KR" sz="10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FCE85E77-3D27-710D-A18E-7CC2CF02A4F4}"/>
              </a:ext>
            </a:extLst>
          </p:cNvPr>
          <p:cNvSpPr/>
          <p:nvPr/>
        </p:nvSpPr>
        <p:spPr>
          <a:xfrm>
            <a:off x="177821" y="2784565"/>
            <a:ext cx="5492498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4A17903-EB26-06D6-8717-3660632235CF}"/>
              </a:ext>
            </a:extLst>
          </p:cNvPr>
          <p:cNvSpPr txBox="1"/>
          <p:nvPr/>
        </p:nvSpPr>
        <p:spPr>
          <a:xfrm>
            <a:off x="2466252" y="2735981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42ADD56-39F3-7F6E-EB4E-D41B1BA460D6}"/>
              </a:ext>
            </a:extLst>
          </p:cNvPr>
          <p:cNvSpPr txBox="1"/>
          <p:nvPr/>
        </p:nvSpPr>
        <p:spPr>
          <a:xfrm>
            <a:off x="7225845" y="183715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nvidia.com/mig-2g.10b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nvidia.com/mig-2g.10b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DD799BD-81DB-F04D-0B51-8E5598EE9006}"/>
              </a:ext>
            </a:extLst>
          </p:cNvPr>
          <p:cNvSpPr txBox="1"/>
          <p:nvPr/>
        </p:nvSpPr>
        <p:spPr>
          <a:xfrm>
            <a:off x="7225845" y="3404181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mig-1g.5b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mig-1g.5b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C08EBDD6-8711-6942-ED3A-863DC37E2462}"/>
              </a:ext>
            </a:extLst>
          </p:cNvPr>
          <p:cNvSpPr/>
          <p:nvPr/>
        </p:nvSpPr>
        <p:spPr>
          <a:xfrm>
            <a:off x="192920" y="3826997"/>
            <a:ext cx="1276177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GPU Instance </a:t>
            </a:r>
            <a:endParaRPr lang="en-US" altLang="ko-KR" sz="10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4B715DC8-2F0F-21FD-099A-FD1DA2C9B2C4}"/>
              </a:ext>
            </a:extLst>
          </p:cNvPr>
          <p:cNvSpPr/>
          <p:nvPr/>
        </p:nvSpPr>
        <p:spPr>
          <a:xfrm>
            <a:off x="1599492" y="3306888"/>
            <a:ext cx="1276177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Compute Instance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A76A45D7-7E45-A23C-B5CF-548FC9D504C8}"/>
              </a:ext>
            </a:extLst>
          </p:cNvPr>
          <p:cNvSpPr/>
          <p:nvPr/>
        </p:nvSpPr>
        <p:spPr>
          <a:xfrm>
            <a:off x="3011824" y="3306888"/>
            <a:ext cx="1276177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Compute Instance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A4E47099-5EDB-2940-8054-4F2DB48ED524}"/>
              </a:ext>
            </a:extLst>
          </p:cNvPr>
          <p:cNvSpPr/>
          <p:nvPr/>
        </p:nvSpPr>
        <p:spPr>
          <a:xfrm>
            <a:off x="1599492" y="3826997"/>
            <a:ext cx="2688509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GPU Instance 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619218D3-3A62-C12B-104C-85BBA248A538}"/>
              </a:ext>
            </a:extLst>
          </p:cNvPr>
          <p:cNvSpPr/>
          <p:nvPr/>
        </p:nvSpPr>
        <p:spPr>
          <a:xfrm>
            <a:off x="4394143" y="4343733"/>
            <a:ext cx="1276177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D04840AA-8BCE-C2C8-153F-9874E47AEB61}"/>
              </a:ext>
            </a:extLst>
          </p:cNvPr>
          <p:cNvSpPr/>
          <p:nvPr/>
        </p:nvSpPr>
        <p:spPr>
          <a:xfrm>
            <a:off x="4394143" y="3306888"/>
            <a:ext cx="1276177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Compute Instance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C1E2AD8F-7E2E-9EA8-408C-34DEFDC48E20}"/>
              </a:ext>
            </a:extLst>
          </p:cNvPr>
          <p:cNvSpPr/>
          <p:nvPr/>
        </p:nvSpPr>
        <p:spPr>
          <a:xfrm>
            <a:off x="4394142" y="3826997"/>
            <a:ext cx="1276177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GPU Instance 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8CF3FC4-65BE-42AC-DB7F-8FA587E0C213}"/>
              </a:ext>
            </a:extLst>
          </p:cNvPr>
          <p:cNvSpPr/>
          <p:nvPr/>
        </p:nvSpPr>
        <p:spPr>
          <a:xfrm>
            <a:off x="179513" y="1996804"/>
            <a:ext cx="2451551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E5FB8CF-6186-A03C-C926-F30AA711695B}"/>
              </a:ext>
            </a:extLst>
          </p:cNvPr>
          <p:cNvSpPr/>
          <p:nvPr/>
        </p:nvSpPr>
        <p:spPr>
          <a:xfrm>
            <a:off x="1435486" y="1526478"/>
            <a:ext cx="119557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/dev/nvidia-caps</a:t>
            </a:r>
            <a:br>
              <a:rPr lang="en-US" altLang="ko-KR" sz="1000"/>
            </a:br>
            <a:r>
              <a:rPr lang="en-US" altLang="ko-KR" sz="1000"/>
              <a:t>/nvidia-caps21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03D0486A-CFBE-1B8F-2277-0E2BE95BFAE8}"/>
              </a:ext>
            </a:extLst>
          </p:cNvPr>
          <p:cNvSpPr/>
          <p:nvPr/>
        </p:nvSpPr>
        <p:spPr>
          <a:xfrm>
            <a:off x="2874388" y="60026"/>
            <a:ext cx="3976986" cy="246451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93903880-EA57-8D38-2847-4EF9A8399083}"/>
              </a:ext>
            </a:extLst>
          </p:cNvPr>
          <p:cNvSpPr/>
          <p:nvPr/>
        </p:nvSpPr>
        <p:spPr>
          <a:xfrm>
            <a:off x="2924149" y="336814"/>
            <a:ext cx="3880842" cy="214134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6E34BF00-A8B7-76B0-E8C6-35C6A67EE23C}"/>
              </a:ext>
            </a:extLst>
          </p:cNvPr>
          <p:cNvSpPr/>
          <p:nvPr/>
        </p:nvSpPr>
        <p:spPr>
          <a:xfrm>
            <a:off x="3009996" y="1526478"/>
            <a:ext cx="119557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/dev/nvidia-caps</a:t>
            </a:r>
            <a:br>
              <a:rPr lang="en-US" altLang="ko-KR" sz="1000"/>
            </a:br>
            <a:r>
              <a:rPr lang="en-US" altLang="ko-KR" sz="1000"/>
              <a:t>/nvidia-caps30</a:t>
            </a:r>
            <a:endParaRPr lang="en-US" altLang="ko-KR" sz="1000" dirty="0"/>
          </a:p>
        </p:txBody>
      </p:sp>
      <p:sp>
        <p:nvSpPr>
          <p:cNvPr id="40" name="사각형: 둥근 모서리 114">
            <a:extLst>
              <a:ext uri="{FF2B5EF4-FFF2-40B4-BE49-F238E27FC236}">
                <a16:creationId xmlns:a16="http://schemas.microsoft.com/office/drawing/2014/main" id="{53B805E3-C8F5-5F6B-F293-18C9DEDA198C}"/>
              </a:ext>
            </a:extLst>
          </p:cNvPr>
          <p:cNvSpPr/>
          <p:nvPr/>
        </p:nvSpPr>
        <p:spPr>
          <a:xfrm>
            <a:off x="3009994" y="1056152"/>
            <a:ext cx="370752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41" name="사각형: 둥근 모서리 114">
            <a:extLst>
              <a:ext uri="{FF2B5EF4-FFF2-40B4-BE49-F238E27FC236}">
                <a16:creationId xmlns:a16="http://schemas.microsoft.com/office/drawing/2014/main" id="{2E144784-2DC1-0CC5-AE67-82CB64FD4DF7}"/>
              </a:ext>
            </a:extLst>
          </p:cNvPr>
          <p:cNvSpPr/>
          <p:nvPr/>
        </p:nvSpPr>
        <p:spPr>
          <a:xfrm>
            <a:off x="3009994" y="610481"/>
            <a:ext cx="3707524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 Env  </a:t>
            </a:r>
            <a:endParaRPr lang="en-US" altLang="ko-KR" sz="900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86CDFBC8-FF87-A17B-26A0-A6E739193F68}"/>
              </a:ext>
            </a:extLst>
          </p:cNvPr>
          <p:cNvSpPr/>
          <p:nvPr/>
        </p:nvSpPr>
        <p:spPr>
          <a:xfrm>
            <a:off x="3009995" y="1996804"/>
            <a:ext cx="3707523" cy="383228"/>
          </a:xfrm>
          <a:prstGeom prst="roundRect">
            <a:avLst>
              <a:gd name="adj" fmla="val 124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F5F466C6-795B-4A78-3DDD-7B26CAC1DD75}"/>
              </a:ext>
            </a:extLst>
          </p:cNvPr>
          <p:cNvSpPr/>
          <p:nvPr/>
        </p:nvSpPr>
        <p:spPr>
          <a:xfrm>
            <a:off x="4265968" y="1526478"/>
            <a:ext cx="119557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/dev/nvidia-caps</a:t>
            </a:r>
            <a:br>
              <a:rPr lang="en-US" altLang="ko-KR" sz="1000"/>
            </a:br>
            <a:r>
              <a:rPr lang="en-US" altLang="ko-KR" sz="1000"/>
              <a:t>/nvidia-caps31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70FE9AE-BB98-C842-FB54-9F53F173CD04}"/>
              </a:ext>
            </a:extLst>
          </p:cNvPr>
          <p:cNvSpPr/>
          <p:nvPr/>
        </p:nvSpPr>
        <p:spPr>
          <a:xfrm>
            <a:off x="5521940" y="1526478"/>
            <a:ext cx="119557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/dev/nvidia-caps</a:t>
            </a:r>
            <a:br>
              <a:rPr lang="en-US" altLang="ko-KR" sz="1000"/>
            </a:br>
            <a:r>
              <a:rPr lang="en-US" altLang="ko-KR" sz="1000"/>
              <a:t>/nvidia-caps32</a:t>
            </a:r>
            <a:endParaRPr lang="en-US" altLang="ko-KR" sz="1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323C595-5DF2-55DA-9D1B-02C0FAA6AE54}"/>
              </a:ext>
            </a:extLst>
          </p:cNvPr>
          <p:cNvSpPr txBox="1"/>
          <p:nvPr/>
        </p:nvSpPr>
        <p:spPr>
          <a:xfrm>
            <a:off x="7225845" y="266178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nvidia.com/mig-4g.20b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nvidia.com/mig-4g.20b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cxnSp>
        <p:nvCxnSpPr>
          <p:cNvPr id="56" name="직선 연결선 17">
            <a:extLst>
              <a:ext uri="{FF2B5EF4-FFF2-40B4-BE49-F238E27FC236}">
                <a16:creationId xmlns:a16="http://schemas.microsoft.com/office/drawing/2014/main" id="{9E39FF66-72F8-131E-384F-0BF689CC5C03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831009" y="4210225"/>
            <a:ext cx="1404310" cy="13350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17">
            <a:extLst>
              <a:ext uri="{FF2B5EF4-FFF2-40B4-BE49-F238E27FC236}">
                <a16:creationId xmlns:a16="http://schemas.microsoft.com/office/drawing/2014/main" id="{9A169D25-509E-6318-293D-851ECF92057B}"/>
              </a:ext>
            </a:extLst>
          </p:cNvPr>
          <p:cNvCxnSpPr>
            <a:cxnSpLocks/>
            <a:stCxn id="16" idx="2"/>
            <a:endCxn id="12" idx="0"/>
          </p:cNvCxnSpPr>
          <p:nvPr/>
        </p:nvCxnSpPr>
        <p:spPr>
          <a:xfrm flipH="1">
            <a:off x="2235319" y="4210225"/>
            <a:ext cx="708428" cy="13350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17">
            <a:extLst>
              <a:ext uri="{FF2B5EF4-FFF2-40B4-BE49-F238E27FC236}">
                <a16:creationId xmlns:a16="http://schemas.microsoft.com/office/drawing/2014/main" id="{0C13C9F1-3B17-AE6A-5E39-D369347AE3CB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>
            <a:off x="828291" y="3690116"/>
            <a:ext cx="2718" cy="13688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17">
            <a:extLst>
              <a:ext uri="{FF2B5EF4-FFF2-40B4-BE49-F238E27FC236}">
                <a16:creationId xmlns:a16="http://schemas.microsoft.com/office/drawing/2014/main" id="{4898AD93-491D-7696-D834-C84884EE62D8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2237581" y="3690116"/>
            <a:ext cx="706166" cy="13688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17">
            <a:extLst>
              <a:ext uri="{FF2B5EF4-FFF2-40B4-BE49-F238E27FC236}">
                <a16:creationId xmlns:a16="http://schemas.microsoft.com/office/drawing/2014/main" id="{0B67D6B1-CD7E-7193-912E-2B02EF1CD103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2943747" y="3690116"/>
            <a:ext cx="706166" cy="13688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17">
            <a:extLst>
              <a:ext uri="{FF2B5EF4-FFF2-40B4-BE49-F238E27FC236}">
                <a16:creationId xmlns:a16="http://schemas.microsoft.com/office/drawing/2014/main" id="{E78ED4A4-5423-B21D-B216-A01DBF46384E}"/>
              </a:ext>
            </a:extLst>
          </p:cNvPr>
          <p:cNvCxnSpPr>
            <a:cxnSpLocks/>
            <a:stCxn id="19" idx="2"/>
            <a:endCxn id="20" idx="0"/>
          </p:cNvCxnSpPr>
          <p:nvPr/>
        </p:nvCxnSpPr>
        <p:spPr>
          <a:xfrm flipH="1">
            <a:off x="5032231" y="3690116"/>
            <a:ext cx="1" cy="13688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17">
            <a:extLst>
              <a:ext uri="{FF2B5EF4-FFF2-40B4-BE49-F238E27FC236}">
                <a16:creationId xmlns:a16="http://schemas.microsoft.com/office/drawing/2014/main" id="{5CA1D19C-FEF5-11C4-78E2-4E73E38C8101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>
            <a:off x="5032231" y="4210225"/>
            <a:ext cx="1" cy="13350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419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29654-FCDE-BE44-D146-40F0538E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49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3B3C3-F894-4CAA-AEFE-4DDAC2B43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737D6A97-872F-88A0-07B7-8EA56477F817}"/>
              </a:ext>
            </a:extLst>
          </p:cNvPr>
          <p:cNvSpPr/>
          <p:nvPr/>
        </p:nvSpPr>
        <p:spPr>
          <a:xfrm>
            <a:off x="4981274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4C2A11D7-9D68-19CB-2AEF-9AAC879E8A09}"/>
              </a:ext>
            </a:extLst>
          </p:cNvPr>
          <p:cNvSpPr/>
          <p:nvPr/>
        </p:nvSpPr>
        <p:spPr>
          <a:xfrm>
            <a:off x="899592" y="58137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653EA01-1334-DA3C-3B0F-856C3DE26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8E975B45-FDD3-670E-EA85-51DD13627C6C}"/>
              </a:ext>
            </a:extLst>
          </p:cNvPr>
          <p:cNvSpPr/>
          <p:nvPr/>
        </p:nvSpPr>
        <p:spPr>
          <a:xfrm>
            <a:off x="2369518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B128BA0B-1F5E-2D33-9FC9-A186950F2C2C}"/>
              </a:ext>
            </a:extLst>
          </p:cNvPr>
          <p:cNvSpPr/>
          <p:nvPr/>
        </p:nvSpPr>
        <p:spPr>
          <a:xfrm>
            <a:off x="2457252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76035757-6A6C-A00F-BB54-6AC081316FAE}"/>
              </a:ext>
            </a:extLst>
          </p:cNvPr>
          <p:cNvSpPr/>
          <p:nvPr/>
        </p:nvSpPr>
        <p:spPr>
          <a:xfrm>
            <a:off x="3658852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FBA3070-F185-308E-5230-BA40D1C0A30B}"/>
              </a:ext>
            </a:extLst>
          </p:cNvPr>
          <p:cNvSpPr/>
          <p:nvPr/>
        </p:nvSpPr>
        <p:spPr>
          <a:xfrm>
            <a:off x="2457252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7539727-9419-2D0C-A4F5-FE987B6999F0}"/>
              </a:ext>
            </a:extLst>
          </p:cNvPr>
          <p:cNvSpPr/>
          <p:nvPr/>
        </p:nvSpPr>
        <p:spPr>
          <a:xfrm>
            <a:off x="949353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93D9EBCD-F207-6D47-E947-063FD36A5DF3}"/>
              </a:ext>
            </a:extLst>
          </p:cNvPr>
          <p:cNvSpPr/>
          <p:nvPr/>
        </p:nvSpPr>
        <p:spPr>
          <a:xfrm>
            <a:off x="1035199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E27558B-AB3A-92C2-EFC3-E11BB285D5B3}"/>
              </a:ext>
            </a:extLst>
          </p:cNvPr>
          <p:cNvSpPr/>
          <p:nvPr/>
        </p:nvSpPr>
        <p:spPr>
          <a:xfrm>
            <a:off x="1035198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3D274A3-A9C0-7B4E-1530-5A2BBC9BC2D7}"/>
              </a:ext>
            </a:extLst>
          </p:cNvPr>
          <p:cNvSpPr/>
          <p:nvPr/>
        </p:nvSpPr>
        <p:spPr>
          <a:xfrm>
            <a:off x="2457252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C01296C7-B053-06FD-F653-5667ECB99ED9}"/>
              </a:ext>
            </a:extLst>
          </p:cNvPr>
          <p:cNvSpPr/>
          <p:nvPr/>
        </p:nvSpPr>
        <p:spPr>
          <a:xfrm>
            <a:off x="1035198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10F4639E-DAA4-C86C-4BEE-FB6C688098AF}"/>
              </a:ext>
            </a:extLst>
          </p:cNvPr>
          <p:cNvSpPr/>
          <p:nvPr/>
        </p:nvSpPr>
        <p:spPr>
          <a:xfrm>
            <a:off x="502996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E8FAD095-B07C-CDE3-AD1A-201EF98683EF}"/>
              </a:ext>
            </a:extLst>
          </p:cNvPr>
          <p:cNvSpPr/>
          <p:nvPr/>
        </p:nvSpPr>
        <p:spPr>
          <a:xfrm>
            <a:off x="511581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43930940-5A30-8457-6839-528320BB515E}"/>
              </a:ext>
            </a:extLst>
          </p:cNvPr>
          <p:cNvSpPr/>
          <p:nvPr/>
        </p:nvSpPr>
        <p:spPr>
          <a:xfrm>
            <a:off x="511581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D40FC01-8122-4ED8-EA54-089363DA9E04}"/>
              </a:ext>
            </a:extLst>
          </p:cNvPr>
          <p:cNvSpPr/>
          <p:nvPr/>
        </p:nvSpPr>
        <p:spPr>
          <a:xfrm>
            <a:off x="511581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53D8BCB-C06A-0F02-7527-B601EF619B9D}"/>
              </a:ext>
            </a:extLst>
          </p:cNvPr>
          <p:cNvSpPr/>
          <p:nvPr/>
        </p:nvSpPr>
        <p:spPr>
          <a:xfrm>
            <a:off x="1110454" y="2784447"/>
            <a:ext cx="5045722" cy="1660433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408373CE-78A2-AE3B-6181-92492D1BCDC5}"/>
              </a:ext>
            </a:extLst>
          </p:cNvPr>
          <p:cNvSpPr/>
          <p:nvPr/>
        </p:nvSpPr>
        <p:spPr>
          <a:xfrm>
            <a:off x="1209844" y="3806899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2BDFFD5-56E3-F1B4-91C6-CC42BF4F86B6}"/>
              </a:ext>
            </a:extLst>
          </p:cNvPr>
          <p:cNvSpPr/>
          <p:nvPr/>
        </p:nvSpPr>
        <p:spPr>
          <a:xfrm>
            <a:off x="2469823" y="3806899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D4147002-D8BA-197F-E6C3-F2E7E2CFD514}"/>
              </a:ext>
            </a:extLst>
          </p:cNvPr>
          <p:cNvSpPr/>
          <p:nvPr/>
        </p:nvSpPr>
        <p:spPr>
          <a:xfrm>
            <a:off x="3729801" y="3806899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C34E1114-8364-366C-64F5-1F38CEFCD0EA}"/>
              </a:ext>
            </a:extLst>
          </p:cNvPr>
          <p:cNvSpPr/>
          <p:nvPr/>
        </p:nvSpPr>
        <p:spPr>
          <a:xfrm>
            <a:off x="4989780" y="3806899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4AC33A05-5EBB-CD92-F4E4-2BAE11039200}"/>
              </a:ext>
            </a:extLst>
          </p:cNvPr>
          <p:cNvSpPr/>
          <p:nvPr/>
        </p:nvSpPr>
        <p:spPr>
          <a:xfrm>
            <a:off x="1205028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8D507708-071A-63C9-70D9-DC839F6EEBA5}"/>
              </a:ext>
            </a:extLst>
          </p:cNvPr>
          <p:cNvSpPr/>
          <p:nvPr/>
        </p:nvSpPr>
        <p:spPr>
          <a:xfrm>
            <a:off x="2469823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E6490341-282A-D25C-2909-9FEA227E4AA2}"/>
              </a:ext>
            </a:extLst>
          </p:cNvPr>
          <p:cNvSpPr/>
          <p:nvPr/>
        </p:nvSpPr>
        <p:spPr>
          <a:xfrm>
            <a:off x="3729801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00207B77-6AB3-E8FC-9853-8DC73FEF123C}"/>
              </a:ext>
            </a:extLst>
          </p:cNvPr>
          <p:cNvSpPr/>
          <p:nvPr/>
        </p:nvSpPr>
        <p:spPr>
          <a:xfrm>
            <a:off x="4984271" y="3331403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AC923568-23CF-BA95-B57A-B06FF27F8618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FEE6CEAC-4111-8CA7-0F1D-440AC34EF4FF}"/>
              </a:ext>
            </a:extLst>
          </p:cNvPr>
          <p:cNvSpPr/>
          <p:nvPr/>
        </p:nvSpPr>
        <p:spPr>
          <a:xfrm>
            <a:off x="1205028" y="2859541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1F60D6FD-4822-2004-7416-BBC5E4045D71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816F2FD6-001C-5203-2CE8-87101DA4315A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714631"/>
            <a:ext cx="2408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BA9723F4-0DB5-94DE-EEF7-E7C7D5862DF1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714631"/>
            <a:ext cx="3101" cy="92268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011709D4-2DA8-5985-A4E2-A2A0857159AC}"/>
              </a:ext>
            </a:extLst>
          </p:cNvPr>
          <p:cNvSpPr txBox="1"/>
          <p:nvPr/>
        </p:nvSpPr>
        <p:spPr>
          <a:xfrm>
            <a:off x="3178253" y="2804607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7431C8CE-28EA-7BAD-66D6-A12B60E6FCA1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960733"/>
            <a:ext cx="2029097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B9BB333C-1ABE-E729-2864-FBC02C57A950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970578"/>
            <a:ext cx="28084" cy="888963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460ED0A1-46C8-32DD-2724-36334F4F16F7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960733"/>
            <a:ext cx="2051516" cy="898808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DFEE2B2-0CBA-A4E3-AD16-F3DA2ACD2359}"/>
              </a:ext>
            </a:extLst>
          </p:cNvPr>
          <p:cNvSpPr txBox="1"/>
          <p:nvPr/>
        </p:nvSpPr>
        <p:spPr>
          <a:xfrm>
            <a:off x="6561999" y="2885931"/>
            <a:ext cx="16652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C4E05BB-1DB9-23A3-1E00-E160BF73D74D}"/>
              </a:ext>
            </a:extLst>
          </p:cNvPr>
          <p:cNvSpPr txBox="1"/>
          <p:nvPr/>
        </p:nvSpPr>
        <p:spPr>
          <a:xfrm>
            <a:off x="6561999" y="577607"/>
            <a:ext cx="1665290" cy="230832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8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41" name="직선 연결선 17">
            <a:extLst>
              <a:ext uri="{FF2B5EF4-FFF2-40B4-BE49-F238E27FC236}">
                <a16:creationId xmlns:a16="http://schemas.microsoft.com/office/drawing/2014/main" id="{E637129B-A17F-2E26-9852-6E716C190570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>
            <a:off x="1584555" y="2431059"/>
            <a:ext cx="161547" cy="90034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17">
            <a:extLst>
              <a:ext uri="{FF2B5EF4-FFF2-40B4-BE49-F238E27FC236}">
                <a16:creationId xmlns:a16="http://schemas.microsoft.com/office/drawing/2014/main" id="{69574E8C-3B36-BEA9-178A-9C9D33BD400C}"/>
              </a:ext>
            </a:extLst>
          </p:cNvPr>
          <p:cNvCxnSpPr>
            <a:cxnSpLocks/>
            <a:stCxn id="48" idx="2"/>
            <a:endCxn id="22" idx="0"/>
          </p:cNvCxnSpPr>
          <p:nvPr/>
        </p:nvCxnSpPr>
        <p:spPr>
          <a:xfrm>
            <a:off x="3007252" y="2440903"/>
            <a:ext cx="3645" cy="8905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AAE8B400-C7C8-13DE-5125-044A3566461A}"/>
              </a:ext>
            </a:extLst>
          </p:cNvPr>
          <p:cNvCxnSpPr>
            <a:cxnSpLocks/>
            <a:stCxn id="49" idx="2"/>
            <a:endCxn id="23" idx="0"/>
          </p:cNvCxnSpPr>
          <p:nvPr/>
        </p:nvCxnSpPr>
        <p:spPr>
          <a:xfrm>
            <a:off x="4208786" y="2440903"/>
            <a:ext cx="62089" cy="89050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17">
            <a:extLst>
              <a:ext uri="{FF2B5EF4-FFF2-40B4-BE49-F238E27FC236}">
                <a16:creationId xmlns:a16="http://schemas.microsoft.com/office/drawing/2014/main" id="{31258EEB-34FF-B66D-E6AB-93D4825576F2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flipH="1">
            <a:off x="5525345" y="2431059"/>
            <a:ext cx="139823" cy="900344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686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1F72E-21E1-827F-01E6-84EA46824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D35994A4-8E8E-54A2-E8FE-897E3E51F7F2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1CC004DF-852C-AF4C-F18D-2905D3F2033A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5F918CE-EC24-C4E8-9D4B-D1C168CAB146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BA9B2352-9192-4A10-C160-BC1FF97EAE6B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A578191-FB7B-B663-D9CC-4FC850562E12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C7503AE5-0BC4-2753-36A4-6EC92F8648A4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ED03B967-19CE-FFEC-BD5A-A5DE7F2EF06A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F555D80-3CED-0E1E-95ED-FFD8E4932716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A57B75C-A0BA-7455-E6F6-86C9E079317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0B9E610-0701-0386-D1AF-C36430A9DCCE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6FD50AA-D8D5-2720-BF94-EF2FA011DA0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7C13DFF-3008-F2BF-E3C7-1748A18BAAC4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CC54E4A-7E67-9C3A-629C-ABD68C90EFA1}"/>
              </a:ext>
            </a:extLst>
          </p:cNvPr>
          <p:cNvSpPr txBox="1"/>
          <p:nvPr/>
        </p:nvSpPr>
        <p:spPr>
          <a:xfrm flipH="1">
            <a:off x="1331374" y="3578665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989144-F915-5450-2ED5-5379DFC87045}"/>
              </a:ext>
            </a:extLst>
          </p:cNvPr>
          <p:cNvSpPr txBox="1"/>
          <p:nvPr/>
        </p:nvSpPr>
        <p:spPr>
          <a:xfrm flipH="1">
            <a:off x="1632578" y="2507913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br>
              <a:rPr kumimoji="1" lang="en-US" altLang="ko-KR" sz="1000" i="1"/>
            </a:br>
            <a:r>
              <a:rPr kumimoji="1" lang="en-US" altLang="ko-KR" sz="1000" i="1"/>
              <a:t>with 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A0B18F-6F62-A2E5-0561-AE836CCFFB4C}"/>
              </a:ext>
            </a:extLst>
          </p:cNvPr>
          <p:cNvSpPr txBox="1"/>
          <p:nvPr/>
        </p:nvSpPr>
        <p:spPr>
          <a:xfrm flipH="1">
            <a:off x="3707909" y="2506068"/>
            <a:ext cx="21423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3. </a:t>
            </a:r>
            <a:r>
              <a:rPr kumimoji="1" lang="en-US" altLang="ko-KR" sz="1000" b="1" i="1"/>
              <a:t>Register()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</a:t>
            </a:r>
            <a:r>
              <a:rPr lang="en" altLang="ko-KR" sz="1000"/>
              <a:t>/var/lib/kubelet/device-plugins/kubelet.sock</a:t>
            </a:r>
            <a:endParaRPr kumimoji="1" lang="en-US" altLang="ko-KR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2510DC93-A38E-DEBE-0C64-61FECDC314A1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6AC8F87-3CD2-7E70-1B0F-96EB2737564E}"/>
              </a:ext>
            </a:extLst>
          </p:cNvPr>
          <p:cNvSpPr txBox="1"/>
          <p:nvPr/>
        </p:nvSpPr>
        <p:spPr>
          <a:xfrm flipH="1">
            <a:off x="3359028" y="3366346"/>
            <a:ext cx="20313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ListAndWatch()</a:t>
            </a:r>
            <a:r>
              <a:rPr kumimoji="1" lang="ko-KR" altLang="en-US" sz="1000" i="1"/>
              <a:t> </a:t>
            </a:r>
            <a:r>
              <a:rPr kumimoji="1" lang="en-US" altLang="ko-KR" sz="1000" i="1"/>
              <a:t>GPUs</a:t>
            </a:r>
            <a:endParaRPr kumimoji="1" lang="en-US" altLang="ko-KR" sz="1000" b="1" i="1"/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728C597-50E5-D525-06A8-6C167D187FC5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B525848-680E-A7AE-D096-9747AB9341C6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9D790E83-D302-8580-4DE8-5FB3CBF58EC1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AD03F592-4751-1A52-CB3D-57F5DE64A9C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7A4589F-A71B-179C-D144-977AB12139F0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29484466-D805-7008-A36B-31C09B2E4F78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CA37B8-7058-FC05-9A91-ECBFFE12ACFA}"/>
              </a:ext>
            </a:extLst>
          </p:cNvPr>
          <p:cNvSpPr txBox="1"/>
          <p:nvPr/>
        </p:nvSpPr>
        <p:spPr>
          <a:xfrm flipH="1">
            <a:off x="4139961" y="1168060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13" name="사각형: 둥근 모서리 71">
            <a:extLst>
              <a:ext uri="{FF2B5EF4-FFF2-40B4-BE49-F238E27FC236}">
                <a16:creationId xmlns:a16="http://schemas.microsoft.com/office/drawing/2014/main" id="{ABF4724F-153B-CB0D-ECD8-780223012F45}"/>
              </a:ext>
            </a:extLst>
          </p:cNvPr>
          <p:cNvSpPr/>
          <p:nvPr/>
        </p:nvSpPr>
        <p:spPr>
          <a:xfrm flipH="1">
            <a:off x="3817499" y="704099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59179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B2D0-E028-4F3B-96E6-B04A86E00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17">
            <a:extLst>
              <a:ext uri="{FF2B5EF4-FFF2-40B4-BE49-F238E27FC236}">
                <a16:creationId xmlns:a16="http://schemas.microsoft.com/office/drawing/2014/main" id="{8458346C-2969-D29B-D4A7-8B7328E291DE}"/>
              </a:ext>
            </a:extLst>
          </p:cNvPr>
          <p:cNvSpPr/>
          <p:nvPr/>
        </p:nvSpPr>
        <p:spPr>
          <a:xfrm flipH="1">
            <a:off x="971602" y="2507913"/>
            <a:ext cx="5112568" cy="2368093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r>
              <a:rPr lang="en-US" sz="1000" b="1" dirty="0">
                <a:solidFill>
                  <a:schemeClr val="tx1"/>
                </a:solidFill>
              </a:rPr>
              <a:t>NVIDIA </a:t>
            </a:r>
          </a:p>
          <a:p>
            <a:r>
              <a:rPr lang="en-US" sz="1000" b="1" dirty="0">
                <a:solidFill>
                  <a:schemeClr val="tx1"/>
                </a:solidFill>
              </a:rPr>
              <a:t>GPU Node</a:t>
            </a:r>
            <a:endParaRPr lang="en-KR" sz="1000" b="1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149BCB01-0555-D84B-D3A9-6F89D3C929D4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8C31E5DC-7C9E-7337-2BB3-47F2B8AA4BCA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13AC527A-FF39-080C-7AE3-0669838AE160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FECEE15-CE57-7C99-64B1-C79BEFD4907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C678201A-704B-0F00-78EA-0B75BBE8C004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5A693C28-8751-B75F-F6E9-EE9E49A8C84F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E514DBC-F9CA-D447-E47F-CBA88EF9E214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C020E8A6-E45A-5832-E124-D137241E817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ECDA72BC-ABE1-4A76-2B8F-388718317C24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A5AE02D-2E20-C92A-EF9F-EB67E2290FB1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AB3F89C-DD89-F4DE-EF9C-3C4AC1BF7A0F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>
            <a:off x="3405903" y="3288202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9B556A1-51EF-4503-FEB1-D0B7B4AD1CC5}"/>
              </a:ext>
            </a:extLst>
          </p:cNvPr>
          <p:cNvSpPr txBox="1"/>
          <p:nvPr/>
        </p:nvSpPr>
        <p:spPr>
          <a:xfrm flipH="1">
            <a:off x="3405875" y="3281918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4. </a:t>
            </a:r>
            <a:r>
              <a:rPr kumimoji="1" lang="en-US" altLang="ko-KR" sz="1000" b="1" i="1"/>
              <a:t>Allocate() </a:t>
            </a:r>
            <a:r>
              <a:rPr kumimoji="1" lang="en-US" altLang="ko-KR" sz="1000" i="1"/>
              <a:t>GPUs</a:t>
            </a:r>
          </a:p>
          <a:p>
            <a:r>
              <a:rPr kumimoji="1" lang="en-US" altLang="ko-KR" sz="1000" i="1"/>
              <a:t>via 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13355B58-5BC3-20D9-90F7-8E2975877EA9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7E963E1-DECB-EEAC-443C-EBEF0B934149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4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C9AC9A70-E878-C40F-5EBB-45D885991D2B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38BED88-6DFE-D668-E238-634E74276C0C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7E48F96-1978-A809-7F72-8E648A24A87A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7B00F26E-9B4B-C0A6-7D4F-75EF2799A773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1. Create pod with GPU </a:t>
            </a:r>
            <a:endParaRPr lang="ko-KR" altLang="en-US" sz="1000" i="1"/>
          </a:p>
        </p:txBody>
      </p: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8331C743-10D3-9690-FB50-F366A828AE63}"/>
              </a:ext>
            </a:extLst>
          </p:cNvPr>
          <p:cNvSpPr/>
          <p:nvPr/>
        </p:nvSpPr>
        <p:spPr>
          <a:xfrm flipH="1">
            <a:off x="4134943" y="129924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3F5BB2DA-0D79-7278-62C1-8DCB92AE4DC6}"/>
              </a:ext>
            </a:extLst>
          </p:cNvPr>
          <p:cNvCxnSpPr>
            <a:cxnSpLocks/>
            <a:stCxn id="77" idx="1"/>
            <a:endCxn id="43" idx="2"/>
          </p:cNvCxnSpPr>
          <p:nvPr/>
        </p:nvCxnSpPr>
        <p:spPr>
          <a:xfrm flipV="1">
            <a:off x="5143055" y="598826"/>
            <a:ext cx="275199" cy="9310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EF4B5D2A-6643-EFA0-3648-00EB9FE00EE7}"/>
              </a:ext>
            </a:extLst>
          </p:cNvPr>
          <p:cNvSpPr/>
          <p:nvPr/>
        </p:nvSpPr>
        <p:spPr>
          <a:xfrm flipH="1">
            <a:off x="4134943" y="883665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2. Get created pod info and </a:t>
            </a:r>
          </a:p>
          <a:p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53F85017-CCA1-59F2-E11D-9672B954C950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251F0F8F-8A15-A167-4131-F7BFF0E84905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9F6CECCD-2CC3-660C-AE3C-92E2FA32ECD4}"/>
              </a:ext>
            </a:extLst>
          </p:cNvPr>
          <p:cNvSpPr/>
          <p:nvPr/>
        </p:nvSpPr>
        <p:spPr>
          <a:xfrm flipH="1">
            <a:off x="3674605" y="392493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Create pod with GPUs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3831CF92-EF1B-588B-98CE-20E0E8839585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8C937B9D-6795-F37B-918A-23FD187168FE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CC7676AB-6122-C990-84DF-93E6513B3584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  <p:sp>
        <p:nvSpPr>
          <p:cNvPr id="12" name="사각형: 둥근 모서리 71">
            <a:extLst>
              <a:ext uri="{FF2B5EF4-FFF2-40B4-BE49-F238E27FC236}">
                <a16:creationId xmlns:a16="http://schemas.microsoft.com/office/drawing/2014/main" id="{28EC65FA-642E-6513-35E7-6160449E26AE}"/>
              </a:ext>
            </a:extLst>
          </p:cNvPr>
          <p:cNvSpPr/>
          <p:nvPr/>
        </p:nvSpPr>
        <p:spPr>
          <a:xfrm flipH="1">
            <a:off x="4243133" y="2549630"/>
            <a:ext cx="1342130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3. Get scheduled </a:t>
            </a:r>
            <a:br>
              <a:rPr lang="en-US" altLang="ko-KR" sz="1000" i="1"/>
            </a:br>
            <a:r>
              <a:rPr lang="en-US" altLang="ko-KR" sz="1000" i="1"/>
              <a:t>pod info</a:t>
            </a:r>
          </a:p>
        </p:txBody>
      </p:sp>
    </p:spTree>
    <p:extLst>
      <p:ext uri="{BB962C8B-B14F-4D97-AF65-F5344CB8AC3E}">
        <p14:creationId xmlns:p14="http://schemas.microsoft.com/office/powerpoint/2010/main" val="1167151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58A40-57F3-53B4-A039-66E51C062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ED351725-5994-C743-0CA7-BFDFC434C3FE}"/>
              </a:ext>
            </a:extLst>
          </p:cNvPr>
          <p:cNvSpPr/>
          <p:nvPr/>
        </p:nvSpPr>
        <p:spPr>
          <a:xfrm>
            <a:off x="1782967" y="581379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187109A3-B22C-3B94-193F-7B0F92EA6559}"/>
              </a:ext>
            </a:extLst>
          </p:cNvPr>
          <p:cNvSpPr/>
          <p:nvPr/>
        </p:nvSpPr>
        <p:spPr>
          <a:xfrm>
            <a:off x="4403178" y="57760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3D2EA0FC-8C82-8D6C-4CE5-3A094874B381}"/>
              </a:ext>
            </a:extLst>
          </p:cNvPr>
          <p:cNvSpPr/>
          <p:nvPr/>
        </p:nvSpPr>
        <p:spPr>
          <a:xfrm>
            <a:off x="360495" y="581379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3DBA57E-B92C-99C1-3ECC-B25A9429F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2A71B6C9-22E2-6C41-C13A-C75F34FB12E5}"/>
              </a:ext>
            </a:extLst>
          </p:cNvPr>
          <p:cNvSpPr/>
          <p:nvPr/>
        </p:nvSpPr>
        <p:spPr>
          <a:xfrm>
            <a:off x="1830421" y="86364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C235B79-1601-D2A5-4705-1D132B0AB9E5}"/>
              </a:ext>
            </a:extLst>
          </p:cNvPr>
          <p:cNvSpPr/>
          <p:nvPr/>
        </p:nvSpPr>
        <p:spPr>
          <a:xfrm>
            <a:off x="1918155" y="205767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037B4965-F0D4-4352-89AD-8266EC528B7B}"/>
              </a:ext>
            </a:extLst>
          </p:cNvPr>
          <p:cNvSpPr/>
          <p:nvPr/>
        </p:nvSpPr>
        <p:spPr>
          <a:xfrm>
            <a:off x="3119755" y="205767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D3BCA3C-5315-54F8-5AEA-F6CEF5EC25D7}"/>
              </a:ext>
            </a:extLst>
          </p:cNvPr>
          <p:cNvSpPr/>
          <p:nvPr/>
        </p:nvSpPr>
        <p:spPr>
          <a:xfrm>
            <a:off x="1918155" y="158735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DB45488D-1204-E22D-3913-C173B0F49539}"/>
              </a:ext>
            </a:extLst>
          </p:cNvPr>
          <p:cNvSpPr/>
          <p:nvPr/>
        </p:nvSpPr>
        <p:spPr>
          <a:xfrm>
            <a:off x="410256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B1692B4-97B0-1AC5-33FF-F3CBA12882ED}"/>
              </a:ext>
            </a:extLst>
          </p:cNvPr>
          <p:cNvSpPr/>
          <p:nvPr/>
        </p:nvSpPr>
        <p:spPr>
          <a:xfrm>
            <a:off x="496102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95756EE5-B1CE-6E5F-8681-29519C7BD717}"/>
              </a:ext>
            </a:extLst>
          </p:cNvPr>
          <p:cNvSpPr/>
          <p:nvPr/>
        </p:nvSpPr>
        <p:spPr>
          <a:xfrm>
            <a:off x="496101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877B4766-425B-0EAE-6F39-BF23C31420B8}"/>
              </a:ext>
            </a:extLst>
          </p:cNvPr>
          <p:cNvSpPr/>
          <p:nvPr/>
        </p:nvSpPr>
        <p:spPr>
          <a:xfrm>
            <a:off x="1918155" y="113619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4FA9492F-0C0C-C48E-8E9B-FEE379A222D3}"/>
              </a:ext>
            </a:extLst>
          </p:cNvPr>
          <p:cNvSpPr/>
          <p:nvPr/>
        </p:nvSpPr>
        <p:spPr>
          <a:xfrm>
            <a:off x="496101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F7C31D4F-C2D0-6BD5-1D14-CEBB9FA8E9F9}"/>
              </a:ext>
            </a:extLst>
          </p:cNvPr>
          <p:cNvSpPr/>
          <p:nvPr/>
        </p:nvSpPr>
        <p:spPr>
          <a:xfrm>
            <a:off x="4451870" y="85816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49AB0EEA-3428-A87F-20E0-07DD8FF81C2C}"/>
              </a:ext>
            </a:extLst>
          </p:cNvPr>
          <p:cNvSpPr/>
          <p:nvPr/>
        </p:nvSpPr>
        <p:spPr>
          <a:xfrm>
            <a:off x="4537716" y="204783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26E2AEB1-5420-7AE2-074D-4AC4DB68954D}"/>
              </a:ext>
            </a:extLst>
          </p:cNvPr>
          <p:cNvSpPr/>
          <p:nvPr/>
        </p:nvSpPr>
        <p:spPr>
          <a:xfrm>
            <a:off x="4537715" y="157750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10B90B2-B5E1-3251-C88F-1813FF92B16D}"/>
              </a:ext>
            </a:extLst>
          </p:cNvPr>
          <p:cNvSpPr/>
          <p:nvPr/>
        </p:nvSpPr>
        <p:spPr>
          <a:xfrm>
            <a:off x="4537715" y="113183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D54C16E-23DB-0E42-65B6-FBC6AA9FDC08}"/>
              </a:ext>
            </a:extLst>
          </p:cNvPr>
          <p:cNvSpPr/>
          <p:nvPr/>
        </p:nvSpPr>
        <p:spPr>
          <a:xfrm>
            <a:off x="360495" y="2782380"/>
            <a:ext cx="2577504" cy="1664205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17759AEF-8E47-3CA9-64F9-36CFF746EE71}"/>
              </a:ext>
            </a:extLst>
          </p:cNvPr>
          <p:cNvSpPr/>
          <p:nvPr/>
        </p:nvSpPr>
        <p:spPr>
          <a:xfrm>
            <a:off x="499225" y="3799661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8A07FB70-0481-8B1C-B92A-BF242C380103}"/>
              </a:ext>
            </a:extLst>
          </p:cNvPr>
          <p:cNvSpPr/>
          <p:nvPr/>
        </p:nvSpPr>
        <p:spPr>
          <a:xfrm>
            <a:off x="1714916" y="3799661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78ADDADB-53B2-0DC4-57F6-99533EBCF87F}"/>
              </a:ext>
            </a:extLst>
          </p:cNvPr>
          <p:cNvSpPr/>
          <p:nvPr/>
        </p:nvSpPr>
        <p:spPr>
          <a:xfrm>
            <a:off x="494408" y="3329336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4D4BA6F-AD76-5FE0-E3D3-FED1EB74DB84}"/>
              </a:ext>
            </a:extLst>
          </p:cNvPr>
          <p:cNvSpPr/>
          <p:nvPr/>
        </p:nvSpPr>
        <p:spPr>
          <a:xfrm>
            <a:off x="1710099" y="3329336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3C8455AB-75EF-3102-E1B4-547FDF971D4D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>
            <a:off x="2251173" y="3712564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3B45D02-DCA0-0191-C2BC-A70A7CE51DB7}"/>
              </a:ext>
            </a:extLst>
          </p:cNvPr>
          <p:cNvSpPr/>
          <p:nvPr/>
        </p:nvSpPr>
        <p:spPr>
          <a:xfrm>
            <a:off x="494409" y="2857474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F2C6F897-0B49-7143-810A-C47B0D4EBC14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044610" y="3712564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1DE7760-B265-CEFB-75E2-4CF80567BB32}"/>
              </a:ext>
            </a:extLst>
          </p:cNvPr>
          <p:cNvSpPr txBox="1"/>
          <p:nvPr/>
        </p:nvSpPr>
        <p:spPr>
          <a:xfrm>
            <a:off x="1187961" y="280889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C284FF6D-7B03-FD4A-AB77-B38996F1E054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1645780" y="1960733"/>
            <a:ext cx="3441291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8E391B89-2E17-1DCF-10A2-81BEA62922E5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 flipH="1">
            <a:off x="1645780" y="1970578"/>
            <a:ext cx="1423109" cy="886896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970B91A6-CD66-B07E-1878-ADB4CE349AF6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045457" y="1960733"/>
            <a:ext cx="600323" cy="896741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C3255B8D-C066-2FCF-9D2F-60E26D38E7DF}"/>
              </a:ext>
            </a:extLst>
          </p:cNvPr>
          <p:cNvSpPr txBox="1"/>
          <p:nvPr/>
        </p:nvSpPr>
        <p:spPr>
          <a:xfrm>
            <a:off x="5983495" y="176514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cxnSp>
        <p:nvCxnSpPr>
          <p:cNvPr id="17" name="직선 연결선 17">
            <a:extLst>
              <a:ext uri="{FF2B5EF4-FFF2-40B4-BE49-F238E27FC236}">
                <a16:creationId xmlns:a16="http://schemas.microsoft.com/office/drawing/2014/main" id="{3EC9D353-B78C-5550-3AEB-7E2521E838BA}"/>
              </a:ext>
            </a:extLst>
          </p:cNvPr>
          <p:cNvCxnSpPr>
            <a:cxnSpLocks/>
            <a:stCxn id="74" idx="2"/>
            <a:endCxn id="21" idx="0"/>
          </p:cNvCxnSpPr>
          <p:nvPr/>
        </p:nvCxnSpPr>
        <p:spPr>
          <a:xfrm flipH="1">
            <a:off x="1044610" y="2431059"/>
            <a:ext cx="848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17">
            <a:extLst>
              <a:ext uri="{FF2B5EF4-FFF2-40B4-BE49-F238E27FC236}">
                <a16:creationId xmlns:a16="http://schemas.microsoft.com/office/drawing/2014/main" id="{5314DD90-46A5-86DC-61CD-30C911F8E442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 flipH="1">
            <a:off x="1044610" y="2440903"/>
            <a:ext cx="1423545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17">
            <a:extLst>
              <a:ext uri="{FF2B5EF4-FFF2-40B4-BE49-F238E27FC236}">
                <a16:creationId xmlns:a16="http://schemas.microsoft.com/office/drawing/2014/main" id="{EE8DCCF0-4F6B-0B25-3107-21C913D0B394}"/>
              </a:ext>
            </a:extLst>
          </p:cNvPr>
          <p:cNvCxnSpPr>
            <a:cxnSpLocks/>
            <a:stCxn id="49" idx="2"/>
            <a:endCxn id="22" idx="0"/>
          </p:cNvCxnSpPr>
          <p:nvPr/>
        </p:nvCxnSpPr>
        <p:spPr>
          <a:xfrm flipH="1">
            <a:off x="2251173" y="2440903"/>
            <a:ext cx="1418516" cy="8884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17">
            <a:extLst>
              <a:ext uri="{FF2B5EF4-FFF2-40B4-BE49-F238E27FC236}">
                <a16:creationId xmlns:a16="http://schemas.microsoft.com/office/drawing/2014/main" id="{EA5D5CCD-B7CD-B4E8-9287-352CFE1D811F}"/>
              </a:ext>
            </a:extLst>
          </p:cNvPr>
          <p:cNvCxnSpPr>
            <a:cxnSpLocks/>
            <a:stCxn id="5" idx="2"/>
            <a:endCxn id="22" idx="0"/>
          </p:cNvCxnSpPr>
          <p:nvPr/>
        </p:nvCxnSpPr>
        <p:spPr>
          <a:xfrm flipH="1">
            <a:off x="2251173" y="2431059"/>
            <a:ext cx="2835899" cy="8982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3322CB-F55A-8A47-4599-3F4557E60C14}"/>
              </a:ext>
            </a:extLst>
          </p:cNvPr>
          <p:cNvSpPr txBox="1"/>
          <p:nvPr/>
        </p:nvSpPr>
        <p:spPr>
          <a:xfrm>
            <a:off x="5983495" y="3332173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DBD74DA-F7DA-64CC-19A7-BC7B72CFC71F}"/>
              </a:ext>
            </a:extLst>
          </p:cNvPr>
          <p:cNvSpPr txBox="1"/>
          <p:nvPr/>
        </p:nvSpPr>
        <p:spPr>
          <a:xfrm>
            <a:off x="5983495" y="195486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3049525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A697C-4EDF-F461-587B-516AAB4AC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0FC91557-26D9-4105-C80E-5AD249EE62B2}"/>
              </a:ext>
            </a:extLst>
          </p:cNvPr>
          <p:cNvSpPr/>
          <p:nvPr/>
        </p:nvSpPr>
        <p:spPr>
          <a:xfrm>
            <a:off x="131107" y="2591713"/>
            <a:ext cx="3734722" cy="1664205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45792C4F-D2CD-16A0-C7FB-8165AAC7E942}"/>
              </a:ext>
            </a:extLst>
          </p:cNvPr>
          <p:cNvSpPr/>
          <p:nvPr/>
        </p:nvSpPr>
        <p:spPr>
          <a:xfrm>
            <a:off x="269837" y="3608994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0D53837B-8E50-0613-6F92-2C436946AC40}"/>
              </a:ext>
            </a:extLst>
          </p:cNvPr>
          <p:cNvSpPr/>
          <p:nvPr/>
        </p:nvSpPr>
        <p:spPr>
          <a:xfrm>
            <a:off x="1485528" y="3608994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C67B60F7-D3A1-F598-45FB-2BD04DE66852}"/>
              </a:ext>
            </a:extLst>
          </p:cNvPr>
          <p:cNvSpPr/>
          <p:nvPr/>
        </p:nvSpPr>
        <p:spPr>
          <a:xfrm>
            <a:off x="265020" y="3138669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09293847-5F71-E1F7-0276-376CCC310E91}"/>
              </a:ext>
            </a:extLst>
          </p:cNvPr>
          <p:cNvSpPr/>
          <p:nvPr/>
        </p:nvSpPr>
        <p:spPr>
          <a:xfrm>
            <a:off x="1480711" y="3138669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4" name="직선 연결선 20">
            <a:extLst>
              <a:ext uri="{FF2B5EF4-FFF2-40B4-BE49-F238E27FC236}">
                <a16:creationId xmlns:a16="http://schemas.microsoft.com/office/drawing/2014/main" id="{42CB038A-8DD8-0AE2-2C62-59DA4731429D}"/>
              </a:ext>
            </a:extLst>
          </p:cNvPr>
          <p:cNvCxnSpPr>
            <a:cxnSpLocks/>
            <a:stCxn id="23" idx="2"/>
            <a:endCxn id="19" idx="0"/>
          </p:cNvCxnSpPr>
          <p:nvPr/>
        </p:nvCxnSpPr>
        <p:spPr>
          <a:xfrm>
            <a:off x="2021785" y="3521897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07F05030-CE78-F30C-7060-1292C6ADBF6D}"/>
              </a:ext>
            </a:extLst>
          </p:cNvPr>
          <p:cNvSpPr/>
          <p:nvPr/>
        </p:nvSpPr>
        <p:spPr>
          <a:xfrm>
            <a:off x="265021" y="2666807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9" name="직선 연결선 17">
            <a:extLst>
              <a:ext uri="{FF2B5EF4-FFF2-40B4-BE49-F238E27FC236}">
                <a16:creationId xmlns:a16="http://schemas.microsoft.com/office/drawing/2014/main" id="{94084670-9292-BCB9-E6EF-D94E62FF89D6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>
            <a:off x="815222" y="3521897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E1297AD-43C1-16FF-4929-92EF2CDA8421}"/>
              </a:ext>
            </a:extLst>
          </p:cNvPr>
          <p:cNvSpPr txBox="1"/>
          <p:nvPr/>
        </p:nvSpPr>
        <p:spPr>
          <a:xfrm>
            <a:off x="955537" y="261822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E9F991C9-6089-E0E3-2987-6982BE9C535E}"/>
              </a:ext>
            </a:extLst>
          </p:cNvPr>
          <p:cNvSpPr/>
          <p:nvPr/>
        </p:nvSpPr>
        <p:spPr>
          <a:xfrm>
            <a:off x="131107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1E75A94-15B2-07E7-DA72-9CEC5B721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04B0B8B3-7ACA-E1AF-5116-C2FE874DCF47}"/>
              </a:ext>
            </a:extLst>
          </p:cNvPr>
          <p:cNvSpPr/>
          <p:nvPr/>
        </p:nvSpPr>
        <p:spPr>
          <a:xfrm>
            <a:off x="180868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EBE7612D-26AF-E458-4AB4-FDFE6C41C6EB}"/>
              </a:ext>
            </a:extLst>
          </p:cNvPr>
          <p:cNvSpPr/>
          <p:nvPr/>
        </p:nvSpPr>
        <p:spPr>
          <a:xfrm>
            <a:off x="266714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A38E0AE-7478-947F-CC7A-37125DA94D7D}"/>
              </a:ext>
            </a:extLst>
          </p:cNvPr>
          <p:cNvSpPr/>
          <p:nvPr/>
        </p:nvSpPr>
        <p:spPr>
          <a:xfrm>
            <a:off x="266712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F6F8F86-2AF3-DC94-3F69-7E1925D3D74B}"/>
              </a:ext>
            </a:extLst>
          </p:cNvPr>
          <p:cNvSpPr/>
          <p:nvPr/>
        </p:nvSpPr>
        <p:spPr>
          <a:xfrm>
            <a:off x="266713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4C0A0044-C0D5-EA24-2CE2-AABE4AADE061}"/>
              </a:ext>
            </a:extLst>
          </p:cNvPr>
          <p:cNvSpPr/>
          <p:nvPr/>
        </p:nvSpPr>
        <p:spPr>
          <a:xfrm>
            <a:off x="4108684" y="2598534"/>
            <a:ext cx="2666781" cy="2212073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MPS Control Daemon Pod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D8108D1A-3CE6-0C82-6795-D2F5EBE71461}"/>
              </a:ext>
            </a:extLst>
          </p:cNvPr>
          <p:cNvSpPr/>
          <p:nvPr/>
        </p:nvSpPr>
        <p:spPr>
          <a:xfrm>
            <a:off x="4185035" y="2888356"/>
            <a:ext cx="2517544" cy="1849295"/>
          </a:xfrm>
          <a:prstGeom prst="roundRect">
            <a:avLst>
              <a:gd name="adj" fmla="val 350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CTR Container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55E4FA92-9DAC-AE56-5409-97234DF6AD81}"/>
              </a:ext>
            </a:extLst>
          </p:cNvPr>
          <p:cNvSpPr/>
          <p:nvPr/>
        </p:nvSpPr>
        <p:spPr>
          <a:xfrm>
            <a:off x="1295879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7" name="사각형: 둥근 모서리 114">
            <a:extLst>
              <a:ext uri="{FF2B5EF4-FFF2-40B4-BE49-F238E27FC236}">
                <a16:creationId xmlns:a16="http://schemas.microsoft.com/office/drawing/2014/main" id="{A7121CA5-55E7-DB20-4E96-B11D1EE211D7}"/>
              </a:ext>
            </a:extLst>
          </p:cNvPr>
          <p:cNvSpPr/>
          <p:nvPr/>
        </p:nvSpPr>
        <p:spPr>
          <a:xfrm>
            <a:off x="2680455" y="2664862"/>
            <a:ext cx="1077331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/run/nvidia</a:t>
            </a:r>
            <a:br>
              <a:rPr lang="en-US" altLang="ko-KR" sz="1000"/>
            </a:br>
            <a:r>
              <a:rPr lang="en-US" altLang="ko-KR" sz="1000"/>
              <a:t>/mps</a:t>
            </a:r>
            <a:endParaRPr lang="en-US" altLang="ko-KR" sz="1000" dirty="0"/>
          </a:p>
        </p:txBody>
      </p:sp>
      <p:sp>
        <p:nvSpPr>
          <p:cNvPr id="84" name="사각형: 둥근 모서리 114">
            <a:extLst>
              <a:ext uri="{FF2B5EF4-FFF2-40B4-BE49-F238E27FC236}">
                <a16:creationId xmlns:a16="http://schemas.microsoft.com/office/drawing/2014/main" id="{D4DFD18C-6667-F28D-EB56-A1F55DDC547A}"/>
              </a:ext>
            </a:extLst>
          </p:cNvPr>
          <p:cNvSpPr/>
          <p:nvPr/>
        </p:nvSpPr>
        <p:spPr>
          <a:xfrm>
            <a:off x="2815605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9D2C4D27-4519-5E66-5CA9-82C80A016F92}"/>
              </a:ext>
            </a:extLst>
          </p:cNvPr>
          <p:cNvSpPr/>
          <p:nvPr/>
        </p:nvSpPr>
        <p:spPr>
          <a:xfrm>
            <a:off x="2865366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6" name="사각형: 둥근 모서리 114">
            <a:extLst>
              <a:ext uri="{FF2B5EF4-FFF2-40B4-BE49-F238E27FC236}">
                <a16:creationId xmlns:a16="http://schemas.microsoft.com/office/drawing/2014/main" id="{239C3F98-50B2-503C-1515-EA4B694E637F}"/>
              </a:ext>
            </a:extLst>
          </p:cNvPr>
          <p:cNvSpPr/>
          <p:nvPr/>
        </p:nvSpPr>
        <p:spPr>
          <a:xfrm>
            <a:off x="2951212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87" name="사각형: 둥근 모서리 114">
            <a:extLst>
              <a:ext uri="{FF2B5EF4-FFF2-40B4-BE49-F238E27FC236}">
                <a16:creationId xmlns:a16="http://schemas.microsoft.com/office/drawing/2014/main" id="{C0E6CFA6-2806-19E4-33CA-5F32860B1586}"/>
              </a:ext>
            </a:extLst>
          </p:cNvPr>
          <p:cNvSpPr/>
          <p:nvPr/>
        </p:nvSpPr>
        <p:spPr>
          <a:xfrm>
            <a:off x="2951210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8" name="사각형: 둥근 모서리 114">
            <a:extLst>
              <a:ext uri="{FF2B5EF4-FFF2-40B4-BE49-F238E27FC236}">
                <a16:creationId xmlns:a16="http://schemas.microsoft.com/office/drawing/2014/main" id="{BF3CE19F-1C00-DD49-7A8C-9E745E0BB354}"/>
              </a:ext>
            </a:extLst>
          </p:cNvPr>
          <p:cNvSpPr/>
          <p:nvPr/>
        </p:nvSpPr>
        <p:spPr>
          <a:xfrm>
            <a:off x="2951211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89" name="사각형: 둥근 모서리 114">
            <a:extLst>
              <a:ext uri="{FF2B5EF4-FFF2-40B4-BE49-F238E27FC236}">
                <a16:creationId xmlns:a16="http://schemas.microsoft.com/office/drawing/2014/main" id="{6128C5E4-1A35-EC3A-19F5-2A0F8E703987}"/>
              </a:ext>
            </a:extLst>
          </p:cNvPr>
          <p:cNvSpPr/>
          <p:nvPr/>
        </p:nvSpPr>
        <p:spPr>
          <a:xfrm>
            <a:off x="3980377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90" name="사각형: 둥근 모서리 114">
            <a:extLst>
              <a:ext uri="{FF2B5EF4-FFF2-40B4-BE49-F238E27FC236}">
                <a16:creationId xmlns:a16="http://schemas.microsoft.com/office/drawing/2014/main" id="{8A3B4C91-A18C-FDF7-0A21-052EAFB7316D}"/>
              </a:ext>
            </a:extLst>
          </p:cNvPr>
          <p:cNvSpPr/>
          <p:nvPr/>
        </p:nvSpPr>
        <p:spPr>
          <a:xfrm>
            <a:off x="5500103" y="332893"/>
            <a:ext cx="256774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CFAB84E6-AA84-B301-563A-8D6D2D118A70}"/>
              </a:ext>
            </a:extLst>
          </p:cNvPr>
          <p:cNvSpPr/>
          <p:nvPr/>
        </p:nvSpPr>
        <p:spPr>
          <a:xfrm>
            <a:off x="5549864" y="610622"/>
            <a:ext cx="2464974" cy="166129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2" name="사각형: 둥근 모서리 114">
            <a:extLst>
              <a:ext uri="{FF2B5EF4-FFF2-40B4-BE49-F238E27FC236}">
                <a16:creationId xmlns:a16="http://schemas.microsoft.com/office/drawing/2014/main" id="{DD76E93E-54B1-A1A6-6620-88F11E85D874}"/>
              </a:ext>
            </a:extLst>
          </p:cNvPr>
          <p:cNvSpPr/>
          <p:nvPr/>
        </p:nvSpPr>
        <p:spPr>
          <a:xfrm>
            <a:off x="5635710" y="1799345"/>
            <a:ext cx="92336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93" name="사각형: 둥근 모서리 114">
            <a:extLst>
              <a:ext uri="{FF2B5EF4-FFF2-40B4-BE49-F238E27FC236}">
                <a16:creationId xmlns:a16="http://schemas.microsoft.com/office/drawing/2014/main" id="{79A7791B-85B0-5631-4566-7088297D76B0}"/>
              </a:ext>
            </a:extLst>
          </p:cNvPr>
          <p:cNvSpPr/>
          <p:nvPr/>
        </p:nvSpPr>
        <p:spPr>
          <a:xfrm>
            <a:off x="5635708" y="1329019"/>
            <a:ext cx="229614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94" name="사각형: 둥근 모서리 114">
            <a:extLst>
              <a:ext uri="{FF2B5EF4-FFF2-40B4-BE49-F238E27FC236}">
                <a16:creationId xmlns:a16="http://schemas.microsoft.com/office/drawing/2014/main" id="{5032579F-135A-6F65-D710-DAB4CA4DDF97}"/>
              </a:ext>
            </a:extLst>
          </p:cNvPr>
          <p:cNvSpPr/>
          <p:nvPr/>
        </p:nvSpPr>
        <p:spPr>
          <a:xfrm>
            <a:off x="5635709" y="882313"/>
            <a:ext cx="2296144" cy="384262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NVIDIA_VISIBLE_DEVICES,</a:t>
            </a:r>
          </a:p>
          <a:p>
            <a:pPr algn="ctr"/>
            <a:r>
              <a:rPr lang="en-US" altLang="ko-KR" sz="900"/>
              <a:t>CUDA_MPS_PIPE_DIRECTORY Env  </a:t>
            </a:r>
            <a:endParaRPr lang="en-US" altLang="ko-KR" sz="900" dirty="0"/>
          </a:p>
        </p:txBody>
      </p:sp>
      <p:sp>
        <p:nvSpPr>
          <p:cNvPr id="95" name="사각형: 둥근 모서리 114">
            <a:extLst>
              <a:ext uri="{FF2B5EF4-FFF2-40B4-BE49-F238E27FC236}">
                <a16:creationId xmlns:a16="http://schemas.microsoft.com/office/drawing/2014/main" id="{2D82D9AA-A40C-DF0F-C2D7-25B72212DBDA}"/>
              </a:ext>
            </a:extLst>
          </p:cNvPr>
          <p:cNvSpPr/>
          <p:nvPr/>
        </p:nvSpPr>
        <p:spPr>
          <a:xfrm>
            <a:off x="6664875" y="1799345"/>
            <a:ext cx="1266979" cy="383228"/>
          </a:xfrm>
          <a:prstGeom prst="roundRect">
            <a:avLst>
              <a:gd name="adj" fmla="val 724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198258B-CFF0-F7EC-163E-DCF62C1186CA}"/>
              </a:ext>
            </a:extLst>
          </p:cNvPr>
          <p:cNvSpPr txBox="1"/>
          <p:nvPr/>
        </p:nvSpPr>
        <p:spPr>
          <a:xfrm>
            <a:off x="7245915" y="335678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AC63CA-E898-BC87-305D-EEB141A3D434}"/>
              </a:ext>
            </a:extLst>
          </p:cNvPr>
          <p:cNvSpPr txBox="1"/>
          <p:nvPr/>
        </p:nvSpPr>
        <p:spPr>
          <a:xfrm>
            <a:off x="7245915" y="1787122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B8B07C3-AC51-C708-0E70-FAE189EEB775}"/>
              </a:ext>
            </a:extLst>
          </p:cNvPr>
          <p:cNvSpPr txBox="1"/>
          <p:nvPr/>
        </p:nvSpPr>
        <p:spPr>
          <a:xfrm>
            <a:off x="7245915" y="229685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C42FDAF0-3E79-C9F1-E33F-495B1E6FA080}"/>
              </a:ext>
            </a:extLst>
          </p:cNvPr>
          <p:cNvSpPr/>
          <p:nvPr/>
        </p:nvSpPr>
        <p:spPr>
          <a:xfrm>
            <a:off x="4419861" y="4279392"/>
            <a:ext cx="2025175" cy="383228"/>
          </a:xfrm>
          <a:prstGeom prst="roundRect">
            <a:avLst>
              <a:gd name="adj" fmla="val 12429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/mps/nvidia.com/gpu.shared</a:t>
            </a:r>
            <a:endParaRPr lang="en-US" altLang="ko-KR" sz="1000" dirty="0"/>
          </a:p>
        </p:txBody>
      </p:sp>
      <p:sp>
        <p:nvSpPr>
          <p:cNvPr id="100" name="사각형: 둥근 모서리 114">
            <a:extLst>
              <a:ext uri="{FF2B5EF4-FFF2-40B4-BE49-F238E27FC236}">
                <a16:creationId xmlns:a16="http://schemas.microsoft.com/office/drawing/2014/main" id="{34ED8E7E-C52E-933B-7B8E-53F7FBADA6B1}"/>
              </a:ext>
            </a:extLst>
          </p:cNvPr>
          <p:cNvSpPr/>
          <p:nvPr/>
        </p:nvSpPr>
        <p:spPr>
          <a:xfrm>
            <a:off x="4264105" y="3138669"/>
            <a:ext cx="11096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mps-control-daemon</a:t>
            </a:r>
            <a:endParaRPr lang="en-US" altLang="ko-KR" sz="1000" dirty="0"/>
          </a:p>
        </p:txBody>
      </p:sp>
      <p:sp>
        <p:nvSpPr>
          <p:cNvPr id="101" name="사각형: 둥근 모서리 114">
            <a:extLst>
              <a:ext uri="{FF2B5EF4-FFF2-40B4-BE49-F238E27FC236}">
                <a16:creationId xmlns:a16="http://schemas.microsoft.com/office/drawing/2014/main" id="{F11E0313-AAC9-AAB6-7B2A-9BE488DF4BF8}"/>
              </a:ext>
            </a:extLst>
          </p:cNvPr>
          <p:cNvSpPr/>
          <p:nvPr/>
        </p:nvSpPr>
        <p:spPr>
          <a:xfrm>
            <a:off x="4419861" y="3709030"/>
            <a:ext cx="2025175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nvidia-cuda-mps-control -d</a:t>
            </a:r>
            <a:endParaRPr lang="en-US" altLang="ko-KR" sz="1000" dirty="0"/>
          </a:p>
        </p:txBody>
      </p: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64C6B9F9-A443-2D02-AA7E-B77E4775A9FA}"/>
              </a:ext>
            </a:extLst>
          </p:cNvPr>
          <p:cNvSpPr/>
          <p:nvPr/>
        </p:nvSpPr>
        <p:spPr>
          <a:xfrm>
            <a:off x="5479894" y="3134042"/>
            <a:ext cx="1146283" cy="383228"/>
          </a:xfrm>
          <a:prstGeom prst="roundRect">
            <a:avLst>
              <a:gd name="adj" fmla="val 13792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nvidia-cuda-mps-server</a:t>
            </a:r>
            <a:endParaRPr lang="en-US" altLang="ko-KR" sz="1000" dirty="0"/>
          </a:p>
        </p:txBody>
      </p:sp>
      <p:cxnSp>
        <p:nvCxnSpPr>
          <p:cNvPr id="104" name="직선 연결선 17">
            <a:extLst>
              <a:ext uri="{FF2B5EF4-FFF2-40B4-BE49-F238E27FC236}">
                <a16:creationId xmlns:a16="http://schemas.microsoft.com/office/drawing/2014/main" id="{C9A57971-AE10-CF3C-EC80-9C535EBAC198}"/>
              </a:ext>
            </a:extLst>
          </p:cNvPr>
          <p:cNvCxnSpPr>
            <a:cxnSpLocks/>
            <a:stCxn id="75" idx="2"/>
            <a:endCxn id="28" idx="0"/>
          </p:cNvCxnSpPr>
          <p:nvPr/>
        </p:nvCxnSpPr>
        <p:spPr>
          <a:xfrm>
            <a:off x="1414785" y="1712247"/>
            <a:ext cx="1607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7">
            <a:extLst>
              <a:ext uri="{FF2B5EF4-FFF2-40B4-BE49-F238E27FC236}">
                <a16:creationId xmlns:a16="http://schemas.microsoft.com/office/drawing/2014/main" id="{94A090CA-9A40-88E5-3765-A1694794A403}"/>
              </a:ext>
            </a:extLst>
          </p:cNvPr>
          <p:cNvCxnSpPr>
            <a:cxnSpLocks/>
            <a:stCxn id="87" idx="2"/>
            <a:endCxn id="28" idx="0"/>
          </p:cNvCxnSpPr>
          <p:nvPr/>
        </p:nvCxnSpPr>
        <p:spPr>
          <a:xfrm flipH="1">
            <a:off x="1416392" y="1712247"/>
            <a:ext cx="2682891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7">
            <a:extLst>
              <a:ext uri="{FF2B5EF4-FFF2-40B4-BE49-F238E27FC236}">
                <a16:creationId xmlns:a16="http://schemas.microsoft.com/office/drawing/2014/main" id="{34C9D3AA-3200-FD63-564D-D483125B5982}"/>
              </a:ext>
            </a:extLst>
          </p:cNvPr>
          <p:cNvCxnSpPr>
            <a:cxnSpLocks/>
            <a:stCxn id="93" idx="2"/>
            <a:endCxn id="28" idx="0"/>
          </p:cNvCxnSpPr>
          <p:nvPr/>
        </p:nvCxnSpPr>
        <p:spPr>
          <a:xfrm flipH="1">
            <a:off x="1416392" y="1712247"/>
            <a:ext cx="5367389" cy="954560"/>
          </a:xfrm>
          <a:prstGeom prst="line">
            <a:avLst/>
          </a:prstGeom>
          <a:ln w="1270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7">
            <a:extLst>
              <a:ext uri="{FF2B5EF4-FFF2-40B4-BE49-F238E27FC236}">
                <a16:creationId xmlns:a16="http://schemas.microsoft.com/office/drawing/2014/main" id="{0C2CE699-B201-99D4-A698-E91B83402551}"/>
              </a:ext>
            </a:extLst>
          </p:cNvPr>
          <p:cNvCxnSpPr>
            <a:cxnSpLocks/>
            <a:stCxn id="39" idx="2"/>
            <a:endCxn id="67" idx="0"/>
          </p:cNvCxnSpPr>
          <p:nvPr/>
        </p:nvCxnSpPr>
        <p:spPr>
          <a:xfrm>
            <a:off x="1929369" y="2182573"/>
            <a:ext cx="1289752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08F5658C-8295-5D04-4CE8-09D45DBB0172}"/>
              </a:ext>
            </a:extLst>
          </p:cNvPr>
          <p:cNvCxnSpPr>
            <a:cxnSpLocks/>
            <a:stCxn id="89" idx="2"/>
            <a:endCxn id="67" idx="0"/>
          </p:cNvCxnSpPr>
          <p:nvPr/>
        </p:nvCxnSpPr>
        <p:spPr>
          <a:xfrm flipH="1">
            <a:off x="3219121" y="2182573"/>
            <a:ext cx="1394746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4570F6DC-F4E2-2B89-3EE8-0BC722664629}"/>
              </a:ext>
            </a:extLst>
          </p:cNvPr>
          <p:cNvCxnSpPr>
            <a:cxnSpLocks/>
            <a:stCxn id="95" idx="2"/>
            <a:endCxn id="67" idx="0"/>
          </p:cNvCxnSpPr>
          <p:nvPr/>
        </p:nvCxnSpPr>
        <p:spPr>
          <a:xfrm flipH="1">
            <a:off x="3219121" y="2182573"/>
            <a:ext cx="4079244" cy="482289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17">
            <a:extLst>
              <a:ext uri="{FF2B5EF4-FFF2-40B4-BE49-F238E27FC236}">
                <a16:creationId xmlns:a16="http://schemas.microsoft.com/office/drawing/2014/main" id="{0BA879CC-1B11-9569-8CA3-F52C2DC5A6D4}"/>
              </a:ext>
            </a:extLst>
          </p:cNvPr>
          <p:cNvCxnSpPr>
            <a:cxnSpLocks/>
            <a:stCxn id="98" idx="1"/>
            <a:endCxn id="67" idx="2"/>
          </p:cNvCxnSpPr>
          <p:nvPr/>
        </p:nvCxnSpPr>
        <p:spPr>
          <a:xfrm flipH="1" flipV="1">
            <a:off x="3219121" y="3048090"/>
            <a:ext cx="1200740" cy="1422916"/>
          </a:xfrm>
          <a:prstGeom prst="line">
            <a:avLst/>
          </a:prstGeom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>
            <a:extLst>
              <a:ext uri="{FF2B5EF4-FFF2-40B4-BE49-F238E27FC236}">
                <a16:creationId xmlns:a16="http://schemas.microsoft.com/office/drawing/2014/main" id="{5C157C31-E3B3-66C5-DD89-1EDD41944AF2}"/>
              </a:ext>
            </a:extLst>
          </p:cNvPr>
          <p:cNvSpPr txBox="1"/>
          <p:nvPr/>
        </p:nvSpPr>
        <p:spPr>
          <a:xfrm>
            <a:off x="2678595" y="3036052"/>
            <a:ext cx="10086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HostPath</a:t>
            </a:r>
          </a:p>
          <a:p>
            <a:r>
              <a:rPr kumimoji="1" lang="en-US" altLang="ko-KR" sz="1000" b="1" i="1"/>
              <a:t>(Bind Mount)</a:t>
            </a:r>
            <a:endParaRPr kumimoji="1" lang="ko-KR" altLang="en-US" sz="1000" b="1" i="1"/>
          </a:p>
        </p:txBody>
      </p:sp>
      <p:cxnSp>
        <p:nvCxnSpPr>
          <p:cNvPr id="135" name="직선 연결선 17">
            <a:extLst>
              <a:ext uri="{FF2B5EF4-FFF2-40B4-BE49-F238E27FC236}">
                <a16:creationId xmlns:a16="http://schemas.microsoft.com/office/drawing/2014/main" id="{73612361-15FF-8400-C7A9-3900C65FCCBB}"/>
              </a:ext>
            </a:extLst>
          </p:cNvPr>
          <p:cNvCxnSpPr>
            <a:cxnSpLocks/>
            <a:stCxn id="74" idx="2"/>
            <a:endCxn id="20" idx="0"/>
          </p:cNvCxnSpPr>
          <p:nvPr/>
        </p:nvCxnSpPr>
        <p:spPr>
          <a:xfrm>
            <a:off x="728396" y="2182573"/>
            <a:ext cx="86826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7">
            <a:extLst>
              <a:ext uri="{FF2B5EF4-FFF2-40B4-BE49-F238E27FC236}">
                <a16:creationId xmlns:a16="http://schemas.microsoft.com/office/drawing/2014/main" id="{F72E795A-F529-3391-3C17-6D65ED760150}"/>
              </a:ext>
            </a:extLst>
          </p:cNvPr>
          <p:cNvCxnSpPr>
            <a:cxnSpLocks/>
            <a:stCxn id="86" idx="2"/>
            <a:endCxn id="20" idx="0"/>
          </p:cNvCxnSpPr>
          <p:nvPr/>
        </p:nvCxnSpPr>
        <p:spPr>
          <a:xfrm flipH="1">
            <a:off x="815222" y="2182573"/>
            <a:ext cx="2597672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직선 연결선 17">
            <a:extLst>
              <a:ext uri="{FF2B5EF4-FFF2-40B4-BE49-F238E27FC236}">
                <a16:creationId xmlns:a16="http://schemas.microsoft.com/office/drawing/2014/main" id="{841902F1-5E65-1F68-0715-E9E694F0FC8C}"/>
              </a:ext>
            </a:extLst>
          </p:cNvPr>
          <p:cNvCxnSpPr>
            <a:cxnSpLocks/>
            <a:stCxn id="92" idx="2"/>
            <a:endCxn id="23" idx="0"/>
          </p:cNvCxnSpPr>
          <p:nvPr/>
        </p:nvCxnSpPr>
        <p:spPr>
          <a:xfrm flipH="1">
            <a:off x="2021785" y="2182573"/>
            <a:ext cx="4075607" cy="956096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연결선 17">
            <a:extLst>
              <a:ext uri="{FF2B5EF4-FFF2-40B4-BE49-F238E27FC236}">
                <a16:creationId xmlns:a16="http://schemas.microsoft.com/office/drawing/2014/main" id="{1EFAC8C4-89AF-F282-FC87-AD5CC5316E8E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>
            <a:off x="4818943" y="3521897"/>
            <a:ext cx="613506" cy="187133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7">
            <a:extLst>
              <a:ext uri="{FF2B5EF4-FFF2-40B4-BE49-F238E27FC236}">
                <a16:creationId xmlns:a16="http://schemas.microsoft.com/office/drawing/2014/main" id="{E4538697-79C0-4C08-DFEF-70F9782D9CBF}"/>
              </a:ext>
            </a:extLst>
          </p:cNvPr>
          <p:cNvCxnSpPr>
            <a:cxnSpLocks/>
            <a:stCxn id="101" idx="0"/>
            <a:endCxn id="103" idx="2"/>
          </p:cNvCxnSpPr>
          <p:nvPr/>
        </p:nvCxnSpPr>
        <p:spPr>
          <a:xfrm flipV="1">
            <a:off x="5432449" y="3517270"/>
            <a:ext cx="620587" cy="19176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연결선 17">
            <a:extLst>
              <a:ext uri="{FF2B5EF4-FFF2-40B4-BE49-F238E27FC236}">
                <a16:creationId xmlns:a16="http://schemas.microsoft.com/office/drawing/2014/main" id="{970B2EAE-0788-E06A-DCF3-077D864CB01B}"/>
              </a:ext>
            </a:extLst>
          </p:cNvPr>
          <p:cNvCxnSpPr>
            <a:cxnSpLocks/>
            <a:stCxn id="101" idx="2"/>
            <a:endCxn id="98" idx="0"/>
          </p:cNvCxnSpPr>
          <p:nvPr/>
        </p:nvCxnSpPr>
        <p:spPr>
          <a:xfrm>
            <a:off x="5432449" y="4092258"/>
            <a:ext cx="0" cy="187134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3803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8C5D4-BC0B-45D9-5831-44700869D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6529C268-44CC-8630-0E2E-829F79B00DDA}"/>
              </a:ext>
            </a:extLst>
          </p:cNvPr>
          <p:cNvSpPr/>
          <p:nvPr/>
        </p:nvSpPr>
        <p:spPr>
          <a:xfrm>
            <a:off x="1782967" y="128188"/>
            <a:ext cx="2577504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88BE81A4-A99F-16E4-A077-A77A8CA132B2}"/>
              </a:ext>
            </a:extLst>
          </p:cNvPr>
          <p:cNvSpPr/>
          <p:nvPr/>
        </p:nvSpPr>
        <p:spPr>
          <a:xfrm>
            <a:off x="4403178" y="124416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7AF9E648-B676-6A72-2D98-B8C3B3FC0F46}"/>
              </a:ext>
            </a:extLst>
          </p:cNvPr>
          <p:cNvSpPr/>
          <p:nvPr/>
        </p:nvSpPr>
        <p:spPr>
          <a:xfrm>
            <a:off x="360495" y="128188"/>
            <a:ext cx="1379765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4073A3-CC97-8CC5-B6AD-720427831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DE2471FA-CA3C-08BE-E268-729B262933AE}"/>
              </a:ext>
            </a:extLst>
          </p:cNvPr>
          <p:cNvSpPr/>
          <p:nvPr/>
        </p:nvSpPr>
        <p:spPr>
          <a:xfrm>
            <a:off x="1830421" y="410457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01AB50DE-0C3F-3487-5BFD-5CE124D7FD35}"/>
              </a:ext>
            </a:extLst>
          </p:cNvPr>
          <p:cNvSpPr/>
          <p:nvPr/>
        </p:nvSpPr>
        <p:spPr>
          <a:xfrm>
            <a:off x="1918155" y="1604484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F259B774-BA39-C2D8-F0DB-D6D06F1F4A70}"/>
              </a:ext>
            </a:extLst>
          </p:cNvPr>
          <p:cNvSpPr/>
          <p:nvPr/>
        </p:nvSpPr>
        <p:spPr>
          <a:xfrm>
            <a:off x="3119755" y="1604484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037A301-55F9-EA58-2AA0-8BA43C4186DB}"/>
              </a:ext>
            </a:extLst>
          </p:cNvPr>
          <p:cNvSpPr/>
          <p:nvPr/>
        </p:nvSpPr>
        <p:spPr>
          <a:xfrm>
            <a:off x="1918155" y="1134159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DEBE8EF-201D-42A4-B9F9-15B80D8E727E}"/>
              </a:ext>
            </a:extLst>
          </p:cNvPr>
          <p:cNvSpPr/>
          <p:nvPr/>
        </p:nvSpPr>
        <p:spPr>
          <a:xfrm>
            <a:off x="410256" y="40497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41932F44-EFE7-C5F7-46E3-A7DF8D00D7A2}"/>
              </a:ext>
            </a:extLst>
          </p:cNvPr>
          <p:cNvSpPr/>
          <p:nvPr/>
        </p:nvSpPr>
        <p:spPr>
          <a:xfrm>
            <a:off x="496102" y="1594640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6840163A-F168-B19B-D579-114367E8570A}"/>
              </a:ext>
            </a:extLst>
          </p:cNvPr>
          <p:cNvSpPr/>
          <p:nvPr/>
        </p:nvSpPr>
        <p:spPr>
          <a:xfrm>
            <a:off x="496101" y="1124314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BBC1122E-642F-6653-3E6E-E53BB38D3FE2}"/>
              </a:ext>
            </a:extLst>
          </p:cNvPr>
          <p:cNvSpPr/>
          <p:nvPr/>
        </p:nvSpPr>
        <p:spPr>
          <a:xfrm>
            <a:off x="1918155" y="683008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13520BAA-3B50-4DC2-DA3E-A0070718D11E}"/>
              </a:ext>
            </a:extLst>
          </p:cNvPr>
          <p:cNvSpPr/>
          <p:nvPr/>
        </p:nvSpPr>
        <p:spPr>
          <a:xfrm>
            <a:off x="496101" y="678643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617A0841-7FA5-C48E-E2DF-7C54D6B48F48}"/>
              </a:ext>
            </a:extLst>
          </p:cNvPr>
          <p:cNvSpPr/>
          <p:nvPr/>
        </p:nvSpPr>
        <p:spPr>
          <a:xfrm>
            <a:off x="4451870" y="40497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E02BAF8A-DD36-F036-3314-A004C70741E2}"/>
              </a:ext>
            </a:extLst>
          </p:cNvPr>
          <p:cNvSpPr/>
          <p:nvPr/>
        </p:nvSpPr>
        <p:spPr>
          <a:xfrm>
            <a:off x="4537716" y="1594640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355E48CF-F5BD-D410-9070-46B84CE8BE7B}"/>
              </a:ext>
            </a:extLst>
          </p:cNvPr>
          <p:cNvSpPr/>
          <p:nvPr/>
        </p:nvSpPr>
        <p:spPr>
          <a:xfrm>
            <a:off x="4537715" y="1124314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A9438220-DDB9-8A1A-8703-DE74FFF83B11}"/>
              </a:ext>
            </a:extLst>
          </p:cNvPr>
          <p:cNvSpPr/>
          <p:nvPr/>
        </p:nvSpPr>
        <p:spPr>
          <a:xfrm>
            <a:off x="4537715" y="678643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878CCE7D-82C5-E1E4-9DAE-4DE0030F7DBF}"/>
              </a:ext>
            </a:extLst>
          </p:cNvPr>
          <p:cNvSpPr/>
          <p:nvPr/>
        </p:nvSpPr>
        <p:spPr>
          <a:xfrm>
            <a:off x="360495" y="2329189"/>
            <a:ext cx="5428472" cy="2474809"/>
          </a:xfrm>
          <a:prstGeom prst="roundRect">
            <a:avLst>
              <a:gd name="adj" fmla="val 464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F3CF07FD-C63E-C2D6-43BF-787B13149ACE}"/>
              </a:ext>
            </a:extLst>
          </p:cNvPr>
          <p:cNvSpPr/>
          <p:nvPr/>
        </p:nvSpPr>
        <p:spPr>
          <a:xfrm>
            <a:off x="499225" y="3346470"/>
            <a:ext cx="1095586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5EE0A646-A419-848D-0FF3-4B675290AB72}"/>
              </a:ext>
            </a:extLst>
          </p:cNvPr>
          <p:cNvSpPr/>
          <p:nvPr/>
        </p:nvSpPr>
        <p:spPr>
          <a:xfrm>
            <a:off x="1714916" y="3346470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4A07319-3FCF-CEED-FACC-E1DD39B55BAA}"/>
              </a:ext>
            </a:extLst>
          </p:cNvPr>
          <p:cNvSpPr/>
          <p:nvPr/>
        </p:nvSpPr>
        <p:spPr>
          <a:xfrm>
            <a:off x="494408" y="2876145"/>
            <a:ext cx="1100403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DFE877-2297-36C1-04DE-9330D3A94F8C}"/>
              </a:ext>
            </a:extLst>
          </p:cNvPr>
          <p:cNvSpPr/>
          <p:nvPr/>
        </p:nvSpPr>
        <p:spPr>
          <a:xfrm>
            <a:off x="1710099" y="2876145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736EB55D-7051-4974-89EB-4E720ECB8E5E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>
            <a:off x="2251173" y="3259373"/>
            <a:ext cx="2409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BEEE98E8-72BF-F93E-31FC-E6BE45D4E6B5}"/>
              </a:ext>
            </a:extLst>
          </p:cNvPr>
          <p:cNvSpPr/>
          <p:nvPr/>
        </p:nvSpPr>
        <p:spPr>
          <a:xfrm>
            <a:off x="494409" y="2404283"/>
            <a:ext cx="2302741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9B9008B3-342C-4398-C5E8-8228F7A77B85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044610" y="3259373"/>
            <a:ext cx="2408" cy="8709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A7570F36-FE2C-82BE-893E-36B6F92E2E0F}"/>
              </a:ext>
            </a:extLst>
          </p:cNvPr>
          <p:cNvSpPr txBox="1"/>
          <p:nvPr/>
        </p:nvSpPr>
        <p:spPr>
          <a:xfrm>
            <a:off x="1187961" y="2355699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9FEF12-00DF-0D4E-8B97-52A3477818A8}"/>
              </a:ext>
            </a:extLst>
          </p:cNvPr>
          <p:cNvSpPr txBox="1"/>
          <p:nvPr/>
        </p:nvSpPr>
        <p:spPr>
          <a:xfrm>
            <a:off x="7225845" y="183715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podb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containerb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95DE0A0-286A-9BAA-0340-28EA58E9322A}"/>
              </a:ext>
            </a:extLst>
          </p:cNvPr>
          <p:cNvSpPr txBox="1"/>
          <p:nvPr/>
        </p:nvSpPr>
        <p:spPr>
          <a:xfrm>
            <a:off x="7225845" y="3404181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podc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r>
              <a:rPr lang="en-US" sz="800" kern="0" dirty="0">
                <a:cs typeface="Al Bayan Plain" pitchFamily="2" charset="-78"/>
              </a:rPr>
              <a:t>     - name: </a:t>
            </a:r>
            <a:r>
              <a:rPr lang="en-US" altLang="ko-KR" sz="800" kern="0" dirty="0">
                <a:cs typeface="Al Bayan Plain" pitchFamily="2" charset="-78"/>
              </a:rPr>
              <a:t>containerc</a:t>
            </a:r>
            <a:endParaRPr lang="en-US" sz="800" kern="0" dirty="0">
              <a:cs typeface="Al Bayan Plain" pitchFamily="2" charset="-78"/>
            </a:endParaRP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8E604A1-C1B4-D63A-E997-70CF2CBF083F}"/>
              </a:ext>
            </a:extLst>
          </p:cNvPr>
          <p:cNvSpPr txBox="1"/>
          <p:nvPr/>
        </p:nvSpPr>
        <p:spPr>
          <a:xfrm>
            <a:off x="7225845" y="267494"/>
            <a:ext cx="1798090" cy="156966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800" kern="0" dirty="0" err="1">
                <a:cs typeface="Al Bayan Plain" pitchFamily="2" charset="-78"/>
              </a:rPr>
              <a:t> apiVersion</a:t>
            </a:r>
            <a:r>
              <a:rPr lang="en-US" sz="8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name: poda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8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800" kern="0" dirty="0" err="1">
                <a:solidFill>
                  <a:srgbClr val="C00000"/>
                </a:solidFill>
                <a:cs typeface="Al Bayan Plain" pitchFamily="2" charset="-78"/>
              </a:rPr>
              <a:t>nvidia.com/gpu.shared</a:t>
            </a:r>
            <a:r>
              <a:rPr lang="en-US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800" kern="0" dirty="0" err="1">
                <a:solidFill>
                  <a:srgbClr val="C00000"/>
                </a:solidFill>
                <a:cs typeface="Al Bayan Plain" pitchFamily="2" charset="-78"/>
              </a:rPr>
              <a:t>gpu.shared</a:t>
            </a:r>
            <a:r>
              <a:rPr lang="en-US" altLang="ko-KR" sz="8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</p:spTree>
    <p:extLst>
      <p:ext uri="{BB962C8B-B14F-4D97-AF65-F5344CB8AC3E}">
        <p14:creationId xmlns:p14="http://schemas.microsoft.com/office/powerpoint/2010/main" val="23966545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51954-D645-92DD-06D0-7E2411FF3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88521DE7-135D-5500-E90D-7BEE948004C0}"/>
              </a:ext>
            </a:extLst>
          </p:cNvPr>
          <p:cNvSpPr/>
          <p:nvPr/>
        </p:nvSpPr>
        <p:spPr>
          <a:xfrm>
            <a:off x="4981274" y="202957"/>
            <a:ext cx="1385789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F1E75970-972F-AEDE-91A6-0BD7B1B835DC}"/>
              </a:ext>
            </a:extLst>
          </p:cNvPr>
          <p:cNvSpPr/>
          <p:nvPr/>
        </p:nvSpPr>
        <p:spPr>
          <a:xfrm>
            <a:off x="899592" y="206729"/>
            <a:ext cx="4006850" cy="199037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E039CCE-AB78-0C59-A74D-7B4CD5359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DEF6E442-276C-E3EA-FA86-9811F6DFD381}"/>
              </a:ext>
            </a:extLst>
          </p:cNvPr>
          <p:cNvSpPr/>
          <p:nvPr/>
        </p:nvSpPr>
        <p:spPr>
          <a:xfrm>
            <a:off x="2369518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A1DCA1D-2B69-1B50-DDBA-C17C7AE90B62}"/>
              </a:ext>
            </a:extLst>
          </p:cNvPr>
          <p:cNvSpPr/>
          <p:nvPr/>
        </p:nvSpPr>
        <p:spPr>
          <a:xfrm>
            <a:off x="2457252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97C2BA1C-0210-B5E5-AC89-CAB1B448F6DE}"/>
              </a:ext>
            </a:extLst>
          </p:cNvPr>
          <p:cNvSpPr/>
          <p:nvPr/>
        </p:nvSpPr>
        <p:spPr>
          <a:xfrm>
            <a:off x="3658852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EA26F8EA-62BF-92A7-A3EF-A51A399ED4C3}"/>
              </a:ext>
            </a:extLst>
          </p:cNvPr>
          <p:cNvSpPr/>
          <p:nvPr/>
        </p:nvSpPr>
        <p:spPr>
          <a:xfrm>
            <a:off x="2457252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450A5B69-4597-E6A4-9FD4-074A34180A6B}"/>
              </a:ext>
            </a:extLst>
          </p:cNvPr>
          <p:cNvSpPr/>
          <p:nvPr/>
        </p:nvSpPr>
        <p:spPr>
          <a:xfrm>
            <a:off x="949353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6E0DF483-B6CD-D4B5-6AB9-0F05FBEABE19}"/>
              </a:ext>
            </a:extLst>
          </p:cNvPr>
          <p:cNvSpPr/>
          <p:nvPr/>
        </p:nvSpPr>
        <p:spPr>
          <a:xfrm>
            <a:off x="1035199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FF14D9C8-EDF7-D973-0973-D32CF00FB89A}"/>
              </a:ext>
            </a:extLst>
          </p:cNvPr>
          <p:cNvSpPr/>
          <p:nvPr/>
        </p:nvSpPr>
        <p:spPr>
          <a:xfrm>
            <a:off x="1035198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F8A94B15-6E8E-509B-9489-D77051B985B0}"/>
              </a:ext>
            </a:extLst>
          </p:cNvPr>
          <p:cNvSpPr/>
          <p:nvPr/>
        </p:nvSpPr>
        <p:spPr>
          <a:xfrm>
            <a:off x="2457252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A2B1291C-50BD-977E-4371-FE66C22AAFFA}"/>
              </a:ext>
            </a:extLst>
          </p:cNvPr>
          <p:cNvSpPr/>
          <p:nvPr/>
        </p:nvSpPr>
        <p:spPr>
          <a:xfrm>
            <a:off x="1035198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820AEFC7-D60B-C998-DB5F-B2056265030F}"/>
              </a:ext>
            </a:extLst>
          </p:cNvPr>
          <p:cNvSpPr/>
          <p:nvPr/>
        </p:nvSpPr>
        <p:spPr>
          <a:xfrm>
            <a:off x="5029966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9569DF2F-D06A-43BB-A3EB-B863B45F1363}"/>
              </a:ext>
            </a:extLst>
          </p:cNvPr>
          <p:cNvSpPr/>
          <p:nvPr/>
        </p:nvSpPr>
        <p:spPr>
          <a:xfrm>
            <a:off x="5115812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693D19A5-81DA-0B88-A5F1-6B3640B4B871}"/>
              </a:ext>
            </a:extLst>
          </p:cNvPr>
          <p:cNvSpPr/>
          <p:nvPr/>
        </p:nvSpPr>
        <p:spPr>
          <a:xfrm>
            <a:off x="5115811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9B0AFDC5-33BE-5749-D34C-C3502142DDDB}"/>
              </a:ext>
            </a:extLst>
          </p:cNvPr>
          <p:cNvSpPr/>
          <p:nvPr/>
        </p:nvSpPr>
        <p:spPr>
          <a:xfrm>
            <a:off x="5115811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3407C98A-750A-B945-B86D-C01429F5209F}"/>
              </a:ext>
            </a:extLst>
          </p:cNvPr>
          <p:cNvSpPr/>
          <p:nvPr/>
        </p:nvSpPr>
        <p:spPr>
          <a:xfrm>
            <a:off x="1110454" y="2249109"/>
            <a:ext cx="5045722" cy="1187198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4DDB7258-63C9-E6F0-B31E-806539E4941B}"/>
              </a:ext>
            </a:extLst>
          </p:cNvPr>
          <p:cNvSpPr/>
          <p:nvPr/>
        </p:nvSpPr>
        <p:spPr>
          <a:xfrm>
            <a:off x="1119926" y="4171338"/>
            <a:ext cx="5037102" cy="787990"/>
          </a:xfrm>
          <a:prstGeom prst="roundRect">
            <a:avLst>
              <a:gd name="adj" fmla="val 716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9A9CFDF4-EE47-5807-1575-A588B001E295}"/>
              </a:ext>
            </a:extLst>
          </p:cNvPr>
          <p:cNvSpPr/>
          <p:nvPr/>
        </p:nvSpPr>
        <p:spPr>
          <a:xfrm>
            <a:off x="1115616" y="3436307"/>
            <a:ext cx="5045722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1948AEF6-48B8-7247-97DC-1843DDA691C9}"/>
              </a:ext>
            </a:extLst>
          </p:cNvPr>
          <p:cNvSpPr/>
          <p:nvPr/>
        </p:nvSpPr>
        <p:spPr>
          <a:xfrm>
            <a:off x="1209844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0D57122E-98DC-3FE5-766B-A789517A1997}"/>
              </a:ext>
            </a:extLst>
          </p:cNvPr>
          <p:cNvSpPr/>
          <p:nvPr/>
        </p:nvSpPr>
        <p:spPr>
          <a:xfrm>
            <a:off x="2469823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6CE7FA18-5FE3-5E55-251C-9BF3ADCEC8EF}"/>
              </a:ext>
            </a:extLst>
          </p:cNvPr>
          <p:cNvSpPr/>
          <p:nvPr/>
        </p:nvSpPr>
        <p:spPr>
          <a:xfrm>
            <a:off x="3729801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820F36C9-C9B9-8900-CCC7-E72ADA0946E4}"/>
              </a:ext>
            </a:extLst>
          </p:cNvPr>
          <p:cNvSpPr/>
          <p:nvPr/>
        </p:nvSpPr>
        <p:spPr>
          <a:xfrm>
            <a:off x="4989780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8F98AF13-6C6E-117D-9C8F-D9B69497B253}"/>
              </a:ext>
            </a:extLst>
          </p:cNvPr>
          <p:cNvSpPr/>
          <p:nvPr/>
        </p:nvSpPr>
        <p:spPr>
          <a:xfrm>
            <a:off x="1205027" y="3564926"/>
            <a:ext cx="4862083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BAFD071-B3D7-7109-C7F4-230969B50DD2}"/>
              </a:ext>
            </a:extLst>
          </p:cNvPr>
          <p:cNvSpPr/>
          <p:nvPr/>
        </p:nvSpPr>
        <p:spPr>
          <a:xfrm>
            <a:off x="1205028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BFE9FF21-A558-5919-85D9-58DF1769918C}"/>
              </a:ext>
            </a:extLst>
          </p:cNvPr>
          <p:cNvSpPr/>
          <p:nvPr/>
        </p:nvSpPr>
        <p:spPr>
          <a:xfrm>
            <a:off x="2469823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5D2A4295-6CDC-1688-609E-7FD410EC0FB3}"/>
              </a:ext>
            </a:extLst>
          </p:cNvPr>
          <p:cNvSpPr/>
          <p:nvPr/>
        </p:nvSpPr>
        <p:spPr>
          <a:xfrm>
            <a:off x="372980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C3B5EE8-6316-3A77-EA4F-EA7C7852529C}"/>
              </a:ext>
            </a:extLst>
          </p:cNvPr>
          <p:cNvSpPr/>
          <p:nvPr/>
        </p:nvSpPr>
        <p:spPr>
          <a:xfrm>
            <a:off x="4984271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25" name="직선 연결선 20">
            <a:extLst>
              <a:ext uri="{FF2B5EF4-FFF2-40B4-BE49-F238E27FC236}">
                <a16:creationId xmlns:a16="http://schemas.microsoft.com/office/drawing/2014/main" id="{011E8F52-5343-F019-5E53-CE1F29A7CA59}"/>
              </a:ext>
            </a:extLst>
          </p:cNvPr>
          <p:cNvCxnSpPr>
            <a:cxnSpLocks/>
            <a:stCxn id="22" idx="2"/>
            <a:endCxn id="13" idx="0"/>
          </p:cNvCxnSpPr>
          <p:nvPr/>
        </p:nvCxnSpPr>
        <p:spPr>
          <a:xfrm flipH="1">
            <a:off x="3008489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2AEEB422-921F-B8EE-8B4A-966B0EE868BB}"/>
              </a:ext>
            </a:extLst>
          </p:cNvPr>
          <p:cNvSpPr/>
          <p:nvPr/>
        </p:nvSpPr>
        <p:spPr>
          <a:xfrm>
            <a:off x="1205028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7" name="직선 연결선 17">
            <a:extLst>
              <a:ext uri="{FF2B5EF4-FFF2-40B4-BE49-F238E27FC236}">
                <a16:creationId xmlns:a16="http://schemas.microsoft.com/office/drawing/2014/main" id="{DC17AF45-E080-EF53-498B-E5316BB692F6}"/>
              </a:ext>
            </a:extLst>
          </p:cNvPr>
          <p:cNvCxnSpPr>
            <a:cxnSpLocks/>
            <a:stCxn id="21" idx="2"/>
            <a:endCxn id="12" idx="0"/>
          </p:cNvCxnSpPr>
          <p:nvPr/>
        </p:nvCxnSpPr>
        <p:spPr>
          <a:xfrm>
            <a:off x="1746102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17">
            <a:extLst>
              <a:ext uri="{FF2B5EF4-FFF2-40B4-BE49-F238E27FC236}">
                <a16:creationId xmlns:a16="http://schemas.microsoft.com/office/drawing/2014/main" id="{62A04B2E-900C-7FA5-849A-82F9AE3CD06B}"/>
              </a:ext>
            </a:extLst>
          </p:cNvPr>
          <p:cNvCxnSpPr>
            <a:cxnSpLocks/>
            <a:stCxn id="23" idx="2"/>
            <a:endCxn id="18" idx="0"/>
          </p:cNvCxnSpPr>
          <p:nvPr/>
        </p:nvCxnSpPr>
        <p:spPr>
          <a:xfrm flipH="1">
            <a:off x="4268467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6">
            <a:extLst>
              <a:ext uri="{FF2B5EF4-FFF2-40B4-BE49-F238E27FC236}">
                <a16:creationId xmlns:a16="http://schemas.microsoft.com/office/drawing/2014/main" id="{F5675279-72D5-0A47-3821-7B96F60D79DF}"/>
              </a:ext>
            </a:extLst>
          </p:cNvPr>
          <p:cNvCxnSpPr>
            <a:cxnSpLocks/>
            <a:stCxn id="24" idx="2"/>
            <a:endCxn id="19" idx="0"/>
          </p:cNvCxnSpPr>
          <p:nvPr/>
        </p:nvCxnSpPr>
        <p:spPr>
          <a:xfrm>
            <a:off x="5525345" y="3179292"/>
            <a:ext cx="3101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06E98397-4B5C-457E-04A3-7E8142A02A46}"/>
              </a:ext>
            </a:extLst>
          </p:cNvPr>
          <p:cNvSpPr txBox="1"/>
          <p:nvPr/>
        </p:nvSpPr>
        <p:spPr>
          <a:xfrm>
            <a:off x="784256" y="2157133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29B6DC22-217E-F881-6AD5-E16935BCF040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586083"/>
            <a:ext cx="2029097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22AF0A24-954F-B9F3-227B-69AE120B2AAD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595928"/>
            <a:ext cx="28084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2937A28F-47A6-2093-A797-BC26F45D1364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586083"/>
            <a:ext cx="2051516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2249EF2-2554-034A-CBD8-F676D6592408}"/>
              </a:ext>
            </a:extLst>
          </p:cNvPr>
          <p:cNvSpPr txBox="1"/>
          <p:nvPr/>
        </p:nvSpPr>
        <p:spPr>
          <a:xfrm>
            <a:off x="6444074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B4D0B0-8250-3491-B992-9F8FCC8F5133}"/>
              </a:ext>
            </a:extLst>
          </p:cNvPr>
          <p:cNvSpPr txBox="1"/>
          <p:nvPr/>
        </p:nvSpPr>
        <p:spPr>
          <a:xfrm>
            <a:off x="6444074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29244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3A48472D-277F-804A-F7D5-C291A2436616}"/>
              </a:ext>
            </a:extLst>
          </p:cNvPr>
          <p:cNvSpPr/>
          <p:nvPr/>
        </p:nvSpPr>
        <p:spPr>
          <a:xfrm>
            <a:off x="4981274" y="195486"/>
            <a:ext cx="1385789" cy="227463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923FCC3B-21AF-4C70-7D6A-29CAB549F966}"/>
              </a:ext>
            </a:extLst>
          </p:cNvPr>
          <p:cNvSpPr/>
          <p:nvPr/>
        </p:nvSpPr>
        <p:spPr>
          <a:xfrm>
            <a:off x="899592" y="199258"/>
            <a:ext cx="4006850" cy="2274631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2369518" y="765787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2512406" y="1959814"/>
            <a:ext cx="98969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3713999" y="1959814"/>
            <a:ext cx="989574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2572648" y="1489489"/>
            <a:ext cx="2070676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949353" y="76030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1090289" y="1949970"/>
            <a:ext cx="98853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1090287" y="1479644"/>
            <a:ext cx="98853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2572648" y="1038338"/>
            <a:ext cx="2070676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1090288" y="1033973"/>
            <a:ext cx="98853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E5461D33-D3F6-944C-0682-815E690708A9}"/>
              </a:ext>
            </a:extLst>
          </p:cNvPr>
          <p:cNvSpPr/>
          <p:nvPr/>
        </p:nvSpPr>
        <p:spPr>
          <a:xfrm>
            <a:off x="5029966" y="760307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CCAB4F79-89C1-E619-458C-9169235C2802}"/>
              </a:ext>
            </a:extLst>
          </p:cNvPr>
          <p:cNvSpPr/>
          <p:nvPr/>
        </p:nvSpPr>
        <p:spPr>
          <a:xfrm>
            <a:off x="5170902" y="1949970"/>
            <a:ext cx="98853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5C9FAEA3-35E7-FE56-C34C-CDB8B7B7E6D1}"/>
              </a:ext>
            </a:extLst>
          </p:cNvPr>
          <p:cNvSpPr/>
          <p:nvPr/>
        </p:nvSpPr>
        <p:spPr>
          <a:xfrm>
            <a:off x="5170900" y="1479644"/>
            <a:ext cx="988534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C08B00D-15C4-5841-5F8F-7D797D40504F}"/>
              </a:ext>
            </a:extLst>
          </p:cNvPr>
          <p:cNvSpPr/>
          <p:nvPr/>
        </p:nvSpPr>
        <p:spPr>
          <a:xfrm>
            <a:off x="5170901" y="1033973"/>
            <a:ext cx="98853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165A679A-BDB4-7645-02CA-372AE7A70419}"/>
              </a:ext>
            </a:extLst>
          </p:cNvPr>
          <p:cNvSpPr/>
          <p:nvPr/>
        </p:nvSpPr>
        <p:spPr>
          <a:xfrm>
            <a:off x="1110454" y="2690399"/>
            <a:ext cx="5045722" cy="1687313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</a:t>
            </a:r>
            <a:endParaRPr lang="en-US" altLang="ko-KR" sz="1000" b="1" dirty="0"/>
          </a:p>
        </p:txBody>
      </p:sp>
      <p:sp>
        <p:nvSpPr>
          <p:cNvPr id="21" name="사각형: 둥근 모서리 114">
            <a:extLst>
              <a:ext uri="{FF2B5EF4-FFF2-40B4-BE49-F238E27FC236}">
                <a16:creationId xmlns:a16="http://schemas.microsoft.com/office/drawing/2014/main" id="{0CF1256F-48B5-E3BC-809E-1547F0B3BD1B}"/>
              </a:ext>
            </a:extLst>
          </p:cNvPr>
          <p:cNvSpPr/>
          <p:nvPr/>
        </p:nvSpPr>
        <p:spPr>
          <a:xfrm>
            <a:off x="1259287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C779C078-1A3C-CFAB-4BDE-75EA02082934}"/>
              </a:ext>
            </a:extLst>
          </p:cNvPr>
          <p:cNvSpPr/>
          <p:nvPr/>
        </p:nvSpPr>
        <p:spPr>
          <a:xfrm>
            <a:off x="2524082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23" name="사각형: 둥근 모서리 114">
            <a:extLst>
              <a:ext uri="{FF2B5EF4-FFF2-40B4-BE49-F238E27FC236}">
                <a16:creationId xmlns:a16="http://schemas.microsoft.com/office/drawing/2014/main" id="{699B2A8F-2D30-28E7-D8D8-E1C7258B7794}"/>
              </a:ext>
            </a:extLst>
          </p:cNvPr>
          <p:cNvSpPr/>
          <p:nvPr/>
        </p:nvSpPr>
        <p:spPr>
          <a:xfrm>
            <a:off x="3784060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E89B1183-E878-A796-E2F9-02B4DAA10150}"/>
              </a:ext>
            </a:extLst>
          </p:cNvPr>
          <p:cNvSpPr/>
          <p:nvPr/>
        </p:nvSpPr>
        <p:spPr>
          <a:xfrm>
            <a:off x="5038530" y="3237355"/>
            <a:ext cx="973630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26" name="사각형: 둥근 모서리 114">
            <a:extLst>
              <a:ext uri="{FF2B5EF4-FFF2-40B4-BE49-F238E27FC236}">
                <a16:creationId xmlns:a16="http://schemas.microsoft.com/office/drawing/2014/main" id="{5B0EBC8E-2CCB-1111-859D-1ADB16C1F531}"/>
              </a:ext>
            </a:extLst>
          </p:cNvPr>
          <p:cNvSpPr/>
          <p:nvPr/>
        </p:nvSpPr>
        <p:spPr>
          <a:xfrm>
            <a:off x="1205028" y="2765493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784256" y="2441860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  <p:cxnSp>
        <p:nvCxnSpPr>
          <p:cNvPr id="59" name="직선 연결선 17">
            <a:extLst>
              <a:ext uri="{FF2B5EF4-FFF2-40B4-BE49-F238E27FC236}">
                <a16:creationId xmlns:a16="http://schemas.microsoft.com/office/drawing/2014/main" id="{0667FD6C-D4C9-9E3D-82E8-B0835080EFB8}"/>
              </a:ext>
            </a:extLst>
          </p:cNvPr>
          <p:cNvCxnSpPr>
            <a:cxnSpLocks/>
            <a:stCxn id="6" idx="2"/>
            <a:endCxn id="26" idx="0"/>
          </p:cNvCxnSpPr>
          <p:nvPr/>
        </p:nvCxnSpPr>
        <p:spPr>
          <a:xfrm flipH="1">
            <a:off x="3636070" y="1862872"/>
            <a:ext cx="2029097" cy="9026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7">
            <a:extLst>
              <a:ext uri="{FF2B5EF4-FFF2-40B4-BE49-F238E27FC236}">
                <a16:creationId xmlns:a16="http://schemas.microsoft.com/office/drawing/2014/main" id="{FB53275A-BEC2-53D2-923A-801353B6ECE7}"/>
              </a:ext>
            </a:extLst>
          </p:cNvPr>
          <p:cNvCxnSpPr>
            <a:cxnSpLocks/>
            <a:stCxn id="53" idx="2"/>
            <a:endCxn id="26" idx="0"/>
          </p:cNvCxnSpPr>
          <p:nvPr/>
        </p:nvCxnSpPr>
        <p:spPr>
          <a:xfrm>
            <a:off x="3607986" y="1872717"/>
            <a:ext cx="28084" cy="89277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17">
            <a:extLst>
              <a:ext uri="{FF2B5EF4-FFF2-40B4-BE49-F238E27FC236}">
                <a16:creationId xmlns:a16="http://schemas.microsoft.com/office/drawing/2014/main" id="{54E84842-C09C-085B-CE58-5ADBA6397BFC}"/>
              </a:ext>
            </a:extLst>
          </p:cNvPr>
          <p:cNvCxnSpPr>
            <a:cxnSpLocks/>
            <a:stCxn id="75" idx="2"/>
            <a:endCxn id="26" idx="0"/>
          </p:cNvCxnSpPr>
          <p:nvPr/>
        </p:nvCxnSpPr>
        <p:spPr>
          <a:xfrm>
            <a:off x="1584554" y="1862872"/>
            <a:ext cx="2051516" cy="90262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4D5A383-C1CC-7E4B-440C-C186CFF4B014}"/>
              </a:ext>
            </a:extLst>
          </p:cNvPr>
          <p:cNvSpPr txBox="1"/>
          <p:nvPr/>
        </p:nvSpPr>
        <p:spPr>
          <a:xfrm>
            <a:off x="7383060" y="2973537"/>
            <a:ext cx="1665290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ContainerC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57A40B-E5F1-D6AF-96CD-52DD85FD0C72}"/>
              </a:ext>
            </a:extLst>
          </p:cNvPr>
          <p:cNvSpPr txBox="1"/>
          <p:nvPr/>
        </p:nvSpPr>
        <p:spPr>
          <a:xfrm>
            <a:off x="7383060" y="372825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7542658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E1F39-EAD6-3C49-5A81-FE0BB35E4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733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5DC2-9FC4-ED63-DE80-4E89AC9D3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B1A4-5C67-9EB4-6EDE-A4E014F22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24C10B2D-936C-B880-B18B-7449B5866FD4}"/>
              </a:ext>
            </a:extLst>
          </p:cNvPr>
          <p:cNvSpPr/>
          <p:nvPr/>
        </p:nvSpPr>
        <p:spPr>
          <a:xfrm>
            <a:off x="1547664" y="2249109"/>
            <a:ext cx="6043510" cy="1187198"/>
          </a:xfrm>
          <a:prstGeom prst="roundRect">
            <a:avLst>
              <a:gd name="adj" fmla="val 492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C10CC4A9-5042-F587-8343-C7AD921006B6}"/>
              </a:ext>
            </a:extLst>
          </p:cNvPr>
          <p:cNvSpPr/>
          <p:nvPr/>
        </p:nvSpPr>
        <p:spPr>
          <a:xfrm>
            <a:off x="1557988" y="4171338"/>
            <a:ext cx="6033186" cy="78799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BF8E95B-2B85-0D6D-2E68-F60EA3C52311}"/>
              </a:ext>
            </a:extLst>
          </p:cNvPr>
          <p:cNvSpPr/>
          <p:nvPr/>
        </p:nvSpPr>
        <p:spPr>
          <a:xfrm>
            <a:off x="1552826" y="3436307"/>
            <a:ext cx="6043510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C11722-AE37-4844-6A9C-06D25A007F78}"/>
              </a:ext>
            </a:extLst>
          </p:cNvPr>
          <p:cNvSpPr/>
          <p:nvPr/>
        </p:nvSpPr>
        <p:spPr>
          <a:xfrm>
            <a:off x="2145948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C5875DAF-88F1-54F8-EF19-B2243A76054C}"/>
              </a:ext>
            </a:extLst>
          </p:cNvPr>
          <p:cNvSpPr/>
          <p:nvPr/>
        </p:nvSpPr>
        <p:spPr>
          <a:xfrm>
            <a:off x="3405927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4E70790A-E369-E509-03BE-597DF8DF7AC4}"/>
              </a:ext>
            </a:extLst>
          </p:cNvPr>
          <p:cNvSpPr/>
          <p:nvPr/>
        </p:nvSpPr>
        <p:spPr>
          <a:xfrm>
            <a:off x="4665905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80002950-1B63-E164-C6E6-CDC8E72E1046}"/>
              </a:ext>
            </a:extLst>
          </p:cNvPr>
          <p:cNvSpPr/>
          <p:nvPr/>
        </p:nvSpPr>
        <p:spPr>
          <a:xfrm>
            <a:off x="5925884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3970A48-772B-0B0C-E7A8-DD9AFFCE6285}"/>
              </a:ext>
            </a:extLst>
          </p:cNvPr>
          <p:cNvSpPr/>
          <p:nvPr/>
        </p:nvSpPr>
        <p:spPr>
          <a:xfrm>
            <a:off x="734944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835A0D-6932-6195-7EAA-F962F523A494}"/>
              </a:ext>
            </a:extLst>
          </p:cNvPr>
          <p:cNvSpPr/>
          <p:nvPr/>
        </p:nvSpPr>
        <p:spPr>
          <a:xfrm>
            <a:off x="822678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8F200ACA-EFE1-D238-52D2-50A0A8F78F6E}"/>
              </a:ext>
            </a:extLst>
          </p:cNvPr>
          <p:cNvSpPr/>
          <p:nvPr/>
        </p:nvSpPr>
        <p:spPr>
          <a:xfrm>
            <a:off x="2024278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5804350A-0FF8-246B-98BC-AD3DB86DDAFA}"/>
              </a:ext>
            </a:extLst>
          </p:cNvPr>
          <p:cNvSpPr/>
          <p:nvPr/>
        </p:nvSpPr>
        <p:spPr>
          <a:xfrm>
            <a:off x="822678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3FB0A47F-6143-39D1-AA0A-E3509CA0354F}"/>
              </a:ext>
            </a:extLst>
          </p:cNvPr>
          <p:cNvSpPr/>
          <p:nvPr/>
        </p:nvSpPr>
        <p:spPr>
          <a:xfrm>
            <a:off x="3346476" y="483518"/>
            <a:ext cx="3674596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5E2576F5-3123-6CB3-C050-8B120F072060}"/>
              </a:ext>
            </a:extLst>
          </p:cNvPr>
          <p:cNvSpPr/>
          <p:nvPr/>
        </p:nvSpPr>
        <p:spPr>
          <a:xfrm>
            <a:off x="3434210" y="167754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BD35EE35-5BFE-59DC-BB00-2F2043B7BC5C}"/>
              </a:ext>
            </a:extLst>
          </p:cNvPr>
          <p:cNvSpPr/>
          <p:nvPr/>
        </p:nvSpPr>
        <p:spPr>
          <a:xfrm>
            <a:off x="4635810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9E22FAA8-9B80-5C2A-5944-C06551A79479}"/>
              </a:ext>
            </a:extLst>
          </p:cNvPr>
          <p:cNvSpPr/>
          <p:nvPr/>
        </p:nvSpPr>
        <p:spPr>
          <a:xfrm>
            <a:off x="3434210" y="1207220"/>
            <a:ext cx="349889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665613C-8058-E9D4-90DD-5C704703CBE3}"/>
              </a:ext>
            </a:extLst>
          </p:cNvPr>
          <p:cNvSpPr/>
          <p:nvPr/>
        </p:nvSpPr>
        <p:spPr>
          <a:xfrm>
            <a:off x="5833237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98A79F5A-E34D-7B4A-2CF6-7A749FA874C4}"/>
              </a:ext>
            </a:extLst>
          </p:cNvPr>
          <p:cNvSpPr/>
          <p:nvPr/>
        </p:nvSpPr>
        <p:spPr>
          <a:xfrm>
            <a:off x="7164288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264AA2FF-B7E8-AEA2-8903-5EFB1C73659D}"/>
              </a:ext>
            </a:extLst>
          </p:cNvPr>
          <p:cNvSpPr/>
          <p:nvPr/>
        </p:nvSpPr>
        <p:spPr>
          <a:xfrm>
            <a:off x="7250134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895A44D5-E430-69CF-73FA-7AFBFEB9D766}"/>
              </a:ext>
            </a:extLst>
          </p:cNvPr>
          <p:cNvSpPr/>
          <p:nvPr/>
        </p:nvSpPr>
        <p:spPr>
          <a:xfrm>
            <a:off x="7250133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5139FF9-FC24-0EF0-D655-7BCC816EDD11}"/>
              </a:ext>
            </a:extLst>
          </p:cNvPr>
          <p:cNvSpPr/>
          <p:nvPr/>
        </p:nvSpPr>
        <p:spPr>
          <a:xfrm>
            <a:off x="1692325" y="3564926"/>
            <a:ext cx="5759996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9038EB3F-C742-CCC4-C2D0-7CF9DC413C6C}"/>
              </a:ext>
            </a:extLst>
          </p:cNvPr>
          <p:cNvSpPr/>
          <p:nvPr/>
        </p:nvSpPr>
        <p:spPr>
          <a:xfrm>
            <a:off x="2141132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8E7B113-C60E-5FC4-CE7E-269CCDCB7E2D}"/>
              </a:ext>
            </a:extLst>
          </p:cNvPr>
          <p:cNvSpPr/>
          <p:nvPr/>
        </p:nvSpPr>
        <p:spPr>
          <a:xfrm>
            <a:off x="3405927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85471EA2-6174-1381-C846-34AD1D7EA8C3}"/>
              </a:ext>
            </a:extLst>
          </p:cNvPr>
          <p:cNvSpPr/>
          <p:nvPr/>
        </p:nvSpPr>
        <p:spPr>
          <a:xfrm>
            <a:off x="466590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8273230-1443-43CD-9B68-20CDE4CAE7BE}"/>
              </a:ext>
            </a:extLst>
          </p:cNvPr>
          <p:cNvSpPr/>
          <p:nvPr/>
        </p:nvSpPr>
        <p:spPr>
          <a:xfrm>
            <a:off x="5925884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CC32A74A-480F-C912-E0C2-659017726E2B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D74A65D1-E293-3296-FA0D-18B80F274D13}"/>
              </a:ext>
            </a:extLst>
          </p:cNvPr>
          <p:cNvSpPr/>
          <p:nvPr/>
        </p:nvSpPr>
        <p:spPr>
          <a:xfrm>
            <a:off x="2141132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3FD40730-CC5D-FD41-6055-FADD9ACF22C8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D90F5AB-0EE6-69E0-4FEC-23CDB3E602F7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E764F1C6-8C8E-DFD2-2EDF-83927E729F21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16B4D401-95FD-7B0D-C0AE-64537247B9CB}"/>
              </a:ext>
            </a:extLst>
          </p:cNvPr>
          <p:cNvSpPr/>
          <p:nvPr/>
        </p:nvSpPr>
        <p:spPr>
          <a:xfrm>
            <a:off x="822678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0C812B4E-9516-7DD2-F625-ED2C409F2BBE}"/>
              </a:ext>
            </a:extLst>
          </p:cNvPr>
          <p:cNvSpPr/>
          <p:nvPr/>
        </p:nvSpPr>
        <p:spPr>
          <a:xfrm>
            <a:off x="3434211" y="761549"/>
            <a:ext cx="3498894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94D5EEF9-402E-F413-D81A-BD1579EBCF10}"/>
              </a:ext>
            </a:extLst>
          </p:cNvPr>
          <p:cNvSpPr/>
          <p:nvPr/>
        </p:nvSpPr>
        <p:spPr>
          <a:xfrm>
            <a:off x="7250133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C2F9B89B-AFBC-D3D1-CF47-9595AC7FA842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2056409"/>
            <a:ext cx="1332532" cy="7396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7C28D2E-1906-16EE-DB16-E21D352AC590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2060774"/>
            <a:ext cx="83787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0DE4446A-CCBF-1591-E535-263E16E0449E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2060774"/>
            <a:ext cx="21235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2F63F01C-23D6-7F90-AB1C-2AEEFDB8E18D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2060774"/>
            <a:ext cx="1302004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D1EF2D36-B7BE-AA59-23ED-60E3B82CFACE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2066254"/>
            <a:ext cx="1372789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C2EB24B1-3E99-359D-E6CB-BA691A53945B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2066254"/>
            <a:ext cx="1309528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307DE5AE-69EC-252E-9688-4381E7F6513D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595928"/>
            <a:ext cx="2598762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04C33049-F8C5-B672-E61D-2845A991520B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590448"/>
            <a:ext cx="611484" cy="7337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445D43A6-D407-B687-D4D0-51922467B389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586083"/>
            <a:ext cx="3227315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580F60FE-C09F-1552-4644-8744638D2B6B}"/>
              </a:ext>
            </a:extLst>
          </p:cNvPr>
          <p:cNvSpPr txBox="1"/>
          <p:nvPr/>
        </p:nvSpPr>
        <p:spPr>
          <a:xfrm>
            <a:off x="691097" y="2141761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4130521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8A532-583D-6519-89E1-7BA72F17C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C199CB81-CDBC-8D21-C2FA-32EBEE482256}"/>
              </a:ext>
            </a:extLst>
          </p:cNvPr>
          <p:cNvSpPr/>
          <p:nvPr/>
        </p:nvSpPr>
        <p:spPr>
          <a:xfrm>
            <a:off x="1547664" y="1930664"/>
            <a:ext cx="6043510" cy="1282172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B1BE0E3-AAAE-3394-21D2-1C7654D8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34224A9B-B36C-FEAF-FAD4-BC2C75C5343C}"/>
              </a:ext>
            </a:extLst>
          </p:cNvPr>
          <p:cNvSpPr/>
          <p:nvPr/>
        </p:nvSpPr>
        <p:spPr>
          <a:xfrm>
            <a:off x="1557988" y="4061207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98DED64C-EC4A-FD78-01AD-0D82FD99E58E}"/>
              </a:ext>
            </a:extLst>
          </p:cNvPr>
          <p:cNvSpPr/>
          <p:nvPr/>
        </p:nvSpPr>
        <p:spPr>
          <a:xfrm>
            <a:off x="1552826" y="3212363"/>
            <a:ext cx="6043510" cy="85513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BB4A784-EDE7-85B2-7F9F-16377AC2A591}"/>
              </a:ext>
            </a:extLst>
          </p:cNvPr>
          <p:cNvSpPr/>
          <p:nvPr/>
        </p:nvSpPr>
        <p:spPr>
          <a:xfrm>
            <a:off x="2145948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0C90FB03-5F15-E1F3-C0A7-39612FA4FD8A}"/>
              </a:ext>
            </a:extLst>
          </p:cNvPr>
          <p:cNvSpPr/>
          <p:nvPr/>
        </p:nvSpPr>
        <p:spPr>
          <a:xfrm>
            <a:off x="3405927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5FD6345F-4058-CF72-302F-E427E9FF2337}"/>
              </a:ext>
            </a:extLst>
          </p:cNvPr>
          <p:cNvSpPr/>
          <p:nvPr/>
        </p:nvSpPr>
        <p:spPr>
          <a:xfrm>
            <a:off x="4665905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D1AA0CD1-85DC-80F2-38A0-D98480E06713}"/>
              </a:ext>
            </a:extLst>
          </p:cNvPr>
          <p:cNvSpPr/>
          <p:nvPr/>
        </p:nvSpPr>
        <p:spPr>
          <a:xfrm>
            <a:off x="5925884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F7BDFE51-13AD-6F76-9BD3-4C8EA1093AF8}"/>
              </a:ext>
            </a:extLst>
          </p:cNvPr>
          <p:cNvSpPr/>
          <p:nvPr/>
        </p:nvSpPr>
        <p:spPr>
          <a:xfrm>
            <a:off x="734944" y="111692"/>
            <a:ext cx="2486761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20FA5E8D-DE96-37DA-562B-3A9FB0AB0E31}"/>
              </a:ext>
            </a:extLst>
          </p:cNvPr>
          <p:cNvSpPr/>
          <p:nvPr/>
        </p:nvSpPr>
        <p:spPr>
          <a:xfrm>
            <a:off x="822678" y="1345650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8CDC012-AE30-4BD5-0233-E6598DF6893B}"/>
              </a:ext>
            </a:extLst>
          </p:cNvPr>
          <p:cNvSpPr/>
          <p:nvPr/>
        </p:nvSpPr>
        <p:spPr>
          <a:xfrm>
            <a:off x="2024278" y="1345650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6C60E83C-B6C7-5D9D-1B4A-EB539DC194AB}"/>
              </a:ext>
            </a:extLst>
          </p:cNvPr>
          <p:cNvSpPr/>
          <p:nvPr/>
        </p:nvSpPr>
        <p:spPr>
          <a:xfrm>
            <a:off x="822678" y="859596"/>
            <a:ext cx="2301467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F4292598-010D-2884-AF6A-98E96A77E4D9}"/>
              </a:ext>
            </a:extLst>
          </p:cNvPr>
          <p:cNvSpPr/>
          <p:nvPr/>
        </p:nvSpPr>
        <p:spPr>
          <a:xfrm>
            <a:off x="3346476" y="106029"/>
            <a:ext cx="3674596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3A5559A4-65E5-C60B-2C81-7D11DC7DDC2E}"/>
              </a:ext>
            </a:extLst>
          </p:cNvPr>
          <p:cNvSpPr/>
          <p:nvPr/>
        </p:nvSpPr>
        <p:spPr>
          <a:xfrm>
            <a:off x="3434210" y="1339987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87E80D6F-CA6B-0CD2-F7F3-4D1E2532265A}"/>
              </a:ext>
            </a:extLst>
          </p:cNvPr>
          <p:cNvSpPr/>
          <p:nvPr/>
        </p:nvSpPr>
        <p:spPr>
          <a:xfrm>
            <a:off x="4635810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C75D87A0-04F8-1F73-C973-9BCA8466E434}"/>
              </a:ext>
            </a:extLst>
          </p:cNvPr>
          <p:cNvSpPr/>
          <p:nvPr/>
        </p:nvSpPr>
        <p:spPr>
          <a:xfrm>
            <a:off x="3434210" y="853933"/>
            <a:ext cx="3498895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C5FDFA61-ABCE-9AEF-A799-491CD47B2758}"/>
              </a:ext>
            </a:extLst>
          </p:cNvPr>
          <p:cNvSpPr/>
          <p:nvPr/>
        </p:nvSpPr>
        <p:spPr>
          <a:xfrm>
            <a:off x="5833237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FA29DEC7-E382-0E51-65A1-B16C42469C7D}"/>
              </a:ext>
            </a:extLst>
          </p:cNvPr>
          <p:cNvSpPr/>
          <p:nvPr/>
        </p:nvSpPr>
        <p:spPr>
          <a:xfrm>
            <a:off x="7164288" y="106029"/>
            <a:ext cx="1487816" cy="1717824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5B695D59-8F43-916E-95F0-6D4418AE445E}"/>
              </a:ext>
            </a:extLst>
          </p:cNvPr>
          <p:cNvSpPr/>
          <p:nvPr/>
        </p:nvSpPr>
        <p:spPr>
          <a:xfrm>
            <a:off x="7244475" y="1339987"/>
            <a:ext cx="13217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5BCDFD41-1093-D72B-B30C-01417FCFEEFB}"/>
              </a:ext>
            </a:extLst>
          </p:cNvPr>
          <p:cNvSpPr/>
          <p:nvPr/>
        </p:nvSpPr>
        <p:spPr>
          <a:xfrm>
            <a:off x="7244475" y="853933"/>
            <a:ext cx="1321798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903A1291-6D6D-6C8A-34D6-A0E332AA9BA6}"/>
              </a:ext>
            </a:extLst>
          </p:cNvPr>
          <p:cNvSpPr/>
          <p:nvPr/>
        </p:nvSpPr>
        <p:spPr>
          <a:xfrm>
            <a:off x="1692325" y="3345284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39A21027-8ED4-F030-3914-5080D110E993}"/>
              </a:ext>
            </a:extLst>
          </p:cNvPr>
          <p:cNvSpPr/>
          <p:nvPr/>
        </p:nvSpPr>
        <p:spPr>
          <a:xfrm>
            <a:off x="2141132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2A1B64F-D463-0A87-A490-F6DAE23A34BA}"/>
              </a:ext>
            </a:extLst>
          </p:cNvPr>
          <p:cNvSpPr/>
          <p:nvPr/>
        </p:nvSpPr>
        <p:spPr>
          <a:xfrm>
            <a:off x="3405927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94F1A929-0CF1-5C8C-ACDD-4BD668EA5639}"/>
              </a:ext>
            </a:extLst>
          </p:cNvPr>
          <p:cNvSpPr/>
          <p:nvPr/>
        </p:nvSpPr>
        <p:spPr>
          <a:xfrm>
            <a:off x="4665905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D85E14B9-5E77-CB01-2E13-A9E59ECEB129}"/>
              </a:ext>
            </a:extLst>
          </p:cNvPr>
          <p:cNvSpPr/>
          <p:nvPr/>
        </p:nvSpPr>
        <p:spPr>
          <a:xfrm>
            <a:off x="5925884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8418A54C-9041-9957-2D55-30E9F6DEDEE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9F88AE54-F7B3-6115-509D-C7BC2684476B}"/>
              </a:ext>
            </a:extLst>
          </p:cNvPr>
          <p:cNvSpPr/>
          <p:nvPr/>
        </p:nvSpPr>
        <p:spPr>
          <a:xfrm>
            <a:off x="2141132" y="2008269"/>
            <a:ext cx="4862083" cy="39604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8DB036BC-2665-371E-8697-DE705E04A412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82B31B80-40F7-F2CC-4D61-CA46A71DCB00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A88A0D96-25BA-6294-28D4-0BE6AE8CDE7F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71EDB53D-9A65-0610-FA05-601DE452BA72}"/>
              </a:ext>
            </a:extLst>
          </p:cNvPr>
          <p:cNvSpPr/>
          <p:nvPr/>
        </p:nvSpPr>
        <p:spPr>
          <a:xfrm>
            <a:off x="822678" y="393358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1756B9FA-12CF-3DD3-5BF0-B18628CBB1BD}"/>
              </a:ext>
            </a:extLst>
          </p:cNvPr>
          <p:cNvSpPr/>
          <p:nvPr/>
        </p:nvSpPr>
        <p:spPr>
          <a:xfrm>
            <a:off x="3434211" y="393358"/>
            <a:ext cx="3498894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211B623A-BD4D-30BF-770A-2B4C2E43AD57}"/>
              </a:ext>
            </a:extLst>
          </p:cNvPr>
          <p:cNvSpPr/>
          <p:nvPr/>
        </p:nvSpPr>
        <p:spPr>
          <a:xfrm>
            <a:off x="7244474" y="393358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</a:t>
            </a:r>
            <a:br>
              <a:rPr lang="en-US" altLang="ko-KR" sz="1000"/>
            </a:br>
            <a:r>
              <a:rPr lang="en-US" altLang="ko-KR" sz="1000"/>
              <a:t>DEVICES Env  </a:t>
            </a:r>
            <a:endParaRPr lang="en-US" altLang="ko-KR" sz="10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0616933E-BB6C-7525-CFAB-90E8FBC41E87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736031"/>
            <a:ext cx="143841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DB76658E-9B68-B39A-C49B-F143F666F73D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736031"/>
            <a:ext cx="8378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1F51A8F9-1B81-CCD9-9BFA-E84B1ED7FEB8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736031"/>
            <a:ext cx="21235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54A558F7-B7CF-58D9-5FA0-8FA89E14A0EF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1736031"/>
            <a:ext cx="1302004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29A0CA9D-6107-73A4-89EC-A2CD09F6B7B2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1741694"/>
            <a:ext cx="1372789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34B9E027-5E8B-7C79-21CF-58A91E9E45C4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1741694"/>
            <a:ext cx="1309528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559051FB-9F6F-2B58-3C88-90B363DF9865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255640"/>
            <a:ext cx="2598762" cy="7526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332D0C97-257F-4DD4-91A4-4425E485781C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249977"/>
            <a:ext cx="611484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C871A11D-E254-B9FE-8B43-7349A2B4422A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249977"/>
            <a:ext cx="3333200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1C74496-FEB5-272A-C057-992757BE3C16}"/>
              </a:ext>
            </a:extLst>
          </p:cNvPr>
          <p:cNvSpPr txBox="1"/>
          <p:nvPr/>
        </p:nvSpPr>
        <p:spPr>
          <a:xfrm>
            <a:off x="691097" y="1819727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8370756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20CD6-6009-E82A-7E91-471000AE8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35E6107C-6666-0972-E5FF-D90D07814202}"/>
              </a:ext>
            </a:extLst>
          </p:cNvPr>
          <p:cNvSpPr/>
          <p:nvPr/>
        </p:nvSpPr>
        <p:spPr>
          <a:xfrm flipH="1">
            <a:off x="1187624" y="2715766"/>
            <a:ext cx="5794527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9F23D66B-EB3A-8168-7446-6C1F31F2FD0F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08F688CC-EB2B-AE47-C511-8985C660F20D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FFC84433-27C6-6557-938B-4BFBFE1E4BBD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D26B2DE9-AC23-BC7F-4F27-E45C9F4FB3D1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1777EF9E-BB5F-1E41-107C-716D1836007C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36D841D6-BA5D-C348-CA73-AE7DAD8FB819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974B029-5619-3A89-AB64-AF9654FF9EB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02028E12-FF34-1B5A-9AD3-C3CE0C63D4BC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AA3E9E0-B1B7-3E13-95BA-AF8F93FFB123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B45D7A7-FCEA-A389-C74A-98743E5B18E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53EFA1A-18C9-F33A-E1EA-6634D2D12010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BEB6F63-24C9-7360-1099-5D4955E70DD8}"/>
              </a:ext>
            </a:extLst>
          </p:cNvPr>
          <p:cNvSpPr txBox="1"/>
          <p:nvPr/>
        </p:nvSpPr>
        <p:spPr>
          <a:xfrm flipH="1">
            <a:off x="1243607" y="3612567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BEC94CB-0D6E-E00F-B741-8F515265C1CE}"/>
              </a:ext>
            </a:extLst>
          </p:cNvPr>
          <p:cNvSpPr txBox="1"/>
          <p:nvPr/>
        </p:nvSpPr>
        <p:spPr>
          <a:xfrm flipH="1">
            <a:off x="1971113" y="2811338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399DA1-5E2B-73C1-1525-48F4E9A832C4}"/>
              </a:ext>
            </a:extLst>
          </p:cNvPr>
          <p:cNvSpPr txBox="1"/>
          <p:nvPr/>
        </p:nvSpPr>
        <p:spPr>
          <a:xfrm flipH="1">
            <a:off x="3582809" y="2934448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D56ADF5-3BFA-14B7-55BD-74FF5B29B8C2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B95B5F3-47A4-6A3F-453D-9DCDB0C930BC}"/>
              </a:ext>
            </a:extLst>
          </p:cNvPr>
          <p:cNvSpPr txBox="1"/>
          <p:nvPr/>
        </p:nvSpPr>
        <p:spPr>
          <a:xfrm flipH="1">
            <a:off x="3149532" y="3366346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E96CBF2A-CB71-F8A9-8B42-73DE7BA2F764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5E0BCBB3-13D2-4983-AE4A-34D5A7964A15}"/>
              </a:ext>
            </a:extLst>
          </p:cNvPr>
          <p:cNvCxnSpPr>
            <a:cxnSpLocks/>
          </p:cNvCxnSpPr>
          <p:nvPr/>
        </p:nvCxnSpPr>
        <p:spPr>
          <a:xfrm flipV="1">
            <a:off x="5320320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50D6EE3-014F-F858-8F90-7B3019D17C45}"/>
              </a:ext>
            </a:extLst>
          </p:cNvPr>
          <p:cNvSpPr txBox="1"/>
          <p:nvPr/>
        </p:nvSpPr>
        <p:spPr>
          <a:xfrm flipH="1">
            <a:off x="4042026" y="1266269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8C90BAED-B5FF-A139-2C73-8F4C70BD620B}"/>
              </a:ext>
            </a:extLst>
          </p:cNvPr>
          <p:cNvSpPr/>
          <p:nvPr/>
        </p:nvSpPr>
        <p:spPr>
          <a:xfrm flipH="1">
            <a:off x="3719564" y="802308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50CF8128-8C73-A964-4036-0B5629268E0A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FB15C87-80DC-4DC6-D0D9-2ECC497D9AED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A61FB47-C8FA-3347-3DA4-2C4CF0A2C50C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B50F750A-74C5-648D-852B-8252E20C1A2A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76AEEAE4-DAE1-EE6E-D39B-BD5C04CEF433}"/>
              </a:ext>
            </a:extLst>
          </p:cNvPr>
          <p:cNvCxnSpPr>
            <a:cxnSpLocks/>
          </p:cNvCxnSpPr>
          <p:nvPr/>
        </p:nvCxnSpPr>
        <p:spPr>
          <a:xfrm flipV="1">
            <a:off x="5580113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CF071117-4A19-B531-F031-5DF5FD8DE901}"/>
              </a:ext>
            </a:extLst>
          </p:cNvPr>
          <p:cNvSpPr/>
          <p:nvPr/>
        </p:nvSpPr>
        <p:spPr>
          <a:xfrm flipH="1">
            <a:off x="6903737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45DE1988-EC20-3F52-1BA3-A7BBCDC5BFF7}"/>
              </a:ext>
            </a:extLst>
          </p:cNvPr>
          <p:cNvCxnSpPr>
            <a:cxnSpLocks/>
            <a:stCxn id="77" idx="3"/>
            <a:endCxn id="43" idx="1"/>
          </p:cNvCxnSpPr>
          <p:nvPr/>
        </p:nvCxnSpPr>
        <p:spPr>
          <a:xfrm flipH="1">
            <a:off x="5922310" y="368184"/>
            <a:ext cx="98142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004DAD37-AB22-6BAA-F48E-D214DF762187}"/>
              </a:ext>
            </a:extLst>
          </p:cNvPr>
          <p:cNvSpPr/>
          <p:nvPr/>
        </p:nvSpPr>
        <p:spPr>
          <a:xfrm flipH="1">
            <a:off x="5843894" y="482830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7. Get created pod info and </a:t>
            </a:r>
          </a:p>
          <a:p>
            <a:pPr algn="ctr"/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88" name="사각형: 둥근 모서리 71">
            <a:extLst>
              <a:ext uri="{FF2B5EF4-FFF2-40B4-BE49-F238E27FC236}">
                <a16:creationId xmlns:a16="http://schemas.microsoft.com/office/drawing/2014/main" id="{F2E53FFA-AF47-1AB5-5DDF-02717D70690B}"/>
              </a:ext>
            </a:extLst>
          </p:cNvPr>
          <p:cNvSpPr/>
          <p:nvPr/>
        </p:nvSpPr>
        <p:spPr>
          <a:xfrm flipH="1">
            <a:off x="5333707" y="1599298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8. Get scheduled pod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CAE9ED80-4A2D-0E48-3AF0-5DB1CC1B4DB7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6005FA6-5F1C-D697-BC99-AA7962D591F9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FB610359-4984-003E-38D7-636A9D226D83}"/>
              </a:ext>
            </a:extLst>
          </p:cNvPr>
          <p:cNvSpPr/>
          <p:nvPr/>
        </p:nvSpPr>
        <p:spPr>
          <a:xfrm flipH="1">
            <a:off x="5208915" y="367815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9. Create pod with GPU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8DC6F8BE-6056-4B18-E8B2-1F4F5A4759D1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A2DD4267-70E5-ED9A-123F-ED3FE1B75DB8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986D7BF0-0782-2260-05D8-8645AFE288D3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</p:spTree>
    <p:extLst>
      <p:ext uri="{BB962C8B-B14F-4D97-AF65-F5344CB8AC3E}">
        <p14:creationId xmlns:p14="http://schemas.microsoft.com/office/powerpoint/2010/main" val="14980427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2F791-B7D2-6E11-3F70-CAEEEDD30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10F2B23F-9AEF-2C88-E9B9-9945188B25B3}"/>
              </a:ext>
            </a:extLst>
          </p:cNvPr>
          <p:cNvSpPr/>
          <p:nvPr/>
        </p:nvSpPr>
        <p:spPr>
          <a:xfrm flipH="1">
            <a:off x="1187624" y="2845719"/>
            <a:ext cx="4857803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b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85B6B43C-0D2B-C04E-2303-E8F2540CF601}"/>
              </a:ext>
            </a:extLst>
          </p:cNvPr>
          <p:cNvGrpSpPr/>
          <p:nvPr/>
        </p:nvGrpSpPr>
        <p:grpSpPr>
          <a:xfrm flipH="1">
            <a:off x="1852106" y="4161072"/>
            <a:ext cx="1553796" cy="682624"/>
            <a:chOff x="4763929" y="4196486"/>
            <a:chExt cx="1553796" cy="792496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27BC3A99-D86C-7B81-95A6-0E6E0832948B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AC71AA69-81B7-EAF1-B2D7-B03FF50AE636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795EF5C-EBD4-49B6-125C-E55CF988F689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6" name="Rounded Rectangle 17">
              <a:extLst>
                <a:ext uri="{FF2B5EF4-FFF2-40B4-BE49-F238E27FC236}">
                  <a16:creationId xmlns:a16="http://schemas.microsoft.com/office/drawing/2014/main" id="{70B81519-226B-C572-B436-93D80EDAC78E}"/>
                </a:ext>
              </a:extLst>
            </p:cNvPr>
            <p:cNvSpPr/>
            <p:nvPr/>
          </p:nvSpPr>
          <p:spPr>
            <a:xfrm>
              <a:off x="4763929" y="445345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000" dirty="0">
                  <a:solidFill>
                    <a:schemeClr val="tx1"/>
                  </a:solidFill>
                </a:rPr>
                <a:t>NVIDIA GPUs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E993DECE-74A3-6960-C89D-37242CC8FD72}"/>
              </a:ext>
            </a:extLst>
          </p:cNvPr>
          <p:cNvSpPr/>
          <p:nvPr/>
        </p:nvSpPr>
        <p:spPr>
          <a:xfrm flipH="1">
            <a:off x="1852106" y="3187512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CB1A56F0-E0B0-94B0-890B-059040F76C2B}"/>
              </a:ext>
            </a:extLst>
          </p:cNvPr>
          <p:cNvSpPr/>
          <p:nvPr/>
        </p:nvSpPr>
        <p:spPr>
          <a:xfrm flipH="1">
            <a:off x="4914197" y="318751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5F9DACD-E278-43DB-E041-49E5110C80E5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2629004" y="3648797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61AADB4-2E6F-E74E-769A-217109A9368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4" y="3648797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21AA32C-FF57-2BA2-742B-38D0344F0F47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29" y="3648797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4C8E81CF-AE3B-FF1C-F3E0-B6FD9B99AD7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2" y="3648797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F20EECB-6672-E419-CF83-32CA132732BD}"/>
              </a:ext>
            </a:extLst>
          </p:cNvPr>
          <p:cNvCxnSpPr>
            <a:cxnSpLocks/>
          </p:cNvCxnSpPr>
          <p:nvPr/>
        </p:nvCxnSpPr>
        <p:spPr>
          <a:xfrm>
            <a:off x="3405902" y="3310623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3BD2527-7D7B-8BD8-F8B6-EEC33DEE45AB}"/>
              </a:ext>
            </a:extLst>
          </p:cNvPr>
          <p:cNvSpPr txBox="1"/>
          <p:nvPr/>
        </p:nvSpPr>
        <p:spPr>
          <a:xfrm flipH="1">
            <a:off x="1243606" y="3742520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02EF75-92EA-9B9C-3222-70ED568B484C}"/>
              </a:ext>
            </a:extLst>
          </p:cNvPr>
          <p:cNvSpPr txBox="1"/>
          <p:nvPr/>
        </p:nvSpPr>
        <p:spPr>
          <a:xfrm flipH="1">
            <a:off x="1971112" y="2941291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2B8C4A-728C-A5B7-F884-F22D81C534AE}"/>
              </a:ext>
            </a:extLst>
          </p:cNvPr>
          <p:cNvSpPr txBox="1"/>
          <p:nvPr/>
        </p:nvSpPr>
        <p:spPr>
          <a:xfrm flipH="1">
            <a:off x="3582808" y="3064401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A4B641C-6DFC-AFC4-E0C6-B1AB1AABB76A}"/>
              </a:ext>
            </a:extLst>
          </p:cNvPr>
          <p:cNvCxnSpPr>
            <a:cxnSpLocks/>
          </p:cNvCxnSpPr>
          <p:nvPr/>
        </p:nvCxnSpPr>
        <p:spPr>
          <a:xfrm>
            <a:off x="3405902" y="3493791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4B555DE-5AB9-3CF5-44A6-7F90CDDDB744}"/>
              </a:ext>
            </a:extLst>
          </p:cNvPr>
          <p:cNvSpPr txBox="1"/>
          <p:nvPr/>
        </p:nvSpPr>
        <p:spPr>
          <a:xfrm flipH="1">
            <a:off x="3149531" y="3496299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34C1E1E8-C14F-2CD9-24D1-DB777E3F5DCE}"/>
              </a:ext>
            </a:extLst>
          </p:cNvPr>
          <p:cNvSpPr/>
          <p:nvPr/>
        </p:nvSpPr>
        <p:spPr>
          <a:xfrm flipH="1">
            <a:off x="4914197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0D54F16-75F9-3D87-1966-DA926CF208B4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3" y="728779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AE4B9E8-974C-42F7-AECA-8C9CB3CE9D3A}"/>
              </a:ext>
            </a:extLst>
          </p:cNvPr>
          <p:cNvSpPr txBox="1"/>
          <p:nvPr/>
        </p:nvSpPr>
        <p:spPr>
          <a:xfrm flipH="1">
            <a:off x="4139959" y="1396222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0D0D2218-FF1E-6FF2-C87F-1F429C114352}"/>
              </a:ext>
            </a:extLst>
          </p:cNvPr>
          <p:cNvSpPr/>
          <p:nvPr/>
        </p:nvSpPr>
        <p:spPr>
          <a:xfrm flipH="1">
            <a:off x="3817497" y="932261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DB22DC89-89BD-60EE-276F-F63F2107C4A1}"/>
              </a:ext>
            </a:extLst>
          </p:cNvPr>
          <p:cNvSpPr/>
          <p:nvPr/>
        </p:nvSpPr>
        <p:spPr>
          <a:xfrm flipH="1">
            <a:off x="1187624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14F79C6-0618-FC4A-D2B6-CFD3971985C1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6" y="498137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6CB174C-1DCE-6237-9278-F070013C046C}"/>
              </a:ext>
            </a:extLst>
          </p:cNvPr>
          <p:cNvSpPr txBox="1"/>
          <p:nvPr/>
        </p:nvSpPr>
        <p:spPr>
          <a:xfrm>
            <a:off x="2304961" y="497498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3E63D929-28A7-1BEA-CAA7-A1A0061B61A6}"/>
              </a:ext>
            </a:extLst>
          </p:cNvPr>
          <p:cNvSpPr/>
          <p:nvPr/>
        </p:nvSpPr>
        <p:spPr>
          <a:xfrm flipH="1">
            <a:off x="2190149" y="2268467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1283127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0DA45-FFE6-20D2-57EF-B9DC71216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EFE877C4-66CF-A466-BBDA-C110A5F992AE}"/>
              </a:ext>
            </a:extLst>
          </p:cNvPr>
          <p:cNvSpPr/>
          <p:nvPr/>
        </p:nvSpPr>
        <p:spPr>
          <a:xfrm>
            <a:off x="4452121" y="843557"/>
            <a:ext cx="1665290" cy="1709575"/>
          </a:xfrm>
          <a:prstGeom prst="roundRect">
            <a:avLst>
              <a:gd name="adj" fmla="val 391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990BBAE9-CBD1-9942-AE8D-DC8358E04673}"/>
              </a:ext>
            </a:extLst>
          </p:cNvPr>
          <p:cNvSpPr/>
          <p:nvPr/>
        </p:nvSpPr>
        <p:spPr>
          <a:xfrm>
            <a:off x="79063" y="843557"/>
            <a:ext cx="4092354" cy="1709575"/>
          </a:xfrm>
          <a:prstGeom prst="roundRect">
            <a:avLst>
              <a:gd name="adj" fmla="val 428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B0160E73-56A0-D29E-F984-848864432BD9}"/>
              </a:ext>
            </a:extLst>
          </p:cNvPr>
          <p:cNvSpPr/>
          <p:nvPr/>
        </p:nvSpPr>
        <p:spPr>
          <a:xfrm>
            <a:off x="84225" y="3507854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19B8C55D-9759-1216-90A7-4060BD798FB4}"/>
              </a:ext>
            </a:extLst>
          </p:cNvPr>
          <p:cNvSpPr/>
          <p:nvPr/>
        </p:nvSpPr>
        <p:spPr>
          <a:xfrm>
            <a:off x="79063" y="2659010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7428988E-C06C-5498-D7AC-C92B54858738}"/>
              </a:ext>
            </a:extLst>
          </p:cNvPr>
          <p:cNvSpPr/>
          <p:nvPr/>
        </p:nvSpPr>
        <p:spPr>
          <a:xfrm>
            <a:off x="672185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28A41BF5-6288-F66D-6B18-A1C27C57BCD2}"/>
              </a:ext>
            </a:extLst>
          </p:cNvPr>
          <p:cNvSpPr/>
          <p:nvPr/>
        </p:nvSpPr>
        <p:spPr>
          <a:xfrm>
            <a:off x="1932164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B117318-4CD7-BD97-5351-1F6F61156CD5}"/>
              </a:ext>
            </a:extLst>
          </p:cNvPr>
          <p:cNvSpPr/>
          <p:nvPr/>
        </p:nvSpPr>
        <p:spPr>
          <a:xfrm>
            <a:off x="3192142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C21EA64B-D360-1D11-4ECB-24E796346C00}"/>
              </a:ext>
            </a:extLst>
          </p:cNvPr>
          <p:cNvSpPr/>
          <p:nvPr/>
        </p:nvSpPr>
        <p:spPr>
          <a:xfrm>
            <a:off x="4452121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065A5E74-B440-BA3F-5A07-8CDCDFF2E427}"/>
              </a:ext>
            </a:extLst>
          </p:cNvPr>
          <p:cNvSpPr/>
          <p:nvPr/>
        </p:nvSpPr>
        <p:spPr>
          <a:xfrm>
            <a:off x="186295" y="1209261"/>
            <a:ext cx="1276737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69415EB-0A2D-50D7-44F6-1F81A018E10C}"/>
              </a:ext>
            </a:extLst>
          </p:cNvPr>
          <p:cNvSpPr/>
          <p:nvPr/>
        </p:nvSpPr>
        <p:spPr>
          <a:xfrm>
            <a:off x="274029" y="1991019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5B1B74D-0B82-73B1-5F00-44CC5F744F4A}"/>
              </a:ext>
            </a:extLst>
          </p:cNvPr>
          <p:cNvSpPr/>
          <p:nvPr/>
        </p:nvSpPr>
        <p:spPr>
          <a:xfrm>
            <a:off x="274029" y="1504965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1F3EEC6-6CC4-CE00-13AC-F53EED26A83F}"/>
              </a:ext>
            </a:extLst>
          </p:cNvPr>
          <p:cNvSpPr/>
          <p:nvPr/>
        </p:nvSpPr>
        <p:spPr>
          <a:xfrm>
            <a:off x="1598372" y="1203598"/>
            <a:ext cx="2474164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EAB6A47-5F20-094B-0D4A-E766A80A2A60}"/>
              </a:ext>
            </a:extLst>
          </p:cNvPr>
          <p:cNvSpPr/>
          <p:nvPr/>
        </p:nvSpPr>
        <p:spPr>
          <a:xfrm>
            <a:off x="1686106" y="1985356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7201475F-A4A4-46B2-84B6-A45CE1664B47}"/>
              </a:ext>
            </a:extLst>
          </p:cNvPr>
          <p:cNvSpPr/>
          <p:nvPr/>
        </p:nvSpPr>
        <p:spPr>
          <a:xfrm>
            <a:off x="2887706" y="1985356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/dev/nvdia2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1B3E5041-0778-66C8-1F90-7570D9731483}"/>
              </a:ext>
            </a:extLst>
          </p:cNvPr>
          <p:cNvSpPr/>
          <p:nvPr/>
        </p:nvSpPr>
        <p:spPr>
          <a:xfrm>
            <a:off x="1686107" y="1499302"/>
            <a:ext cx="23014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28995F5A-7DC0-2507-432E-914678470451}"/>
              </a:ext>
            </a:extLst>
          </p:cNvPr>
          <p:cNvSpPr/>
          <p:nvPr/>
        </p:nvSpPr>
        <p:spPr>
          <a:xfrm>
            <a:off x="4537508" y="1203598"/>
            <a:ext cx="1487816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16CFA239-2511-9D27-E71A-172A3FA07324}"/>
              </a:ext>
            </a:extLst>
          </p:cNvPr>
          <p:cNvSpPr/>
          <p:nvPr/>
        </p:nvSpPr>
        <p:spPr>
          <a:xfrm>
            <a:off x="4617695" y="1985356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D5E1B1C4-5B6E-85F7-FDAB-04642D4057A6}"/>
              </a:ext>
            </a:extLst>
          </p:cNvPr>
          <p:cNvSpPr/>
          <p:nvPr/>
        </p:nvSpPr>
        <p:spPr>
          <a:xfrm>
            <a:off x="4617695" y="1499302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1" name="직선 연결선 17">
            <a:extLst>
              <a:ext uri="{FF2B5EF4-FFF2-40B4-BE49-F238E27FC236}">
                <a16:creationId xmlns:a16="http://schemas.microsoft.com/office/drawing/2014/main" id="{BBE57953-324C-8070-7D38-3BAD3665DB8C}"/>
              </a:ext>
            </a:extLst>
          </p:cNvPr>
          <p:cNvCxnSpPr>
            <a:cxnSpLocks/>
            <a:stCxn id="9" idx="2"/>
            <a:endCxn id="4" idx="0"/>
          </p:cNvCxnSpPr>
          <p:nvPr/>
        </p:nvCxnSpPr>
        <p:spPr>
          <a:xfrm>
            <a:off x="824029" y="2387063"/>
            <a:ext cx="386822" cy="12329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0">
            <a:extLst>
              <a:ext uri="{FF2B5EF4-FFF2-40B4-BE49-F238E27FC236}">
                <a16:creationId xmlns:a16="http://schemas.microsoft.com/office/drawing/2014/main" id="{22C12797-54A8-2874-270D-D393650E397D}"/>
              </a:ext>
            </a:extLst>
          </p:cNvPr>
          <p:cNvCxnSpPr>
            <a:cxnSpLocks/>
            <a:stCxn id="14" idx="2"/>
            <a:endCxn id="5" idx="0"/>
          </p:cNvCxnSpPr>
          <p:nvPr/>
        </p:nvCxnSpPr>
        <p:spPr>
          <a:xfrm>
            <a:off x="2236106" y="2381400"/>
            <a:ext cx="234724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17">
            <a:extLst>
              <a:ext uri="{FF2B5EF4-FFF2-40B4-BE49-F238E27FC236}">
                <a16:creationId xmlns:a16="http://schemas.microsoft.com/office/drawing/2014/main" id="{2945351D-D086-4FB4-4382-C9127B2ED274}"/>
              </a:ext>
            </a:extLst>
          </p:cNvPr>
          <p:cNvCxnSpPr>
            <a:cxnSpLocks/>
            <a:stCxn id="15" idx="2"/>
            <a:endCxn id="6" idx="0"/>
          </p:cNvCxnSpPr>
          <p:nvPr/>
        </p:nvCxnSpPr>
        <p:spPr>
          <a:xfrm>
            <a:off x="3437640" y="2381400"/>
            <a:ext cx="29316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6">
            <a:extLst>
              <a:ext uri="{FF2B5EF4-FFF2-40B4-BE49-F238E27FC236}">
                <a16:creationId xmlns:a16="http://schemas.microsoft.com/office/drawing/2014/main" id="{A6841772-5FAC-52D2-D93A-BF3E1BF471DF}"/>
              </a:ext>
            </a:extLst>
          </p:cNvPr>
          <p:cNvCxnSpPr>
            <a:cxnSpLocks/>
            <a:stCxn id="19" idx="2"/>
            <a:endCxn id="7" idx="0"/>
          </p:cNvCxnSpPr>
          <p:nvPr/>
        </p:nvCxnSpPr>
        <p:spPr>
          <a:xfrm flipH="1">
            <a:off x="4990787" y="2381400"/>
            <a:ext cx="28780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87AAA4FF-5355-0B8E-2C4A-7B3DEB8558AB}"/>
              </a:ext>
            </a:extLst>
          </p:cNvPr>
          <p:cNvSpPr/>
          <p:nvPr/>
        </p:nvSpPr>
        <p:spPr>
          <a:xfrm>
            <a:off x="218562" y="2791931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7DAA5F-A54B-025A-21E9-FA0AC9BF51AF}"/>
              </a:ext>
            </a:extLst>
          </p:cNvPr>
          <p:cNvSpPr txBox="1"/>
          <p:nvPr/>
        </p:nvSpPr>
        <p:spPr>
          <a:xfrm>
            <a:off x="7965348" y="483518"/>
            <a:ext cx="1665155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70C16E-B348-642F-E3BF-7E2C0BD51AB8}"/>
              </a:ext>
            </a:extLst>
          </p:cNvPr>
          <p:cNvSpPr txBox="1"/>
          <p:nvPr/>
        </p:nvSpPr>
        <p:spPr>
          <a:xfrm>
            <a:off x="6300058" y="483518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20116554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0</a:t>
            </a:r>
            <a:endParaRPr lang="en-US" altLang="ko-KR" sz="105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1</a:t>
            </a:r>
            <a:endParaRPr lang="en-US" altLang="ko-KR" sz="105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2</a:t>
            </a:r>
            <a:endParaRPr lang="en-US" altLang="ko-KR" sz="105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3</a:t>
            </a:r>
            <a:endParaRPr lang="en-US" altLang="ko-KR" sz="105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/dev/nvidia0</a:t>
            </a:r>
            <a:endParaRPr lang="en-US" altLang="ko-KR" sz="105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/dev/nvidia1</a:t>
            </a:r>
            <a:endParaRPr lang="en-US" altLang="ko-KR" sz="105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CUDA Lib/Toolkit</a:t>
            </a:r>
            <a:endParaRPr lang="en-US" altLang="ko-KR" sz="105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GPU Device Driver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57117</TotalTime>
  <Words>4037</Words>
  <Application>Microsoft Macintosh PowerPoint</Application>
  <PresentationFormat>화면 슬라이드 쇼(16:9)</PresentationFormat>
  <Paragraphs>1034</Paragraphs>
  <Slides>22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Al Bayan Plain</vt:lpstr>
      <vt:lpstr>Arial</vt:lpstr>
      <vt:lpstr>Office 테마</vt:lpstr>
      <vt:lpstr>CUDA Container Stack</vt:lpstr>
      <vt:lpstr>PowerPoint 프레젠테이션</vt:lpstr>
      <vt:lpstr>PowerPoint 프레젠테이션</vt:lpstr>
      <vt:lpstr>CUDA Container Stack</vt:lpstr>
      <vt:lpstr>CUDA Container Stack</vt:lpstr>
      <vt:lpstr>CUDA Container Stack</vt:lpstr>
      <vt:lpstr>PowerPoint 프레젠테이션</vt:lpstr>
      <vt:lpstr>CUDA Container Stack</vt:lpstr>
      <vt:lpstr>PowerPoint 프레젠테이션</vt:lpstr>
      <vt:lpstr>PowerPoint 프레젠테이션</vt:lpstr>
      <vt:lpstr>CUDA Container Stack</vt:lpstr>
      <vt:lpstr>CUDA Container Stack</vt:lpstr>
      <vt:lpstr>CUDA Container Stack</vt:lpstr>
      <vt:lpstr>CUDA Container Stack</vt:lpstr>
      <vt:lpstr>CUDA Container Stack</vt:lpstr>
      <vt:lpstr>PowerPoint 프레젠테이션</vt:lpstr>
      <vt:lpstr>CUDA Container Stack</vt:lpstr>
      <vt:lpstr>CUDA Container Stack</vt:lpstr>
      <vt:lpstr>PowerPoint 프레젠테이션</vt:lpstr>
      <vt:lpstr>PowerPoint 프레젠테이션</vt:lpstr>
      <vt:lpstr>PowerPoint 프레젠테이션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6418</cp:revision>
  <dcterms:created xsi:type="dcterms:W3CDTF">2006-10-05T04:04:58Z</dcterms:created>
  <dcterms:modified xsi:type="dcterms:W3CDTF">2026-03-08T07:29:27Z</dcterms:modified>
</cp:coreProperties>
</file>
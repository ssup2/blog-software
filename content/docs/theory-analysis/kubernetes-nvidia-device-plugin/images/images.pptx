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431" r:id="rId2"/>
    <p:sldId id="436" r:id="rId3"/>
    <p:sldId id="434" r:id="rId4"/>
    <p:sldId id="435" r:id="rId5"/>
    <p:sldId id="422" r:id="rId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59" autoAdjust="0"/>
    <p:restoredTop sz="87360" autoAdjust="0"/>
  </p:normalViewPr>
  <p:slideViewPr>
    <p:cSldViewPr>
      <p:cViewPr>
        <p:scale>
          <a:sx n="192" d="100"/>
          <a:sy n="192" d="100"/>
        </p:scale>
        <p:origin x="-24" y="126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2026. 2. 26.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2FD20FDA-A726-6111-1F48-1BF893C3637F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0FA7063-21A8-B090-3BA7-398631BF9F24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28620520-CB3D-852D-421B-F758E359A284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9C7311C7-A133-127F-9CE9-667C3E1EA9F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1368EB9-BB8A-73D8-BE27-7FA1CEB3A9A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8F4DD15-3E6D-A800-7440-AC035A9337C4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2CD83D61-6960-D415-17A8-E4E301387BA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BB37803-970E-CACE-841F-F6DDD0C096BB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35117287-6E11-2183-DDB7-0C7AA2053C80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2268511-A885-0F7C-5507-D9F0C555654C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983FF275-AB1C-5C79-A728-DCD8666000FD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EB764BDA-9302-5D4B-81BC-81B547B95512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38C51E93-DE07-05D0-AFEB-88B39DC4341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4EEF7D4D-2C23-621B-ADC7-C2D579FCA302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5925884" y="915566"/>
            <a:ext cx="1665290" cy="1790668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Pod B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1552826" y="915566"/>
            <a:ext cx="4092354" cy="1790668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Pod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4688CBB-4223-4EF0-E19B-201209AB88C7}"/>
              </a:ext>
            </a:extLst>
          </p:cNvPr>
          <p:cNvGrpSpPr/>
          <p:nvPr/>
        </p:nvGrpSpPr>
        <p:grpSpPr>
          <a:xfrm>
            <a:off x="1660058" y="1304366"/>
            <a:ext cx="3886241" cy="1323618"/>
            <a:chOff x="1660058" y="1297654"/>
            <a:chExt cx="3886241" cy="1323618"/>
          </a:xfrm>
        </p:grpSpPr>
        <p:sp>
          <p:nvSpPr>
            <p:cNvPr id="8" name="사각형: 둥근 모서리 114">
              <a:extLst>
                <a:ext uri="{FF2B5EF4-FFF2-40B4-BE49-F238E27FC236}">
                  <a16:creationId xmlns:a16="http://schemas.microsoft.com/office/drawing/2014/main" id="{065A5E74-B440-BA3F-5A07-8CDCDFF2E427}"/>
                </a:ext>
              </a:extLst>
            </p:cNvPr>
            <p:cNvSpPr/>
            <p:nvPr/>
          </p:nvSpPr>
          <p:spPr>
            <a:xfrm>
              <a:off x="1660058" y="1303317"/>
              <a:ext cx="1276737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A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9" name="사각형: 둥근 모서리 114">
              <a:extLst>
                <a:ext uri="{FF2B5EF4-FFF2-40B4-BE49-F238E27FC236}">
                  <a16:creationId xmlns:a16="http://schemas.microsoft.com/office/drawing/2014/main" id="{769415EB-0A2D-50D7-44F6-1F81A018E10C}"/>
                </a:ext>
              </a:extLst>
            </p:cNvPr>
            <p:cNvSpPr/>
            <p:nvPr/>
          </p:nvSpPr>
          <p:spPr>
            <a:xfrm>
              <a:off x="1747792" y="2137408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/dev/nvidia0</a:t>
              </a:r>
              <a:endParaRPr lang="en-US" altLang="ko-KR" sz="1050" dirty="0"/>
            </a:p>
          </p:txBody>
        </p:sp>
        <p:sp>
          <p:nvSpPr>
            <p:cNvPr id="11" name="사각형: 둥근 모서리 114">
              <a:extLst>
                <a:ext uri="{FF2B5EF4-FFF2-40B4-BE49-F238E27FC236}">
                  <a16:creationId xmlns:a16="http://schemas.microsoft.com/office/drawing/2014/main" id="{A5B1B74D-0B82-73B1-5F00-44CC5F744F4A}"/>
                </a:ext>
              </a:extLst>
            </p:cNvPr>
            <p:cNvSpPr/>
            <p:nvPr/>
          </p:nvSpPr>
          <p:spPr>
            <a:xfrm>
              <a:off x="1747792" y="1651354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NVIDIA CUDA Lib/Toolkit</a:t>
              </a:r>
              <a:endParaRPr lang="en-US" altLang="ko-KR" sz="1050" dirty="0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3B0EC719-E97D-433F-57E8-327B92068A18}"/>
                </a:ext>
              </a:extLst>
            </p:cNvPr>
            <p:cNvGrpSpPr/>
            <p:nvPr/>
          </p:nvGrpSpPr>
          <p:grpSpPr>
            <a:xfrm>
              <a:off x="3072135" y="1297654"/>
              <a:ext cx="2474164" cy="1317955"/>
              <a:chOff x="3328619" y="1015999"/>
              <a:chExt cx="2474164" cy="1317955"/>
            </a:xfrm>
          </p:grpSpPr>
          <p:sp>
            <p:nvSpPr>
              <p:cNvPr id="13" name="사각형: 둥근 모서리 114">
                <a:extLst>
                  <a:ext uri="{FF2B5EF4-FFF2-40B4-BE49-F238E27FC236}">
                    <a16:creationId xmlns:a16="http://schemas.microsoft.com/office/drawing/2014/main" id="{F1F3EEC6-6CC4-CE00-13AC-F53EED26A83F}"/>
                  </a:ext>
                </a:extLst>
              </p:cNvPr>
              <p:cNvSpPr/>
              <p:nvPr/>
            </p:nvSpPr>
            <p:spPr>
              <a:xfrm>
                <a:off x="3328619" y="1015999"/>
                <a:ext cx="2474164" cy="1317955"/>
              </a:xfrm>
              <a:prstGeom prst="roundRect">
                <a:avLst>
                  <a:gd name="adj" fmla="val 6774"/>
                </a:avLst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en-US" altLang="ko-KR" sz="1200" b="1"/>
                  <a:t>Container B</a:t>
                </a:r>
                <a:endParaRPr lang="ko-KR" altLang="en-US" sz="12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사각형: 둥근 모서리 114">
                <a:extLst>
                  <a:ext uri="{FF2B5EF4-FFF2-40B4-BE49-F238E27FC236}">
                    <a16:creationId xmlns:a16="http://schemas.microsoft.com/office/drawing/2014/main" id="{1EAB6A47-5F20-094B-0D4A-E766A80A2A60}"/>
                  </a:ext>
                </a:extLst>
              </p:cNvPr>
              <p:cNvSpPr/>
              <p:nvPr/>
            </p:nvSpPr>
            <p:spPr>
              <a:xfrm>
                <a:off x="3416353" y="1850090"/>
                <a:ext cx="1099999" cy="396044"/>
              </a:xfrm>
              <a:prstGeom prst="roundRect">
                <a:avLst>
                  <a:gd name="adj" fmla="val 7242"/>
                </a:avLst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/>
                  <a:t>/dev/nvdia0</a:t>
                </a:r>
                <a:endParaRPr lang="en-US" altLang="ko-KR" sz="1000" dirty="0"/>
              </a:p>
            </p:txBody>
          </p:sp>
          <p:sp>
            <p:nvSpPr>
              <p:cNvPr id="15" name="사각형: 둥근 모서리 114">
                <a:extLst>
                  <a:ext uri="{FF2B5EF4-FFF2-40B4-BE49-F238E27FC236}">
                    <a16:creationId xmlns:a16="http://schemas.microsoft.com/office/drawing/2014/main" id="{7201475F-A4A4-46B2-84B6-A45CE1664B47}"/>
                  </a:ext>
                </a:extLst>
              </p:cNvPr>
              <p:cNvSpPr/>
              <p:nvPr/>
            </p:nvSpPr>
            <p:spPr>
              <a:xfrm>
                <a:off x="4617953" y="1850090"/>
                <a:ext cx="1099868" cy="396044"/>
              </a:xfrm>
              <a:prstGeom prst="roundRect">
                <a:avLst>
                  <a:gd name="adj" fmla="val 7242"/>
                </a:avLst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/>
                  <a:t>/dev/nvdia2</a:t>
                </a:r>
                <a:endParaRPr lang="en-US" altLang="ko-KR" sz="1000" dirty="0"/>
              </a:p>
            </p:txBody>
          </p:sp>
          <p:sp>
            <p:nvSpPr>
              <p:cNvPr id="16" name="사각형: 둥근 모서리 114">
                <a:extLst>
                  <a:ext uri="{FF2B5EF4-FFF2-40B4-BE49-F238E27FC236}">
                    <a16:creationId xmlns:a16="http://schemas.microsoft.com/office/drawing/2014/main" id="{1B3E5041-0778-66C8-1F90-7570D9731483}"/>
                  </a:ext>
                </a:extLst>
              </p:cNvPr>
              <p:cNvSpPr/>
              <p:nvPr/>
            </p:nvSpPr>
            <p:spPr>
              <a:xfrm>
                <a:off x="3416354" y="1364036"/>
                <a:ext cx="2301468" cy="396044"/>
              </a:xfrm>
              <a:prstGeom prst="roundRect">
                <a:avLst>
                  <a:gd name="adj" fmla="val 7242"/>
                </a:avLst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00"/>
                  <a:t>NVIDIA CUDA Lib/Toolkit</a:t>
                </a:r>
                <a:endParaRPr lang="en-US" altLang="ko-KR" sz="1000" dirty="0"/>
              </a:p>
            </p:txBody>
          </p:sp>
        </p:grpSp>
      </p:grp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6011271" y="1304366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6091458" y="2138457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6091458" y="1652403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2297792" y="2540164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3709869" y="2534501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4911403" y="2534501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6464550" y="2534501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48152</TotalTime>
  <Words>490</Words>
  <Application>Microsoft Macintosh PowerPoint</Application>
  <PresentationFormat>화면 슬라이드 쇼(16:9)</PresentationFormat>
  <Paragraphs>134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Al Bayan Plain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6265</cp:revision>
  <dcterms:created xsi:type="dcterms:W3CDTF">2006-10-05T04:04:58Z</dcterms:created>
  <dcterms:modified xsi:type="dcterms:W3CDTF">2026-02-27T15:57:47Z</dcterms:modified>
</cp:coreProperties>
</file>
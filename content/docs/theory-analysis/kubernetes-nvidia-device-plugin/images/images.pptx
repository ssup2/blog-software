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446" r:id="rId2"/>
    <p:sldId id="431" r:id="rId3"/>
    <p:sldId id="441" r:id="rId4"/>
    <p:sldId id="447" r:id="rId5"/>
    <p:sldId id="449" r:id="rId6"/>
    <p:sldId id="434" r:id="rId7"/>
    <p:sldId id="444" r:id="rId8"/>
    <p:sldId id="439" r:id="rId9"/>
    <p:sldId id="445" r:id="rId10"/>
    <p:sldId id="440" r:id="rId11"/>
    <p:sldId id="438" r:id="rId12"/>
    <p:sldId id="442" r:id="rId13"/>
    <p:sldId id="435" r:id="rId14"/>
    <p:sldId id="436" r:id="rId15"/>
    <p:sldId id="422" r:id="rId1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66" autoAdjust="0"/>
    <p:restoredTop sz="87440" autoAdjust="0"/>
  </p:normalViewPr>
  <p:slideViewPr>
    <p:cSldViewPr>
      <p:cViewPr>
        <p:scale>
          <a:sx n="192" d="100"/>
          <a:sy n="192" d="100"/>
        </p:scale>
        <p:origin x="456" y="126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2340383E-6533-BA55-31E0-A30F863C2ADF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EF5218CA-055F-82B1-A06F-4C34D1428BF2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D5519D8-8350-36B2-1316-749DE094A5A2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04BEAD9-ECEA-0563-E388-3DB7426AAA67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9D5C866-6698-BBE8-D698-FDCDBDD73BC8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457C420-E101-8637-A582-F2C7ACCB8F1B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9253F64F-CBCB-AD0B-6199-CE3BCD0B157A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792A3865-3309-1EA3-C256-64FCC9BC7141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AE221163-DC2D-346B-3B9C-60FBCB31DBED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423B7A26-4701-3163-849A-0994044F1D31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B675BE5-DBE8-9C6D-F94A-0BF135A47C15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BBFC5B26-A59D-5146-AFEA-DF0D9F045DA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208A2735-15D9-456C-1E26-F4A4FD016FB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5955FCE2-1D1D-898B-6023-993E33774DFA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9D1550F7-4372-0DDF-285E-FF89B2FB4D9E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BA6DEDD9-C3A1-F531-0F81-3EA52CC4C4D5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30032126-5218-C13B-EE7A-188B5DE2DDC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6E36DF08-332B-C24C-114B-EF3DF6450BB5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35802EE-23BD-1A3A-1CF4-4935CEF56C2C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73244342-012E-692C-577A-147FA09A520D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42E5294-3C75-DB7F-3B04-DA237D95CB3D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9E93A125-5AB7-605E-C0A6-50DC4309D8E9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F196D19D-9E2D-ED15-B674-A8F165ED6B93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CDBAA2FE-082D-1EA3-2C39-5DDD377D10F0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BEE675EB-67E9-044E-7DC0-CAEEC05B86D2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3FA9DA5E-D58D-7385-D7D6-E74326C1913F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9419FA2E-275D-324F-0178-7C872EE33087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A6CC5500-E3F8-E87C-8CE2-83DEB258C4CD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20ECEAA-9168-4A46-982D-049DBDD31617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A032590E-31EE-4A29-C35A-D5F77E115F51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F163C051-C0F1-6C02-F14B-D6CA59B439FF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58208B52-B7E2-B3F3-B3B5-BA7088BA8123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FC2BA276-C385-C03F-9E0E-0D46A309C637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48416D0C-D373-1103-9439-9EA217293447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89B965D3-9E99-F402-3978-D746D787DFCD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821FBEDE-34E2-940E-48FF-72BAB15221B6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83DACF-BD5D-4D1A-273B-AE7B4D77BC33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66E7BE-7EA8-CA9D-8D9A-D32DB236AA13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941364-490C-49CC-8AB9-82CF9221F6A2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36D124E6-2B60-1A4F-E511-FD979D8A3FF4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3C56EF2-3CBA-CD62-431E-EFED9DE79E6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79CEE2ED-964A-C96D-4A5D-57C527C584B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3B59B0BA-1B8B-34B2-36A0-B3911DC7CC0F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68A473A2-ABD5-BD48-68F4-5ED2384CE568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57036</TotalTime>
  <Words>2433</Words>
  <Application>Microsoft Macintosh PowerPoint</Application>
  <PresentationFormat>화면 슬라이드 쇼(16:9)</PresentationFormat>
  <Paragraphs>639</Paragraphs>
  <Slides>15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6398</cp:revision>
  <dcterms:created xsi:type="dcterms:W3CDTF">2006-10-05T04:04:58Z</dcterms:created>
  <dcterms:modified xsi:type="dcterms:W3CDTF">2026-03-08T06:08:50Z</dcterms:modified>
</cp:coreProperties>
</file>
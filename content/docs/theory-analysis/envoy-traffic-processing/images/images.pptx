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88" r:id="rId2"/>
    <p:sldId id="369" r:id="rId3"/>
    <p:sldId id="387" r:id="rId4"/>
    <p:sldId id="365" r:id="rId5"/>
    <p:sldId id="386" r:id="rId6"/>
    <p:sldId id="363" r:id="rId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21" autoAdjust="0"/>
    <p:restoredTop sz="81275" autoAdjust="0"/>
  </p:normalViewPr>
  <p:slideViewPr>
    <p:cSldViewPr>
      <p:cViewPr>
        <p:scale>
          <a:sx n="199" d="100"/>
          <a:sy n="199" d="100"/>
        </p:scale>
        <p:origin x="376" y="1776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EEF2-0A0B-6026-59B8-A2BD401D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5F93256-3DCD-68C8-6FE8-D5245F19349B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DA8C20A-DB2C-8705-7D7B-102D5FEDC15A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ED785C6-3C8A-CE92-8DFE-CA318ADFD565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ADB9E6C-3F87-E8B8-76E4-CFC355C6B994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0D10FD-0180-C2D0-535B-EF47408DD6A4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493CFF7F-E503-FAD7-9EDF-AD028891C67C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4DBFED8-76FB-331C-CFBF-AB9D3C0F1BE7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A8A2A97-F9A7-3F9A-0FA7-0636D3D6FE84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456049CA-843D-A9B5-13F5-5EC70C2C72F0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F9D902F-68EE-9055-D9F4-CCAF191817BB}"/>
              </a:ext>
            </a:extLst>
          </p:cNvPr>
          <p:cNvSpPr/>
          <p:nvPr/>
        </p:nvSpPr>
        <p:spPr>
          <a:xfrm>
            <a:off x="3070436" y="968666"/>
            <a:ext cx="4477732" cy="3691315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CDD750D-C835-365A-DEAC-B50D0A70CB1E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FC38AA7-63DB-3D1F-3C73-ABF6BBD5F81D}"/>
              </a:ext>
            </a:extLst>
          </p:cNvPr>
          <p:cNvSpPr/>
          <p:nvPr/>
        </p:nvSpPr>
        <p:spPr>
          <a:xfrm>
            <a:off x="3159784" y="2238522"/>
            <a:ext cx="3644464" cy="2339645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AE05885-4B05-A40D-0A2C-1B67CBB59800}"/>
              </a:ext>
            </a:extLst>
          </p:cNvPr>
          <p:cNvSpPr/>
          <p:nvPr/>
        </p:nvSpPr>
        <p:spPr>
          <a:xfrm>
            <a:off x="3247153" y="3082627"/>
            <a:ext cx="3479802" cy="1386267"/>
          </a:xfrm>
          <a:prstGeom prst="roundRect">
            <a:avLst>
              <a:gd name="adj" fmla="val 6974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8E80160-7F7D-0C05-EA7B-D73FD1FB0F3F}"/>
              </a:ext>
            </a:extLst>
          </p:cNvPr>
          <p:cNvSpPr/>
          <p:nvPr/>
        </p:nvSpPr>
        <p:spPr>
          <a:xfrm>
            <a:off x="4939897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DF8E74B-D6E2-1111-5F13-20C8CADF5AF7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D172FD6-652C-001B-E842-4189B0730CC0}"/>
              </a:ext>
            </a:extLst>
          </p:cNvPr>
          <p:cNvSpPr/>
          <p:nvPr/>
        </p:nvSpPr>
        <p:spPr>
          <a:xfrm>
            <a:off x="5921190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AC94828-F6C3-384B-24BA-2EE5D7915A8A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9B071102-B7EA-1BE6-64A4-01017E6D3067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449BD2-61FD-BE97-3B38-E509AD85F8E4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58B8749D-2B1A-D93B-4A3C-79B70FDBCC0D}"/>
              </a:ext>
            </a:extLst>
          </p:cNvPr>
          <p:cNvSpPr/>
          <p:nvPr/>
        </p:nvSpPr>
        <p:spPr>
          <a:xfrm>
            <a:off x="3337192" y="3169508"/>
            <a:ext cx="1225699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08EF826-0282-C06E-791F-CFC9F28D11C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393B33-F958-8CB8-C1C7-8FA316EDB850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E884B3B-7507-23DB-1FA4-F223312731C3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EE77615-2F40-064D-A0B8-AEE39D6E170D}"/>
              </a:ext>
            </a:extLst>
          </p:cNvPr>
          <p:cNvSpPr/>
          <p:nvPr/>
        </p:nvSpPr>
        <p:spPr>
          <a:xfrm>
            <a:off x="3337193" y="3568273"/>
            <a:ext cx="2425036" cy="1057517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173D54-B0D3-7D17-4A98-C3377EA23044}"/>
              </a:ext>
            </a:extLst>
          </p:cNvPr>
          <p:cNvSpPr/>
          <p:nvPr/>
        </p:nvSpPr>
        <p:spPr>
          <a:xfrm>
            <a:off x="3427232" y="3819187"/>
            <a:ext cx="2199971" cy="748229"/>
          </a:xfrm>
          <a:prstGeom prst="roundRect">
            <a:avLst>
              <a:gd name="adj" fmla="val 948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A2502D-523F-50A2-7C86-E4C79D988D3C}"/>
              </a:ext>
            </a:extLst>
          </p:cNvPr>
          <p:cNvSpPr/>
          <p:nvPr/>
        </p:nvSpPr>
        <p:spPr>
          <a:xfrm>
            <a:off x="5518339" y="408282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E4BF15A-D518-B083-186A-325E8E5041BF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B6BF4EE-62DA-CC3E-41F2-87AF2E0E9B0A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083B53-01D3-5A1B-5602-F74D6B603FF7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585589C-A876-CB3E-B1AB-320495FDB560}"/>
              </a:ext>
            </a:extLst>
          </p:cNvPr>
          <p:cNvSpPr/>
          <p:nvPr/>
        </p:nvSpPr>
        <p:spPr>
          <a:xfrm>
            <a:off x="7548168" y="31100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3C04865-7782-97C8-4FEC-8B0230A80A7F}"/>
              </a:ext>
            </a:extLst>
          </p:cNvPr>
          <p:cNvSpPr/>
          <p:nvPr/>
        </p:nvSpPr>
        <p:spPr>
          <a:xfrm>
            <a:off x="3522738" y="40815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33EFF58-4EB8-1C29-B34D-6A61F800C9A4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4052907" y="2660576"/>
            <a:ext cx="886990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AB03C2B-867B-FD86-01EF-21C1BE2D39BD}"/>
              </a:ext>
            </a:extLst>
          </p:cNvPr>
          <p:cNvCxnSpPr>
            <a:cxnSpLocks/>
            <a:stCxn id="43" idx="3"/>
            <a:endCxn id="45" idx="1"/>
          </p:cNvCxnSpPr>
          <p:nvPr/>
        </p:nvCxnSpPr>
        <p:spPr>
          <a:xfrm flipV="1">
            <a:off x="5741539" y="2660575"/>
            <a:ext cx="179651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80D78E6-DAA9-5196-3B69-54E76D48F369}"/>
              </a:ext>
            </a:extLst>
          </p:cNvPr>
          <p:cNvSpPr/>
          <p:nvPr/>
        </p:nvSpPr>
        <p:spPr>
          <a:xfrm>
            <a:off x="4562892" y="408158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18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2DF4B5-1C62-E220-DA7B-4FFAFFAB051A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0531C4D-C6BE-C2A6-6677-B9FF9494911C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8A821A7-3DB9-6F85-3714-2664FE6A664D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38DADD2-B698-1DB7-6BD4-06458FC16DBC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07B9CD0-F7E6-3E07-7214-264000812231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FCB9AF7-A330-402F-9105-CBC88F419A76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0614E0A-E63B-2720-6210-0BB93A1EE736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FF793BE-E2AC-BFAA-25FB-A7D0B378838C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FFD92DC-CCF5-01DA-2F4A-43CA12D9CAB4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2BAC641-C58B-4174-E4FC-7635E3F72E84}"/>
              </a:ext>
            </a:extLst>
          </p:cNvPr>
          <p:cNvSpPr/>
          <p:nvPr/>
        </p:nvSpPr>
        <p:spPr>
          <a:xfrm>
            <a:off x="3070436" y="968667"/>
            <a:ext cx="4477732" cy="3259266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State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B261467-36A1-8D46-23A9-EE2E9A93F693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18D0F4D-4F93-4AAC-C377-4171470FD6BA}"/>
              </a:ext>
            </a:extLst>
          </p:cNvPr>
          <p:cNvSpPr/>
          <p:nvPr/>
        </p:nvSpPr>
        <p:spPr>
          <a:xfrm>
            <a:off x="3159784" y="2238523"/>
            <a:ext cx="3124284" cy="1898496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A40BD44-CE8D-685B-E2C7-74BCD7A5B0FB}"/>
              </a:ext>
            </a:extLst>
          </p:cNvPr>
          <p:cNvSpPr/>
          <p:nvPr/>
        </p:nvSpPr>
        <p:spPr>
          <a:xfrm>
            <a:off x="3247153" y="3003093"/>
            <a:ext cx="2947533" cy="1049855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8869F4B-716C-B79D-9CD3-522FF528D3BF}"/>
              </a:ext>
            </a:extLst>
          </p:cNvPr>
          <p:cNvSpPr/>
          <p:nvPr/>
        </p:nvSpPr>
        <p:spPr>
          <a:xfrm>
            <a:off x="4411750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FF41EDF-E5E7-55CA-D574-122E1F3CE731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3E08CE1-C051-789F-8BF9-27C27843E460}"/>
              </a:ext>
            </a:extLst>
          </p:cNvPr>
          <p:cNvSpPr/>
          <p:nvPr/>
        </p:nvSpPr>
        <p:spPr>
          <a:xfrm>
            <a:off x="5393043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53D62ED-524E-4B89-6267-C3720FCA9DA3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B04B119-3E75-E460-0736-03E0BD9CE064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99E8414-2420-5D2E-1EBC-17F6EF46F0B1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86548305-4DD2-F577-9DDA-D99E7C441310}"/>
              </a:ext>
            </a:extLst>
          </p:cNvPr>
          <p:cNvSpPr/>
          <p:nvPr/>
        </p:nvSpPr>
        <p:spPr>
          <a:xfrm>
            <a:off x="3337193" y="36119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304BBBB-1C10-2E7C-2BDD-917B43825F7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684505-577D-9EF6-EBA6-12957ABD3BF6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BE34B6E-0BBD-5B35-6B3D-07A020A5B9C7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2260E37-A050-396E-30C1-32C3E3F4401F}"/>
              </a:ext>
            </a:extLst>
          </p:cNvPr>
          <p:cNvSpPr/>
          <p:nvPr/>
        </p:nvSpPr>
        <p:spPr>
          <a:xfrm>
            <a:off x="4226205" y="3311320"/>
            <a:ext cx="1884616" cy="660849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Request/Stream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769F75C-CBE3-1058-098A-970D04254E04}"/>
              </a:ext>
            </a:extLst>
          </p:cNvPr>
          <p:cNvSpPr/>
          <p:nvPr/>
        </p:nvSpPr>
        <p:spPr>
          <a:xfrm>
            <a:off x="4316245" y="36056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5347BF5-5647-8721-2978-7CDD5F73470B}"/>
              </a:ext>
            </a:extLst>
          </p:cNvPr>
          <p:cNvSpPr/>
          <p:nvPr/>
        </p:nvSpPr>
        <p:spPr>
          <a:xfrm>
            <a:off x="5238354" y="360565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BD034E3-BCB0-E699-2FB9-E20BF1D0E73C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FCC3EA-FB49-EA11-130D-6ECC64DC3F52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F7A72F3-259D-0217-C5D2-373F684CBF8C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02E5D3F-8EB9-0BD9-4202-AA2C05D73D92}"/>
              </a:ext>
            </a:extLst>
          </p:cNvPr>
          <p:cNvSpPr/>
          <p:nvPr/>
        </p:nvSpPr>
        <p:spPr>
          <a:xfrm>
            <a:off x="6419175" y="187726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51596</TotalTime>
  <Words>679</Words>
  <Application>Microsoft Macintosh PowerPoint</Application>
  <PresentationFormat>화면 슬라이드 쇼(16:9)</PresentationFormat>
  <Paragraphs>253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5087</cp:revision>
  <dcterms:created xsi:type="dcterms:W3CDTF">2006-10-05T04:04:58Z</dcterms:created>
  <dcterms:modified xsi:type="dcterms:W3CDTF">2026-07-05T07:47:55Z</dcterms:modified>
</cp:coreProperties>
</file>
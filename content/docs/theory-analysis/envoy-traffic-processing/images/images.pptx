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88" r:id="rId2"/>
    <p:sldId id="387" r:id="rId3"/>
    <p:sldId id="392" r:id="rId4"/>
    <p:sldId id="391" r:id="rId5"/>
    <p:sldId id="390" r:id="rId6"/>
    <p:sldId id="389" r:id="rId7"/>
    <p:sldId id="369" r:id="rId8"/>
    <p:sldId id="365" r:id="rId9"/>
    <p:sldId id="386" r:id="rId10"/>
    <p:sldId id="363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44" autoAdjust="0"/>
    <p:restoredTop sz="81275" autoAdjust="0"/>
  </p:normalViewPr>
  <p:slideViewPr>
    <p:cSldViewPr>
      <p:cViewPr>
        <p:scale>
          <a:sx n="174" d="100"/>
          <a:sy n="174" d="100"/>
        </p:scale>
        <p:origin x="960" y="218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EEF2-0A0B-6026-59B8-A2BD401D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5F93256-3DCD-68C8-6FE8-D5245F19349B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DA8C20A-DB2C-8705-7D7B-102D5FEDC15A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ED785C6-3C8A-CE92-8DFE-CA318ADFD565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0D10FD-0180-C2D0-535B-EF47408DD6A4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A8A2A97-F9A7-3F9A-0FA7-0636D3D6FE84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F9D902F-68EE-9055-D9F4-CCAF191817BB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CDD750D-C835-365A-DEAC-B50D0A70CB1E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FC38AA7-63DB-3D1F-3C73-ABF6BBD5F81D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AE05885-4B05-A40D-0A2C-1B67CBB59800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8E80160-7F7D-0C05-EA7B-D73FD1FB0F3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DF8E74B-D6E2-1111-5F13-20C8CADF5AF7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D172FD6-652C-001B-E842-4189B0730CC0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AC94828-F6C3-384B-24BA-2EE5D7915A8A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9B071102-B7EA-1BE6-64A4-01017E6D3067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449BD2-61FD-BE97-3B38-E509AD85F8E4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58B8749D-2B1A-D93B-4A3C-79B70FDBCC0D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08EF826-0282-C06E-791F-CFC9F28D11CA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393B33-F958-8CB8-C1C7-8FA316EDB850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E884B3B-7507-23DB-1FA4-F223312731C3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EE77615-2F40-064D-A0B8-AEE39D6E170D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173D54-B0D3-7D17-4A98-C3377EA23044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A2502D-523F-50A2-7C86-E4C79D988D3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E4BF15A-D518-B083-186A-325E8E5041BF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B6BF4EE-62DA-CC3E-41F2-87AF2E0E9B0A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083B53-01D3-5A1B-5602-F74D6B603FF7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585589C-A876-CB3E-B1AB-320495FDB56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3C04865-7782-97C8-4FEC-8B0230A80A7F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33EFF58-4EB8-1C29-B34D-6A61F800C9A4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AB03C2B-867B-FD86-01EF-21C1BE2D39BD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80D78E6-DAA9-5196-3B69-54E76D48F369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98F564A-7846-46AB-F31D-E5628745735C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6DC29CD-D1C3-4913-6043-77409C2750B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4F01126-FF99-0B7B-A2E0-54ADCD8DBD08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04AF7CE-BCB1-9A0B-CECC-7C23DFD974BD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D1FD9889-DC4E-5441-B185-3E626B8E68E6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950EDFC-6F22-7284-700A-DC6FB0F113EA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E4DBF58-3CAE-32E2-FA21-D2F3E30095D5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C3F6357-2A40-A9C1-3B82-38A472D436F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76A501EA-599C-0DDA-A328-0030488063EE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D6F9A5C-6623-9B07-352C-2B11F16FF840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1328FA13-57D1-4590-AD28-6F3BE2667960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75E91B0-FB2C-E8B2-CD2D-F2F054A2D831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EB38523-768D-24ED-557E-EF8C460CB6F9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01F9E97-604C-9E60-7409-535577D9229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0100A9A-EE0F-7DD8-02CB-4161A677F3DF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FF34E08-A763-C22B-F7CF-1AFA29BF6F5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64F4361-3C66-91B7-5F23-94EC429C2BFE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5F34583-F707-D8E8-22E1-F46029193C54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DE47669-951D-681C-2CF7-49AF36C1142A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3D9BBE5-66D2-2A21-7313-DDBB666D3FFF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01A8D22D-82D5-80DC-88C4-178E91746A2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C3F62324-EA0B-DA60-12D8-BC5955BBD4A8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6BE5B51-1503-9098-CDCC-82AEC9B1E1DD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F5641EF-83A1-305A-689A-BB6B4A9028CC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73395843-5918-F792-E5D3-54296F61EC79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9CB3148A-8AD6-3D85-09A3-7143B32F863B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A9F3EA2E-97AA-40D4-0B56-4B6C8E58330B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07247AE6-205F-E97D-6597-9DE2AB62A645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BF892AB-6909-012E-26AA-49EE39A5A642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10A8A495-C4E7-A89A-6D7D-045F5EA27A49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07E41E5-2532-8368-7048-309C60AB26EF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31DB10-EE77-0288-40A9-C284882AE69B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6B575AF9-3A28-0158-0F49-4E6E80334E49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E4095A3B-0C8A-EE05-893F-E575B6E4E6C6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D3EB8DA-F627-085F-D68F-BF6AD89D93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718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2A20-4BA9-BFC7-630D-2E1019B8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F959C0-5DDC-CD01-C1D6-47806CDC8C48}"/>
              </a:ext>
            </a:extLst>
          </p:cNvPr>
          <p:cNvSpPr/>
          <p:nvPr/>
        </p:nvSpPr>
        <p:spPr>
          <a:xfrm>
            <a:off x="81393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471A70-292F-E8D7-8384-AE25D14DE2C4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E430979-D7BD-0357-E443-7354D2814087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6A45F0A-B63D-C1F8-578F-C4F41CEB40B2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84184" y="600172"/>
            <a:ext cx="31518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9D7D0D71-2541-3B21-295C-DA530AA772E9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8618E95-4EB7-F0E0-79F9-548DB594B65D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CEEF17D-D78F-F128-2304-609055E465EA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BEA4192-6A72-82EF-8474-65F8C19AF20A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3D360E6E-1F34-7315-C1B8-B3FFF0BD87AB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54904F7-B760-09C4-70D1-1DF7B160AC01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48D2CC6-AD7C-2E80-1B9F-3C3BC9EA2141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9FCFB66-C13B-9D72-29C5-64B7EFB4092C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F67E3FD-6614-EA0F-C7FD-EC986D71381B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39B5AED-C92F-ED17-219B-FC1BBD099AFF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208DBB-7549-FA0A-FE6D-25FA9E2A8E98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0C25EFE3-6917-D099-240B-FA8DACA81BB7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0D2F09C0-90F4-FCBD-3FB7-A5AC94B57973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7426B6A8-E2B1-AB30-CAE3-6C1A1DECC94E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AABA29F-0DFD-F0DB-5DCA-F819AA23847A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EACD4F8-DE51-5BE5-3910-16D9727E12C4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04F7DCD-09B0-F8D2-5DD4-C4D67F93E36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EADA5E50-7306-77B0-17B0-2EBBAB81D4B6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C58C6E68-A304-AFC0-4F13-2023638FF6AB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0A0DAD7-FBED-327B-AF48-A00D56906C21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6129EB6-C4D4-FE31-F225-087135FAEBA0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757D6B80-A2A9-F775-E49E-3101803525BA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A5122F1-7F74-F618-0534-1F51F44295B9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AAA5CF3-194D-049C-1155-3540BC2B21DF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1A16D1E-952D-0CB4-3660-BE56673A7D8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2E2CCAE-B971-FB52-E02E-0E0716AC6A31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505858E-F8B8-2113-B135-DC75C16A574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59C099F-E3C6-F694-CD45-F9B2401A25CC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5979155-8987-6D9F-DAE2-0402109188D1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67554E4-8590-CBD3-604E-2B0BED7C7918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0F3E3E3-52FB-0660-D17D-646B77674DA2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D215F2F6-B398-B0D0-0E61-2701B0D23E52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83E5BDB-99AA-805F-BABA-F144B9215C2D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3D93121-B0AC-AFB4-FF41-6FBA986CD8E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3EC9DBA6-8379-21EC-F14A-0B34C0C5020C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3EE4DAB-B60F-0792-3095-1E625C3F4E02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C68A1F1-1148-5D3C-20EF-9152E008A2AB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1F1DC8C-45A9-D468-FFD9-EC5075D8410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AB7D7C1-C501-3D04-BE25-C18E66449793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F50CFDF3-21DE-3360-59EA-3F37B579784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E8A0326-6C20-4236-EB0D-E1CA12968812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F11084A-4792-91DD-E394-65F9EE992D9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5DDC7BD-A2F3-066E-F277-831859342D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A7BB54CD-0A18-009D-98AB-78FD81FBEBDB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0800C9-3299-2C9D-EE64-CB79D84AED30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17647" y="795401"/>
            <a:ext cx="763129" cy="800307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C1B64B16-D397-F9DC-18F9-305975F0C26C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80B752C0-1C18-B7A2-B23E-3AF68F1FDDF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15784380-76ED-CC63-985C-B0917EEF528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E9D52C1-AA4D-5AEA-11E1-2B4F2AE76ABE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83A0138-E3AF-3A75-70E5-0F60B8B9F205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A4E5E7D0-92E5-B90D-A2D8-B0A0328972F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E3A84698-F2E2-F900-BBE2-69AAA47CCD72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4B016662-7F9C-1D37-90C9-95B5D427FB68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63E125F-AC02-0D1D-2945-CC1127343279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38FBDAF-B11E-BE22-3209-926CCD226D6D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0852D6D-D004-EABD-8465-2344E52283EF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C3D35680-B1AC-8ED4-D1E6-6C1A66B25386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76D665E4-BA73-9AEC-C3B2-680F4FEC13AE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F3B78CB-B4F3-BDD2-3A78-233D1EFB3913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0EB5C9B-4415-648A-6CF0-F83126EFEB85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5F1ED4E-BC25-5F29-E74B-2D8EEC6F700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931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8AC71-4CB1-BA5E-9C2C-C3CA11EC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835D504-3D0A-0A26-2F10-90805DD1B967}"/>
              </a:ext>
            </a:extLst>
          </p:cNvPr>
          <p:cNvSpPr/>
          <p:nvPr/>
        </p:nvSpPr>
        <p:spPr>
          <a:xfrm>
            <a:off x="14916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C3BB7F3-09DC-7E46-9C05-2C8661B0477B}"/>
              </a:ext>
            </a:extLst>
          </p:cNvPr>
          <p:cNvSpPr/>
          <p:nvPr/>
        </p:nvSpPr>
        <p:spPr>
          <a:xfrm>
            <a:off x="1734557" y="376238"/>
            <a:ext cx="6110385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0E8FD8A-D178-303F-F1B9-68A181BB7FB3}"/>
              </a:ext>
            </a:extLst>
          </p:cNvPr>
          <p:cNvSpPr/>
          <p:nvPr/>
        </p:nvSpPr>
        <p:spPr>
          <a:xfrm>
            <a:off x="2099227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4FBABA2-AB5D-D80C-3FC7-7513B94ED99F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B9C7A5E-F26B-024D-53C3-65DBD40E50CD}"/>
              </a:ext>
            </a:extLst>
          </p:cNvPr>
          <p:cNvCxnSpPr>
            <a:cxnSpLocks/>
          </p:cNvCxnSpPr>
          <p:nvPr/>
        </p:nvCxnSpPr>
        <p:spPr>
          <a:xfrm flipV="1">
            <a:off x="151641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75044C-EBBA-F98B-C9B5-5F371129F664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A479887C-3684-A973-08E6-A5ED0BBB224C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5C7FF66-7738-C45C-36D7-9FCDBBE2C960}"/>
              </a:ext>
            </a:extLst>
          </p:cNvPr>
          <p:cNvCxnSpPr>
            <a:cxnSpLocks/>
          </p:cNvCxnSpPr>
          <p:nvPr/>
        </p:nvCxnSpPr>
        <p:spPr>
          <a:xfrm>
            <a:off x="163805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B36032E-575A-14F3-42EE-D549339784F1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2744125-D43A-BB95-60F7-E4A140F267B6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9C59A0C-622F-4BD5-83AA-31AAAAAC5E5E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D744F6A-31C6-E086-DA16-CE50ECA310DA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FC5F21C-A15C-0E47-1703-F0111772557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54A1E088-A265-C11C-7EAA-0AA4946AE79E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FE930429-CBBE-F182-EEAA-C8EEB4A0D4CE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69F3399-39B0-E5AD-5046-DFD1C7DCB898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B543B3C-B1EF-B345-4CBE-CE93AF9F6038}"/>
              </a:ext>
            </a:extLst>
          </p:cNvPr>
          <p:cNvSpPr/>
          <p:nvPr/>
        </p:nvSpPr>
        <p:spPr>
          <a:xfrm>
            <a:off x="44412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54C0DA6-BC19-F17F-6916-8DA5E2DFD4F3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DF70B368-E0F0-C3B6-2B6F-AFFA3CD758B1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F4C163-7BD6-C819-732B-6AECE4FAAB3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317A52D-B835-E09E-40EF-1193537A6AD4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D985D1-9FCF-A1F8-9708-39BE2AE0502B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B96D864-3B3E-078B-2A89-6B9467A5DCE9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DB0668C-17AC-0AFF-E18F-8D1AABC6C1B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85A7983-2A3C-2DA8-E397-57BFE0E1E00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068F263-92F2-F5BD-D66B-1764EDE9E9FA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9FE8F01-9B9A-DE57-AAA5-A1AC9F01A3DC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D80C4BA-6795-713E-261E-93D404CD9B95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F648303-D3D0-3FAE-4D84-83A8D549FD93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A60E16A-34AF-F54A-D3CC-1E7DB036A5D8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986AC0-4BB8-904C-D808-A79FEACCC1D2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D2D064B-6DF8-3051-2581-AC76AD36726B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B4957BA-4CB2-C226-19EC-69C50750DA13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FD6C53F-F1AD-BC5E-6EB2-928E579CCEB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0D5A18E-2AA3-EA6F-39C1-4F2E5EFFD123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EE8C0C8B-1A76-923D-96B3-BD39FB1FFD54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853484E-A085-FCE3-6AD4-C72FF111B066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FC1DC0C-E8FA-2AEC-E540-9990119FB757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A8ADD8-E0B7-D581-9836-B779C86542AD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4851A30-3A57-926E-287D-BCB214599FDB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6555BEB-F794-3605-A368-9B32618E173D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7B26216-1DFD-63B5-094B-5544E3318C4F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8DEB0A9-9584-F95A-6B76-F2CAD850D169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0343175-F2D0-6E3E-54B3-E8C73723C986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42878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9A1AAF7-707E-A989-0826-C46A5273693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8D8C58C-E8F4-4AAC-3E12-D4B3857B961E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63E2141-62C5-497C-396C-14273218262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2F687976-B867-9B49-FA2B-56D2D280D22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81E6D6B-D3AF-4AF3-884B-E264CCC3D7DB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EEB8EA5-FB48-7C72-85EC-AA07F20D2E6F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546F80A-0B26-E02B-F400-3E3F790BECB0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825741A-6F03-8F06-48F6-5550F6E1641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1861173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550CE62-AB2E-16DB-B5DA-3FD740EA2919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4E2176D-2315-A732-9849-D5E6BE31643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4CE0E5C6-9C0A-1916-BF71-A02E94E308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BB84D37-6783-F4E9-229C-317C7E00895C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F2D37228-2254-8F71-B766-AFFE61EE79F6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EBBD1C17-FA61-B07B-D9B3-31BC35490C7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4F4BE9CD-3762-709B-EEBC-F7BB268573E8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3453674D-5819-390A-10EB-8F0BF4C7F7DF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C821057E-9D52-20DA-618F-1D51A126AE58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29C75844-0A20-41CC-20E9-D92583A99346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F2EE887F-EE0D-D24E-B2D5-50A595A62D17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C8F9CFC-A51A-53BB-5976-D673ED6EBDC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616C38D4-3D40-DE90-1C45-F77832E7D946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F7E92C8-256B-F7EA-9B82-700A2683FC60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B4449335-5004-4B97-41E9-3E5CA1739620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793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C51B9-F8E4-8646-9C52-788812BF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4EA3D9D-2B9E-6663-B962-09876D2047B9}"/>
              </a:ext>
            </a:extLst>
          </p:cNvPr>
          <p:cNvSpPr/>
          <p:nvPr/>
        </p:nvSpPr>
        <p:spPr>
          <a:xfrm>
            <a:off x="1983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1AC8F6-C1E7-7B89-F547-E30F64981431}"/>
              </a:ext>
            </a:extLst>
          </p:cNvPr>
          <p:cNvSpPr/>
          <p:nvPr/>
        </p:nvSpPr>
        <p:spPr>
          <a:xfrm>
            <a:off x="933312" y="376238"/>
            <a:ext cx="7200769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F5BD10-9D1E-83D5-C345-D5592FE216CE}"/>
              </a:ext>
            </a:extLst>
          </p:cNvPr>
          <p:cNvSpPr/>
          <p:nvPr/>
        </p:nvSpPr>
        <p:spPr>
          <a:xfrm>
            <a:off x="1258854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2E1A2C7-EBA5-0481-D56A-34AE5ADB1D8D}"/>
              </a:ext>
            </a:extLst>
          </p:cNvPr>
          <p:cNvSpPr/>
          <p:nvPr/>
        </p:nvSpPr>
        <p:spPr>
          <a:xfrm>
            <a:off x="1188610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F456E8F-56BB-1D5F-C226-E0650636B0CB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F44174E-CB85-E6E2-AD98-EE313012CFB8}"/>
              </a:ext>
            </a:extLst>
          </p:cNvPr>
          <p:cNvCxnSpPr>
            <a:cxnSpLocks/>
          </p:cNvCxnSpPr>
          <p:nvPr/>
        </p:nvCxnSpPr>
        <p:spPr>
          <a:xfrm flipV="1">
            <a:off x="171327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E50325-778E-387D-9DAD-8BF49DCB87AF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3915DCE6-CB82-A418-CC1D-BCFE6DE9196A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AA0E539-80EF-C532-F1A4-52BEC09E7083}"/>
              </a:ext>
            </a:extLst>
          </p:cNvPr>
          <p:cNvCxnSpPr>
            <a:cxnSpLocks/>
          </p:cNvCxnSpPr>
          <p:nvPr/>
        </p:nvCxnSpPr>
        <p:spPr>
          <a:xfrm>
            <a:off x="183491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732068-FD91-FD4B-25D6-3DC7E10021AA}"/>
              </a:ext>
            </a:extLst>
          </p:cNvPr>
          <p:cNvSpPr/>
          <p:nvPr/>
        </p:nvSpPr>
        <p:spPr>
          <a:xfrm>
            <a:off x="2394363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426F5EB-2E8D-E519-0BEF-A5BA5016E346}"/>
              </a:ext>
            </a:extLst>
          </p:cNvPr>
          <p:cNvSpPr/>
          <p:nvPr/>
        </p:nvSpPr>
        <p:spPr>
          <a:xfrm>
            <a:off x="3558063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BA43189-54AB-0A6B-0EBC-25305500C836}"/>
              </a:ext>
            </a:extLst>
          </p:cNvPr>
          <p:cNvSpPr/>
          <p:nvPr/>
        </p:nvSpPr>
        <p:spPr>
          <a:xfrm>
            <a:off x="2483711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AD3C6C5-B120-2BBB-F392-5E17D23592FA}"/>
              </a:ext>
            </a:extLst>
          </p:cNvPr>
          <p:cNvSpPr/>
          <p:nvPr/>
        </p:nvSpPr>
        <p:spPr>
          <a:xfrm>
            <a:off x="2571080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797C93D0-ECC3-1418-5491-92D3EDB14133}"/>
              </a:ext>
            </a:extLst>
          </p:cNvPr>
          <p:cNvSpPr/>
          <p:nvPr/>
        </p:nvSpPr>
        <p:spPr>
          <a:xfrm>
            <a:off x="3737735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DF61387D-24E7-6A54-9E02-028D52E39DF5}"/>
              </a:ext>
            </a:extLst>
          </p:cNvPr>
          <p:cNvSpPr/>
          <p:nvPr/>
        </p:nvSpPr>
        <p:spPr>
          <a:xfrm>
            <a:off x="2575192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31A045E7-205F-D851-524C-24615C6FDFCB}"/>
              </a:ext>
            </a:extLst>
          </p:cNvPr>
          <p:cNvSpPr/>
          <p:nvPr/>
        </p:nvSpPr>
        <p:spPr>
          <a:xfrm>
            <a:off x="5694140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C06355E-0C30-44B8-F1A3-79AA2F05468F}"/>
              </a:ext>
            </a:extLst>
          </p:cNvPr>
          <p:cNvSpPr/>
          <p:nvPr/>
        </p:nvSpPr>
        <p:spPr>
          <a:xfrm>
            <a:off x="5804208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D86A880-1281-85FE-349F-972E04169535}"/>
              </a:ext>
            </a:extLst>
          </p:cNvPr>
          <p:cNvSpPr/>
          <p:nvPr/>
        </p:nvSpPr>
        <p:spPr>
          <a:xfrm>
            <a:off x="4821537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3CA543-4FA3-5BC4-E3C3-AD3AC0A84C2C}"/>
              </a:ext>
            </a:extLst>
          </p:cNvPr>
          <p:cNvSpPr/>
          <p:nvPr/>
        </p:nvSpPr>
        <p:spPr>
          <a:xfrm>
            <a:off x="3644025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FC7E44E5-1C97-E87D-948E-1715DA723EF0}"/>
              </a:ext>
            </a:extLst>
          </p:cNvPr>
          <p:cNvSpPr/>
          <p:nvPr/>
        </p:nvSpPr>
        <p:spPr>
          <a:xfrm>
            <a:off x="2661120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D7FE519-9F0F-453C-0148-F1CDC84FD701}"/>
              </a:ext>
            </a:extLst>
          </p:cNvPr>
          <p:cNvSpPr/>
          <p:nvPr/>
        </p:nvSpPr>
        <p:spPr>
          <a:xfrm flipH="1" flipV="1">
            <a:off x="4500636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C2EA552-3451-15F7-EA38-3A5D4E443C18}"/>
              </a:ext>
            </a:extLst>
          </p:cNvPr>
          <p:cNvSpPr/>
          <p:nvPr/>
        </p:nvSpPr>
        <p:spPr>
          <a:xfrm flipH="1" flipV="1">
            <a:off x="4596467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A5AFD618-887E-8AF6-9ABF-006F1EB2BE1F}"/>
              </a:ext>
            </a:extLst>
          </p:cNvPr>
          <p:cNvSpPr/>
          <p:nvPr/>
        </p:nvSpPr>
        <p:spPr>
          <a:xfrm flipH="1" flipV="1">
            <a:off x="4692297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DDE6E17-5A00-4114-C789-6A332961358D}"/>
              </a:ext>
            </a:extLst>
          </p:cNvPr>
          <p:cNvSpPr/>
          <p:nvPr/>
        </p:nvSpPr>
        <p:spPr>
          <a:xfrm>
            <a:off x="2661119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9A9A14-FBEE-5DC2-42A2-53A82A422C9D}"/>
              </a:ext>
            </a:extLst>
          </p:cNvPr>
          <p:cNvSpPr/>
          <p:nvPr/>
        </p:nvSpPr>
        <p:spPr>
          <a:xfrm>
            <a:off x="2751158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1B54904-5FA0-D591-2761-F9F3E62C9707}"/>
              </a:ext>
            </a:extLst>
          </p:cNvPr>
          <p:cNvSpPr/>
          <p:nvPr/>
        </p:nvSpPr>
        <p:spPr>
          <a:xfrm>
            <a:off x="55450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27B0972-D22F-32FF-B9CD-ECD8ECC570E6}"/>
              </a:ext>
            </a:extLst>
          </p:cNvPr>
          <p:cNvSpPr/>
          <p:nvPr/>
        </p:nvSpPr>
        <p:spPr>
          <a:xfrm flipH="1" flipV="1">
            <a:off x="3436561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7333D99-BB62-7976-00D1-D322DD42DDFC}"/>
              </a:ext>
            </a:extLst>
          </p:cNvPr>
          <p:cNvSpPr/>
          <p:nvPr/>
        </p:nvSpPr>
        <p:spPr>
          <a:xfrm flipH="1" flipV="1">
            <a:off x="3532392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84E5B896-4FBD-8A1C-A1C1-408EF837EAC0}"/>
              </a:ext>
            </a:extLst>
          </p:cNvPr>
          <p:cNvSpPr/>
          <p:nvPr/>
        </p:nvSpPr>
        <p:spPr>
          <a:xfrm flipH="1" flipV="1">
            <a:off x="3628222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8403D72-7542-C661-C869-99EEC72003FE}"/>
              </a:ext>
            </a:extLst>
          </p:cNvPr>
          <p:cNvSpPr/>
          <p:nvPr/>
        </p:nvSpPr>
        <p:spPr>
          <a:xfrm>
            <a:off x="2479666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D10B24A-AD04-FB64-00E4-14A467A8D98E}"/>
              </a:ext>
            </a:extLst>
          </p:cNvPr>
          <p:cNvSpPr/>
          <p:nvPr/>
        </p:nvSpPr>
        <p:spPr>
          <a:xfrm>
            <a:off x="2846665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F14E661-C9D7-13E8-9E5D-40988D9B15D1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376834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E62999A-3E6B-4AC2-0844-70552C7E4059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539377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2A95D67-E20D-D1F4-23AB-48514963E7B8}"/>
              </a:ext>
            </a:extLst>
          </p:cNvPr>
          <p:cNvSpPr/>
          <p:nvPr/>
        </p:nvSpPr>
        <p:spPr>
          <a:xfrm>
            <a:off x="46461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D821297-E629-7FB8-064A-FEC20B3089ED}"/>
              </a:ext>
            </a:extLst>
          </p:cNvPr>
          <p:cNvSpPr/>
          <p:nvPr/>
        </p:nvSpPr>
        <p:spPr>
          <a:xfrm>
            <a:off x="4715883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52D8FDA-FFB1-2CC0-B57E-4604D8578D9B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517525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E8AFC24-FA9F-D46D-91AD-F01E7935B6F6}"/>
              </a:ext>
            </a:extLst>
          </p:cNvPr>
          <p:cNvSpPr/>
          <p:nvPr/>
        </p:nvSpPr>
        <p:spPr>
          <a:xfrm>
            <a:off x="5545018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4CBC11F-B4C1-F624-0B66-221A2A77160E}"/>
              </a:ext>
            </a:extLst>
          </p:cNvPr>
          <p:cNvSpPr/>
          <p:nvPr/>
        </p:nvSpPr>
        <p:spPr>
          <a:xfrm>
            <a:off x="4646118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CFEA4F5-F581-2200-9470-69D35006692C}"/>
              </a:ext>
            </a:extLst>
          </p:cNvPr>
          <p:cNvSpPr/>
          <p:nvPr/>
        </p:nvSpPr>
        <p:spPr>
          <a:xfrm>
            <a:off x="2846665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EA3DB8F1-1C7A-FEFF-8AB3-1B93EED52A71}"/>
              </a:ext>
            </a:extLst>
          </p:cNvPr>
          <p:cNvSpPr/>
          <p:nvPr/>
        </p:nvSpPr>
        <p:spPr>
          <a:xfrm>
            <a:off x="3743813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AA2C0F-2D4A-02B7-C82C-B1D5CAD4ECD8}"/>
              </a:ext>
            </a:extLst>
          </p:cNvPr>
          <p:cNvSpPr/>
          <p:nvPr/>
        </p:nvSpPr>
        <p:spPr>
          <a:xfrm flipH="1" flipV="1">
            <a:off x="4029657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D0878EC-F002-169E-59AB-874B8467A68D}"/>
              </a:ext>
            </a:extLst>
          </p:cNvPr>
          <p:cNvSpPr/>
          <p:nvPr/>
        </p:nvSpPr>
        <p:spPr>
          <a:xfrm flipH="1" flipV="1">
            <a:off x="4125488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ABDD2295-2395-E18B-F17A-54CF66A1503A}"/>
              </a:ext>
            </a:extLst>
          </p:cNvPr>
          <p:cNvSpPr/>
          <p:nvPr/>
        </p:nvSpPr>
        <p:spPr>
          <a:xfrm flipH="1" flipV="1">
            <a:off x="4221318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6E8E4D3-6147-27A5-4A1C-2BB3651F72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445667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B4E748D1-58D2-2A36-2BFF-98385F8E0EF8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623179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D1F5180-271B-DDE4-5CAE-5AC9C10EB438}"/>
              </a:ext>
            </a:extLst>
          </p:cNvPr>
          <p:cNvSpPr/>
          <p:nvPr/>
        </p:nvSpPr>
        <p:spPr>
          <a:xfrm>
            <a:off x="7059902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77C70E6-5A64-395B-037D-E1E8F056F55F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447760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18406B4-CE68-1977-AE8A-5CA56261CDEE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447760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167733F-DF87-8361-D5DD-AB98F356FE14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545455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FE7A390-D2AA-D7B9-9200-3D50BE52BD81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648307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F0ED221-B9AF-DB7D-4F9D-76BECE65DB51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648307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214A612-4AEC-2EAD-9465-D7A413BBCD32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486277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643738B5-1555-331F-40B5-C425AC32FD46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241474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BA74AD7-00D1-067A-3C6A-A43945BAF201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976013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E921E963-9FED-F43D-BD44-37D616A9738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852067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BC8FE688-38BE-1A73-523B-2443D6E19A83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511020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3DA80946-EA83-A27E-DC1A-C613976E4F4E}"/>
              </a:ext>
            </a:extLst>
          </p:cNvPr>
          <p:cNvSpPr/>
          <p:nvPr/>
        </p:nvSpPr>
        <p:spPr>
          <a:xfrm>
            <a:off x="8184442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6988C58B-BA4D-26DC-4CA0-67F790F77D94}"/>
              </a:ext>
            </a:extLst>
          </p:cNvPr>
          <p:cNvSpPr/>
          <p:nvPr/>
        </p:nvSpPr>
        <p:spPr>
          <a:xfrm>
            <a:off x="6964899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DCCB6172-4799-69B5-763B-4543CE2288B0}"/>
              </a:ext>
            </a:extLst>
          </p:cNvPr>
          <p:cNvSpPr/>
          <p:nvPr/>
        </p:nvSpPr>
        <p:spPr>
          <a:xfrm>
            <a:off x="7059902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0976E170-1CE8-CE93-F2F4-26623EF2602D}"/>
              </a:ext>
            </a:extLst>
          </p:cNvPr>
          <p:cNvSpPr/>
          <p:nvPr/>
        </p:nvSpPr>
        <p:spPr>
          <a:xfrm>
            <a:off x="7161489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79D2040D-FF57-4056-B477-22557F6A9798}"/>
              </a:ext>
            </a:extLst>
          </p:cNvPr>
          <p:cNvSpPr/>
          <p:nvPr/>
        </p:nvSpPr>
        <p:spPr>
          <a:xfrm>
            <a:off x="7161489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D051B56A-5386-B733-1A24-E6612DBCE185}"/>
              </a:ext>
            </a:extLst>
          </p:cNvPr>
          <p:cNvSpPr/>
          <p:nvPr/>
        </p:nvSpPr>
        <p:spPr>
          <a:xfrm flipH="1" flipV="1">
            <a:off x="7400638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57BAA9F-083E-98EB-6F1D-84503583533C}"/>
              </a:ext>
            </a:extLst>
          </p:cNvPr>
          <p:cNvSpPr/>
          <p:nvPr/>
        </p:nvSpPr>
        <p:spPr>
          <a:xfrm flipH="1" flipV="1">
            <a:off x="7400637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03536F46-0FAF-2A74-49C1-13E932662719}"/>
              </a:ext>
            </a:extLst>
          </p:cNvPr>
          <p:cNvSpPr/>
          <p:nvPr/>
        </p:nvSpPr>
        <p:spPr>
          <a:xfrm flipH="1" flipV="1">
            <a:off x="7400639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7CCB078-78AD-5EB3-E38B-0E690CCB9D7C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562310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2274137E-3F87-DB6C-4167-094125FBBFAC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6346660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CED855B5-4381-9082-19DD-30EAC3924BA7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557778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4AF4DDD3-EEC2-510A-AA54-C1E36BC53FC8}"/>
              </a:ext>
            </a:extLst>
          </p:cNvPr>
          <p:cNvSpPr txBox="1"/>
          <p:nvPr/>
        </p:nvSpPr>
        <p:spPr>
          <a:xfrm>
            <a:off x="8624305" y="3973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8072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BA20-9933-1073-9038-B64FC0EA5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89A952E-DE8A-A3BF-22A8-24B5FC64684B}"/>
              </a:ext>
            </a:extLst>
          </p:cNvPr>
          <p:cNvSpPr/>
          <p:nvPr/>
        </p:nvSpPr>
        <p:spPr>
          <a:xfrm>
            <a:off x="256294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AFCEABB-62F8-EB4B-3182-23D1A9A8B9D6}"/>
              </a:ext>
            </a:extLst>
          </p:cNvPr>
          <p:cNvSpPr/>
          <p:nvPr/>
        </p:nvSpPr>
        <p:spPr>
          <a:xfrm>
            <a:off x="1187624" y="376238"/>
            <a:ext cx="7056784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80F29C74-668A-CE12-1A43-3CF694AE4E9B}"/>
              </a:ext>
            </a:extLst>
          </p:cNvPr>
          <p:cNvSpPr/>
          <p:nvPr/>
        </p:nvSpPr>
        <p:spPr>
          <a:xfrm>
            <a:off x="1513165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53C5DD-0893-813F-4BF2-4E3955FD4CCB}"/>
              </a:ext>
            </a:extLst>
          </p:cNvPr>
          <p:cNvSpPr/>
          <p:nvPr/>
        </p:nvSpPr>
        <p:spPr>
          <a:xfrm>
            <a:off x="1442921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EF3175E-0F8C-F315-8488-F14C70B1C4B5}"/>
              </a:ext>
            </a:extLst>
          </p:cNvPr>
          <p:cNvCxnSpPr>
            <a:cxnSpLocks/>
          </p:cNvCxnSpPr>
          <p:nvPr/>
        </p:nvCxnSpPr>
        <p:spPr>
          <a:xfrm>
            <a:off x="971249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C5FF0B4-9968-4BC3-0DC3-E6FB0674D16E}"/>
              </a:ext>
            </a:extLst>
          </p:cNvPr>
          <p:cNvCxnSpPr>
            <a:cxnSpLocks/>
          </p:cNvCxnSpPr>
          <p:nvPr/>
        </p:nvCxnSpPr>
        <p:spPr>
          <a:xfrm flipV="1">
            <a:off x="196758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3F58F73-B869-6AD0-F108-A27C0D480AED}"/>
              </a:ext>
            </a:extLst>
          </p:cNvPr>
          <p:cNvCxnSpPr>
            <a:cxnSpLocks/>
          </p:cNvCxnSpPr>
          <p:nvPr/>
        </p:nvCxnSpPr>
        <p:spPr>
          <a:xfrm flipH="1">
            <a:off x="971249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BA60590-3E03-4C22-A84E-971C6E68FB48}"/>
              </a:ext>
            </a:extLst>
          </p:cNvPr>
          <p:cNvSpPr/>
          <p:nvPr/>
        </p:nvSpPr>
        <p:spPr>
          <a:xfrm>
            <a:off x="7583027" y="1384351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7FC168C-D998-7055-B57D-BAE9467A05EE}"/>
              </a:ext>
            </a:extLst>
          </p:cNvPr>
          <p:cNvCxnSpPr>
            <a:cxnSpLocks/>
          </p:cNvCxnSpPr>
          <p:nvPr/>
        </p:nvCxnSpPr>
        <p:spPr>
          <a:xfrm>
            <a:off x="208922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398CAF3-9539-A89B-D959-A979AB76387A}"/>
              </a:ext>
            </a:extLst>
          </p:cNvPr>
          <p:cNvSpPr/>
          <p:nvPr/>
        </p:nvSpPr>
        <p:spPr>
          <a:xfrm>
            <a:off x="2648674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1212F96-FD22-6AC5-9FAD-D74B032D9E7B}"/>
              </a:ext>
            </a:extLst>
          </p:cNvPr>
          <p:cNvSpPr/>
          <p:nvPr/>
        </p:nvSpPr>
        <p:spPr>
          <a:xfrm>
            <a:off x="3801736" y="1148273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A9F232D-68A1-40C9-EB07-18CA4526E6C5}"/>
              </a:ext>
            </a:extLst>
          </p:cNvPr>
          <p:cNvSpPr/>
          <p:nvPr/>
        </p:nvSpPr>
        <p:spPr>
          <a:xfrm>
            <a:off x="2738022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81F2813-5C1A-E88B-EEE2-0CB5AE5AAC18}"/>
              </a:ext>
            </a:extLst>
          </p:cNvPr>
          <p:cNvSpPr/>
          <p:nvPr/>
        </p:nvSpPr>
        <p:spPr>
          <a:xfrm>
            <a:off x="2825391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094F7196-7134-AAFB-774C-518D6E4F5F13}"/>
              </a:ext>
            </a:extLst>
          </p:cNvPr>
          <p:cNvSpPr/>
          <p:nvPr/>
        </p:nvSpPr>
        <p:spPr>
          <a:xfrm>
            <a:off x="3992046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ECDADF91-4BA7-FB40-3CF7-5F73E635E68E}"/>
              </a:ext>
            </a:extLst>
          </p:cNvPr>
          <p:cNvSpPr/>
          <p:nvPr/>
        </p:nvSpPr>
        <p:spPr>
          <a:xfrm>
            <a:off x="2829503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EDB7502-CE8A-E744-3FA6-16D1A9AE1A08}"/>
              </a:ext>
            </a:extLst>
          </p:cNvPr>
          <p:cNvSpPr/>
          <p:nvPr/>
        </p:nvSpPr>
        <p:spPr>
          <a:xfrm>
            <a:off x="5948451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ABC2DF5-ADC1-3927-C333-6A774E885C5C}"/>
              </a:ext>
            </a:extLst>
          </p:cNvPr>
          <p:cNvSpPr/>
          <p:nvPr/>
        </p:nvSpPr>
        <p:spPr>
          <a:xfrm>
            <a:off x="6034996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1D01CA0-22A6-4895-3BF3-1164FDB487BF}"/>
              </a:ext>
            </a:extLst>
          </p:cNvPr>
          <p:cNvSpPr/>
          <p:nvPr/>
        </p:nvSpPr>
        <p:spPr>
          <a:xfrm>
            <a:off x="505576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7E67F946-125D-3279-35C2-15190605CC34}"/>
              </a:ext>
            </a:extLst>
          </p:cNvPr>
          <p:cNvSpPr/>
          <p:nvPr/>
        </p:nvSpPr>
        <p:spPr>
          <a:xfrm>
            <a:off x="38983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E17210A9-587D-B896-102B-6402D6CC5FA6}"/>
              </a:ext>
            </a:extLst>
          </p:cNvPr>
          <p:cNvSpPr/>
          <p:nvPr/>
        </p:nvSpPr>
        <p:spPr>
          <a:xfrm>
            <a:off x="2915431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11E0223A-6CE5-9288-4E9B-AE67B42B03F3}"/>
              </a:ext>
            </a:extLst>
          </p:cNvPr>
          <p:cNvSpPr/>
          <p:nvPr/>
        </p:nvSpPr>
        <p:spPr>
          <a:xfrm flipH="1" flipV="1">
            <a:off x="4754947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8A85906-41AE-8647-40FF-5421FC997453}"/>
              </a:ext>
            </a:extLst>
          </p:cNvPr>
          <p:cNvSpPr/>
          <p:nvPr/>
        </p:nvSpPr>
        <p:spPr>
          <a:xfrm flipH="1" flipV="1">
            <a:off x="4850778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622AD3E7-B9F5-EA7B-059F-104FF51E95A5}"/>
              </a:ext>
            </a:extLst>
          </p:cNvPr>
          <p:cNvSpPr/>
          <p:nvPr/>
        </p:nvSpPr>
        <p:spPr>
          <a:xfrm flipH="1" flipV="1">
            <a:off x="4946608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837EB55F-88D4-CBA0-BEE9-093CE9078179}"/>
              </a:ext>
            </a:extLst>
          </p:cNvPr>
          <p:cNvSpPr/>
          <p:nvPr/>
        </p:nvSpPr>
        <p:spPr>
          <a:xfrm>
            <a:off x="2915430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A8A7C468-35F6-6130-299F-7D2EE72B9834}"/>
              </a:ext>
            </a:extLst>
          </p:cNvPr>
          <p:cNvSpPr/>
          <p:nvPr/>
        </p:nvSpPr>
        <p:spPr>
          <a:xfrm>
            <a:off x="3005469" y="3313452"/>
            <a:ext cx="3687591" cy="1147893"/>
          </a:xfrm>
          <a:prstGeom prst="roundRect">
            <a:avLst>
              <a:gd name="adj" fmla="val 9482"/>
            </a:avLst>
          </a:prstGeom>
          <a:solidFill>
            <a:schemeClr val="bg2">
              <a:lumMod val="7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36A509FB-0993-8DB7-0FE9-5C22FE262A3F}"/>
              </a:ext>
            </a:extLst>
          </p:cNvPr>
          <p:cNvSpPr/>
          <p:nvPr/>
        </p:nvSpPr>
        <p:spPr>
          <a:xfrm>
            <a:off x="57993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8B7C748A-77E6-32A8-B195-FEFF872EDA86}"/>
              </a:ext>
            </a:extLst>
          </p:cNvPr>
          <p:cNvSpPr/>
          <p:nvPr/>
        </p:nvSpPr>
        <p:spPr>
          <a:xfrm flipH="1" flipV="1">
            <a:off x="3690872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EA01C10-7B9E-508A-6BCD-479B69F6525B}"/>
              </a:ext>
            </a:extLst>
          </p:cNvPr>
          <p:cNvSpPr/>
          <p:nvPr/>
        </p:nvSpPr>
        <p:spPr>
          <a:xfrm flipH="1" flipV="1">
            <a:off x="3786703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242ECBF-5F72-9D96-6BE9-A56480065F78}"/>
              </a:ext>
            </a:extLst>
          </p:cNvPr>
          <p:cNvSpPr/>
          <p:nvPr/>
        </p:nvSpPr>
        <p:spPr>
          <a:xfrm flipH="1" flipV="1">
            <a:off x="3882533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C0FE541-5D80-B63C-3CC6-98E010FF0CFB}"/>
              </a:ext>
            </a:extLst>
          </p:cNvPr>
          <p:cNvSpPr/>
          <p:nvPr/>
        </p:nvSpPr>
        <p:spPr>
          <a:xfrm>
            <a:off x="2733977" y="1363300"/>
            <a:ext cx="995391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31AF8AC-7C9F-41FA-FA04-91DC848ACAA7}"/>
              </a:ext>
            </a:extLst>
          </p:cNvPr>
          <p:cNvSpPr/>
          <p:nvPr/>
        </p:nvSpPr>
        <p:spPr>
          <a:xfrm>
            <a:off x="3100976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18C046-1F48-EFFE-C664-A5BF558D18C3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631145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1745B71-58DF-60AD-42A1-CD0020FBE668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793688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163E164-C327-6EE8-DC7B-E284666C2091}"/>
              </a:ext>
            </a:extLst>
          </p:cNvPr>
          <p:cNvSpPr/>
          <p:nvPr/>
        </p:nvSpPr>
        <p:spPr>
          <a:xfrm>
            <a:off x="49004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7E4C6FF-A071-298C-4BF2-5DB9D426DF12}"/>
              </a:ext>
            </a:extLst>
          </p:cNvPr>
          <p:cNvSpPr/>
          <p:nvPr/>
        </p:nvSpPr>
        <p:spPr>
          <a:xfrm>
            <a:off x="4970194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C99CAF9-4CC9-EED8-FC7B-491F340B27A2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771836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8FD9EA7-FEE6-8673-CBD9-0880A9608564}"/>
              </a:ext>
            </a:extLst>
          </p:cNvPr>
          <p:cNvSpPr/>
          <p:nvPr/>
        </p:nvSpPr>
        <p:spPr>
          <a:xfrm>
            <a:off x="5799329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FE2E1-F638-08EF-83CF-032882DAD03A}"/>
              </a:ext>
            </a:extLst>
          </p:cNvPr>
          <p:cNvSpPr/>
          <p:nvPr/>
        </p:nvSpPr>
        <p:spPr>
          <a:xfrm>
            <a:off x="4900429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308E109-AB75-C2B3-FFCF-77A8E9BA193E}"/>
              </a:ext>
            </a:extLst>
          </p:cNvPr>
          <p:cNvSpPr/>
          <p:nvPr/>
        </p:nvSpPr>
        <p:spPr>
          <a:xfrm>
            <a:off x="3100976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800A712-04DD-431D-A9BB-A923818DD16F}"/>
              </a:ext>
            </a:extLst>
          </p:cNvPr>
          <p:cNvSpPr/>
          <p:nvPr/>
        </p:nvSpPr>
        <p:spPr>
          <a:xfrm>
            <a:off x="3998124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8D2EE88-CE26-07EE-419F-DC2C45F3163F}"/>
              </a:ext>
            </a:extLst>
          </p:cNvPr>
          <p:cNvSpPr/>
          <p:nvPr/>
        </p:nvSpPr>
        <p:spPr>
          <a:xfrm flipH="1" flipV="1">
            <a:off x="4283968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F197321-A65F-3127-AFFA-E3DB0B1E5A7C}"/>
              </a:ext>
            </a:extLst>
          </p:cNvPr>
          <p:cNvSpPr/>
          <p:nvPr/>
        </p:nvSpPr>
        <p:spPr>
          <a:xfrm flipH="1" flipV="1">
            <a:off x="4379799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1EFB369E-CD6E-AD98-4B03-1EE78BB0F343}"/>
              </a:ext>
            </a:extLst>
          </p:cNvPr>
          <p:cNvSpPr/>
          <p:nvPr/>
        </p:nvSpPr>
        <p:spPr>
          <a:xfrm flipH="1" flipV="1">
            <a:off x="4475629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D37B301-7454-FEF4-6B95-EBD037363E2A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699978" y="1556031"/>
            <a:ext cx="355782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84FCD870-4CDC-D91C-01E0-0595CFB868D4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857402" y="1554267"/>
            <a:ext cx="177594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D1816012-3C29-8743-A907-839F9FDAB195}"/>
              </a:ext>
            </a:extLst>
          </p:cNvPr>
          <p:cNvSpPr/>
          <p:nvPr/>
        </p:nvSpPr>
        <p:spPr>
          <a:xfrm>
            <a:off x="7579593" y="2478329"/>
            <a:ext cx="982735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68F1F40-7E4D-FDAB-9E23-B6AF9C334D7D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702071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AB47702-D9DB-7289-33AB-87565DD2FA7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702071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A9B1A9C-2FC0-4D3A-D463-08CB8DC393C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799766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83F6B17-3AB5-7B5D-7F38-01DC9EF767B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902618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911D0BF-8C42-D5C5-3538-29543AD53A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902618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960CCF9B-8DE1-CE1B-643D-42A8FC82A985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740588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B0DE4F-47E5-6EE8-90B4-AE9CCC1E9C1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495785" y="1577120"/>
            <a:ext cx="238192" cy="13004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4447BE1-8B7F-C4E6-A3F9-5E314A7A4EBB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3230324" y="1790940"/>
            <a:ext cx="1349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1D3708D-E69E-6785-8D98-392F8EDE0FC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3106378" y="3180429"/>
            <a:ext cx="605292" cy="185545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F5A7CFC4-2B21-AFDF-FA9E-75C94EBDC89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765331" y="2619097"/>
            <a:ext cx="171287" cy="269835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2395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2DF4B5-1C62-E220-DA7B-4FFAFFAB051A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0531C4D-C6BE-C2A6-6677-B9FF9494911C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8A821A7-3DB9-6F85-3714-2664FE6A664D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38DADD2-B698-1DB7-6BD4-06458FC16DBC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07B9CD0-F7E6-3E07-7214-264000812231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FCB9AF7-A330-402F-9105-CBC88F419A76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0614E0A-E63B-2720-6210-0BB93A1EE736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FF793BE-E2AC-BFAA-25FB-A7D0B378838C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FFD92DC-CCF5-01DA-2F4A-43CA12D9CAB4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2BAC641-C58B-4174-E4FC-7635E3F72E84}"/>
              </a:ext>
            </a:extLst>
          </p:cNvPr>
          <p:cNvSpPr/>
          <p:nvPr/>
        </p:nvSpPr>
        <p:spPr>
          <a:xfrm>
            <a:off x="3070436" y="968667"/>
            <a:ext cx="4477732" cy="3259266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State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B261467-36A1-8D46-23A9-EE2E9A93F693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18D0F4D-4F93-4AAC-C377-4171470FD6BA}"/>
              </a:ext>
            </a:extLst>
          </p:cNvPr>
          <p:cNvSpPr/>
          <p:nvPr/>
        </p:nvSpPr>
        <p:spPr>
          <a:xfrm>
            <a:off x="3159784" y="2238523"/>
            <a:ext cx="3124284" cy="1898496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A40BD44-CE8D-685B-E2C7-74BCD7A5B0FB}"/>
              </a:ext>
            </a:extLst>
          </p:cNvPr>
          <p:cNvSpPr/>
          <p:nvPr/>
        </p:nvSpPr>
        <p:spPr>
          <a:xfrm>
            <a:off x="3247153" y="3003093"/>
            <a:ext cx="2947533" cy="1049855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8869F4B-716C-B79D-9CD3-522FF528D3BF}"/>
              </a:ext>
            </a:extLst>
          </p:cNvPr>
          <p:cNvSpPr/>
          <p:nvPr/>
        </p:nvSpPr>
        <p:spPr>
          <a:xfrm>
            <a:off x="4411750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FF41EDF-E5E7-55CA-D574-122E1F3CE731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3E08CE1-C051-789F-8BF9-27C27843E460}"/>
              </a:ext>
            </a:extLst>
          </p:cNvPr>
          <p:cNvSpPr/>
          <p:nvPr/>
        </p:nvSpPr>
        <p:spPr>
          <a:xfrm>
            <a:off x="5393043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53D62ED-524E-4B89-6267-C3720FCA9DA3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B04B119-3E75-E460-0736-03E0BD9CE064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99E8414-2420-5D2E-1EBC-17F6EF46F0B1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86548305-4DD2-F577-9DDA-D99E7C441310}"/>
              </a:ext>
            </a:extLst>
          </p:cNvPr>
          <p:cNvSpPr/>
          <p:nvPr/>
        </p:nvSpPr>
        <p:spPr>
          <a:xfrm>
            <a:off x="3337193" y="36119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304BBBB-1C10-2E7C-2BDD-917B43825F7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684505-577D-9EF6-EBA6-12957ABD3BF6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BE34B6E-0BBD-5B35-6B3D-07A020A5B9C7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2260E37-A050-396E-30C1-32C3E3F4401F}"/>
              </a:ext>
            </a:extLst>
          </p:cNvPr>
          <p:cNvSpPr/>
          <p:nvPr/>
        </p:nvSpPr>
        <p:spPr>
          <a:xfrm>
            <a:off x="4226205" y="3311320"/>
            <a:ext cx="1884616" cy="660849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Request/Stream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769F75C-CBE3-1058-098A-970D04254E04}"/>
              </a:ext>
            </a:extLst>
          </p:cNvPr>
          <p:cNvSpPr/>
          <p:nvPr/>
        </p:nvSpPr>
        <p:spPr>
          <a:xfrm>
            <a:off x="4316245" y="36056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5347BF5-5647-8721-2978-7CDD5F73470B}"/>
              </a:ext>
            </a:extLst>
          </p:cNvPr>
          <p:cNvSpPr/>
          <p:nvPr/>
        </p:nvSpPr>
        <p:spPr>
          <a:xfrm>
            <a:off x="5238354" y="360565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BD034E3-BCB0-E699-2FB9-E20BF1D0E73C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FCC3EA-FB49-EA11-130D-6ECC64DC3F52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F7A72F3-259D-0217-C5D2-373F684CBF8C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02E5D3F-8EB9-0BD9-4202-AA2C05D73D92}"/>
              </a:ext>
            </a:extLst>
          </p:cNvPr>
          <p:cNvSpPr/>
          <p:nvPr/>
        </p:nvSpPr>
        <p:spPr>
          <a:xfrm>
            <a:off x="6419175" y="187726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52062</TotalTime>
  <Words>1092</Words>
  <Application>Microsoft Macintosh PowerPoint</Application>
  <PresentationFormat>화면 슬라이드 쇼(16:9)</PresentationFormat>
  <Paragraphs>414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5143</cp:revision>
  <dcterms:created xsi:type="dcterms:W3CDTF">2006-10-05T04:04:58Z</dcterms:created>
  <dcterms:modified xsi:type="dcterms:W3CDTF">2026-07-05T15:34:06Z</dcterms:modified>
</cp:coreProperties>
</file>
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369" r:id="rId2"/>
    <p:sldId id="387" r:id="rId3"/>
    <p:sldId id="365" r:id="rId4"/>
    <p:sldId id="386" r:id="rId5"/>
    <p:sldId id="363" r:id="rId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48" autoAdjust="0"/>
    <p:restoredTop sz="81275" autoAdjust="0"/>
  </p:normalViewPr>
  <p:slideViewPr>
    <p:cSldViewPr>
      <p:cViewPr varScale="1">
        <p:scale>
          <a:sx n="171" d="100"/>
          <a:sy n="171" d="100"/>
        </p:scale>
        <p:origin x="696" y="1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51451</TotalTime>
  <Words>563</Words>
  <Application>Microsoft Macintosh PowerPoint</Application>
  <PresentationFormat>화면 슬라이드 쇼(16:9)</PresentationFormat>
  <Paragraphs>197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5030</cp:revision>
  <dcterms:created xsi:type="dcterms:W3CDTF">2006-10-05T04:04:58Z</dcterms:created>
  <dcterms:modified xsi:type="dcterms:W3CDTF">2026-07-05T05:00:09Z</dcterms:modified>
</cp:coreProperties>
</file>
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sldIdLst>
    <p:sldId id="393" r:id="rId2"/>
    <p:sldId id="387" r:id="rId3"/>
    <p:sldId id="395" r:id="rId4"/>
    <p:sldId id="396" r:id="rId5"/>
    <p:sldId id="394" r:id="rId6"/>
    <p:sldId id="388" r:id="rId7"/>
    <p:sldId id="392" r:id="rId8"/>
    <p:sldId id="391" r:id="rId9"/>
    <p:sldId id="390" r:id="rId10"/>
    <p:sldId id="389" r:id="rId11"/>
    <p:sldId id="369" r:id="rId12"/>
    <p:sldId id="365" r:id="rId13"/>
    <p:sldId id="386" r:id="rId14"/>
    <p:sldId id="363" r:id="rId15"/>
  </p:sldIdLst>
  <p:sldSz cx="9144000" cy="5143500" type="screen16x9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  <p15:guide id="3" orient="horz" pos="162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보통 스타일 2 - 강조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B301B821-A1FF-4177-AEE7-76D212191A09}" styleName="보통 스타일 1 - 강조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BC89EF96-8CEA-46FF-86C4-4CE0E7609802}" styleName="밝은 스타일 3 - 강조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16DA210-FB5B-4158-B5E0-FEB733F419BA}" styleName="밝은 스타일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9D7B26C5-4107-4FEC-AEDC-1716B250A1EF}" styleName="밝은 스타일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9792" autoAdjust="0"/>
    <p:restoredTop sz="81275" autoAdjust="0"/>
  </p:normalViewPr>
  <p:slideViewPr>
    <p:cSldViewPr>
      <p:cViewPr>
        <p:scale>
          <a:sx n="230" d="100"/>
          <a:sy n="230" d="100"/>
        </p:scale>
        <p:origin x="136" y="1248"/>
      </p:cViewPr>
      <p:guideLst>
        <p:guide orient="horz" pos="2160"/>
        <p:guide pos="2880"/>
        <p:guide orient="horz" pos="162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CD5550B-26C4-49A9-A5BA-636EF7BE6CE9}" type="datetimeFigureOut">
              <a:rPr lang="ko-KR" altLang="en-US" smtClean="0"/>
              <a:t>2026. 10. 8.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A5DFA43-8D57-47FB-BC46-057616015C3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733502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1597820"/>
            <a:ext cx="7772400" cy="1102519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2026. 10. 8.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2026. 10. 8.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2026. 10. 8.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2026. 10. 8.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8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8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2026. 10. 8.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2026. 10. 8.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2026. 10. 8.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3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04789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3" y="1076327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2026. 10. 8.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3600451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4025504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2026. 10. 8.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2026. 10. 8.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05980"/>
            <a:ext cx="2057400" cy="4388644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05980"/>
            <a:ext cx="6019800" cy="4388644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2026. 10. 8.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B30EDBD-1C2D-4C1E-B459-B60219FAB484}" type="datetimeFigureOut">
              <a:rPr lang="ko-KR" altLang="en-US" smtClean="0"/>
              <a:t>2026. 10. 8.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B03585-8ED2-E5CD-3862-15FA1F5E18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모서리가 둥근 직사각형 1">
            <a:extLst>
              <a:ext uri="{FF2B5EF4-FFF2-40B4-BE49-F238E27FC236}">
                <a16:creationId xmlns:a16="http://schemas.microsoft.com/office/drawing/2014/main" id="{61EE7BCC-36AF-7C5D-7E9E-229CDD1C2B40}"/>
              </a:ext>
            </a:extLst>
          </p:cNvPr>
          <p:cNvSpPr/>
          <p:nvPr/>
        </p:nvSpPr>
        <p:spPr>
          <a:xfrm>
            <a:off x="781801" y="133592"/>
            <a:ext cx="970252" cy="427639"/>
          </a:xfrm>
          <a:prstGeom prst="roundRect">
            <a:avLst>
              <a:gd name="adj" fmla="val 12191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Downstream</a:t>
            </a:r>
          </a:p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(Client)</a:t>
            </a:r>
            <a:endParaRPr kumimoji="1" lang="ko-KR" altLang="en-US" sz="800">
              <a:solidFill>
                <a:schemeClr val="tx1"/>
              </a:solidFill>
            </a:endParaRPr>
          </a:p>
        </p:txBody>
      </p:sp>
      <p:sp>
        <p:nvSpPr>
          <p:cNvPr id="4" name="모서리가 둥근 직사각형 3">
            <a:extLst>
              <a:ext uri="{FF2B5EF4-FFF2-40B4-BE49-F238E27FC236}">
                <a16:creationId xmlns:a16="http://schemas.microsoft.com/office/drawing/2014/main" id="{B395963E-0DAD-94C8-E0D3-2E2F05E68FC1}"/>
              </a:ext>
            </a:extLst>
          </p:cNvPr>
          <p:cNvSpPr/>
          <p:nvPr/>
        </p:nvSpPr>
        <p:spPr>
          <a:xfrm>
            <a:off x="1923898" y="123477"/>
            <a:ext cx="5921044" cy="4825993"/>
          </a:xfrm>
          <a:prstGeom prst="roundRect">
            <a:avLst>
              <a:gd name="adj" fmla="val 2047"/>
            </a:avLst>
          </a:prstGeom>
          <a:solidFill>
            <a:schemeClr val="bg1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r"/>
            <a:r>
              <a:rPr kumimoji="1" lang="en-US" altLang="ko-KR" sz="900" b="1">
                <a:solidFill>
                  <a:schemeClr val="tx1"/>
                </a:solidFill>
              </a:rPr>
              <a:t>Worker Thread</a:t>
            </a:r>
            <a:endParaRPr kumimoji="1" lang="ko-KR" altLang="en-US" sz="900" b="1">
              <a:solidFill>
                <a:schemeClr val="tx1"/>
              </a:solidFill>
            </a:endParaRPr>
          </a:p>
        </p:txBody>
      </p:sp>
      <p:sp>
        <p:nvSpPr>
          <p:cNvPr id="5" name="모서리가 둥근 직사각형 4">
            <a:extLst>
              <a:ext uri="{FF2B5EF4-FFF2-40B4-BE49-F238E27FC236}">
                <a16:creationId xmlns:a16="http://schemas.microsoft.com/office/drawing/2014/main" id="{AF5CD112-9516-FB9E-4569-30C49EFC110E}"/>
              </a:ext>
            </a:extLst>
          </p:cNvPr>
          <p:cNvSpPr/>
          <p:nvPr/>
        </p:nvSpPr>
        <p:spPr>
          <a:xfrm>
            <a:off x="2099365" y="194021"/>
            <a:ext cx="2109166" cy="306783"/>
          </a:xfrm>
          <a:prstGeom prst="roundRect">
            <a:avLst>
              <a:gd name="adj" fmla="val 12191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Listener Selected</a:t>
            </a:r>
            <a:r>
              <a:rPr kumimoji="1" lang="ko-KR" altLang="en-US" sz="800">
                <a:solidFill>
                  <a:schemeClr val="tx1"/>
                </a:solidFill>
              </a:rPr>
              <a:t> </a:t>
            </a:r>
            <a:r>
              <a:rPr kumimoji="1" lang="en-US" altLang="ko-KR" sz="800" b="1" u="sng">
                <a:solidFill>
                  <a:schemeClr val="tx1"/>
                </a:solidFill>
              </a:rPr>
              <a:t>by Port, IP, Protocol</a:t>
            </a:r>
          </a:p>
        </p:txBody>
      </p:sp>
      <p:cxnSp>
        <p:nvCxnSpPr>
          <p:cNvPr id="8" name="직선 화살표 연결선 7">
            <a:extLst>
              <a:ext uri="{FF2B5EF4-FFF2-40B4-BE49-F238E27FC236}">
                <a16:creationId xmlns:a16="http://schemas.microsoft.com/office/drawing/2014/main" id="{DFFF5BF8-AE24-8A2F-180D-6FB99B297046}"/>
              </a:ext>
            </a:extLst>
          </p:cNvPr>
          <p:cNvCxnSpPr>
            <a:cxnSpLocks/>
            <a:stCxn id="2" idx="3"/>
          </p:cNvCxnSpPr>
          <p:nvPr/>
        </p:nvCxnSpPr>
        <p:spPr>
          <a:xfrm>
            <a:off x="1752053" y="347412"/>
            <a:ext cx="347312" cy="0"/>
          </a:xfrm>
          <a:prstGeom prst="straightConnector1">
            <a:avLst/>
          </a:prstGeom>
          <a:ln w="127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모서리가 둥근 직사각형 36">
            <a:extLst>
              <a:ext uri="{FF2B5EF4-FFF2-40B4-BE49-F238E27FC236}">
                <a16:creationId xmlns:a16="http://schemas.microsoft.com/office/drawing/2014/main" id="{193BE1B7-B1DD-2E5D-0DEB-C74F43205230}"/>
              </a:ext>
            </a:extLst>
          </p:cNvPr>
          <p:cNvSpPr/>
          <p:nvPr/>
        </p:nvSpPr>
        <p:spPr>
          <a:xfrm>
            <a:off x="2014062" y="590797"/>
            <a:ext cx="4378494" cy="4285209"/>
          </a:xfrm>
          <a:prstGeom prst="roundRect">
            <a:avLst>
              <a:gd name="adj" fmla="val 1832"/>
            </a:avLst>
          </a:prstGeom>
          <a:solidFill>
            <a:schemeClr val="bg1"/>
          </a:solidFill>
          <a:ln w="12700"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kumimoji="1" lang="en-US" altLang="ko-KR" sz="900">
                <a:solidFill>
                  <a:schemeClr val="tx1"/>
                </a:solidFill>
              </a:rPr>
              <a:t>Per Downstream Connection Instances</a:t>
            </a:r>
            <a:endParaRPr kumimoji="1" lang="ko-KR" altLang="en-US" sz="900">
              <a:solidFill>
                <a:schemeClr val="tx1"/>
              </a:solidFill>
            </a:endParaRPr>
          </a:p>
        </p:txBody>
      </p:sp>
      <p:sp>
        <p:nvSpPr>
          <p:cNvPr id="7" name="모서리가 둥근 직사각형 6">
            <a:extLst>
              <a:ext uri="{FF2B5EF4-FFF2-40B4-BE49-F238E27FC236}">
                <a16:creationId xmlns:a16="http://schemas.microsoft.com/office/drawing/2014/main" id="{15F69E85-966E-3448-4B2C-D9EED4CF28F3}"/>
              </a:ext>
            </a:extLst>
          </p:cNvPr>
          <p:cNvSpPr/>
          <p:nvPr/>
        </p:nvSpPr>
        <p:spPr>
          <a:xfrm>
            <a:off x="3177762" y="895513"/>
            <a:ext cx="3135890" cy="639298"/>
          </a:xfrm>
          <a:prstGeom prst="roundRect">
            <a:avLst>
              <a:gd name="adj" fmla="val 11036"/>
            </a:avLst>
          </a:prstGeom>
          <a:solidFill>
            <a:schemeClr val="bg2"/>
          </a:solidFill>
          <a:ln w="12700"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kumimoji="1" lang="en-US" altLang="ko-KR" sz="900">
                <a:solidFill>
                  <a:schemeClr val="tx1"/>
                </a:solidFill>
              </a:rPr>
              <a:t>Listener's Listener Filters</a:t>
            </a:r>
            <a:endParaRPr kumimoji="1" lang="ko-KR" altLang="en-US" sz="900">
              <a:solidFill>
                <a:schemeClr val="tx1"/>
              </a:solidFill>
            </a:endParaRPr>
          </a:p>
        </p:txBody>
      </p:sp>
      <p:sp>
        <p:nvSpPr>
          <p:cNvPr id="41" name="모서리가 둥근 직사각형 40">
            <a:extLst>
              <a:ext uri="{FF2B5EF4-FFF2-40B4-BE49-F238E27FC236}">
                <a16:creationId xmlns:a16="http://schemas.microsoft.com/office/drawing/2014/main" id="{DBD35D88-4527-18F4-FC41-F61AD3A4344C}"/>
              </a:ext>
            </a:extLst>
          </p:cNvPr>
          <p:cNvSpPr/>
          <p:nvPr/>
        </p:nvSpPr>
        <p:spPr>
          <a:xfrm>
            <a:off x="2103410" y="1768919"/>
            <a:ext cx="4210242" cy="3027167"/>
          </a:xfrm>
          <a:prstGeom prst="roundRect">
            <a:avLst>
              <a:gd name="adj" fmla="val 2818"/>
            </a:avLst>
          </a:prstGeom>
          <a:solidFill>
            <a:schemeClr val="bg2"/>
          </a:solidFill>
          <a:ln w="12700"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kumimoji="1" lang="en-US" altLang="ko-KR" sz="900">
                <a:solidFill>
                  <a:schemeClr val="tx1"/>
                </a:solidFill>
              </a:rPr>
              <a:t>Network Filters Selected</a:t>
            </a:r>
            <a:r>
              <a:rPr kumimoji="1" lang="ko-KR" altLang="en-US" sz="900">
                <a:solidFill>
                  <a:schemeClr val="tx1"/>
                </a:solidFill>
              </a:rPr>
              <a:t> </a:t>
            </a:r>
            <a:r>
              <a:rPr kumimoji="1" lang="en-US" altLang="ko-KR" sz="900" b="1" u="sng">
                <a:solidFill>
                  <a:schemeClr val="tx1"/>
                </a:solidFill>
              </a:rPr>
              <a:t>by SNI, ALPN </a:t>
            </a:r>
            <a:endParaRPr kumimoji="1" lang="ko-KR" altLang="en-US" sz="900" b="1" u="sng">
              <a:solidFill>
                <a:schemeClr val="tx1"/>
              </a:solidFill>
            </a:endParaRPr>
          </a:p>
        </p:txBody>
      </p:sp>
      <p:sp>
        <p:nvSpPr>
          <p:cNvPr id="42" name="모서리가 둥근 직사각형 41">
            <a:extLst>
              <a:ext uri="{FF2B5EF4-FFF2-40B4-BE49-F238E27FC236}">
                <a16:creationId xmlns:a16="http://schemas.microsoft.com/office/drawing/2014/main" id="{1A66FF8E-3484-BB42-37F4-4E6C26024DCA}"/>
              </a:ext>
            </a:extLst>
          </p:cNvPr>
          <p:cNvSpPr/>
          <p:nvPr/>
        </p:nvSpPr>
        <p:spPr>
          <a:xfrm>
            <a:off x="2190779" y="2457405"/>
            <a:ext cx="4037654" cy="2255744"/>
          </a:xfrm>
          <a:prstGeom prst="roundRect">
            <a:avLst>
              <a:gd name="adj" fmla="val 5488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r"/>
            <a:r>
              <a:rPr kumimoji="1" lang="en-US" altLang="ko-KR" sz="800" b="1" u="sng">
                <a:solidFill>
                  <a:schemeClr val="tx1"/>
                </a:solidFill>
              </a:rPr>
              <a:t>HCM</a:t>
            </a:r>
            <a:r>
              <a:rPr kumimoji="1" lang="en-US" altLang="ko-KR" sz="800">
                <a:solidFill>
                  <a:schemeClr val="tx1"/>
                </a:solidFill>
              </a:rPr>
              <a:t> (HTTP Connection Manager) </a:t>
            </a:r>
          </a:p>
          <a:p>
            <a:pPr algn="r"/>
            <a:r>
              <a:rPr kumimoji="1" lang="en-US" altLang="ko-KR" sz="800">
                <a:solidFill>
                  <a:schemeClr val="tx1"/>
                </a:solidFill>
              </a:rPr>
              <a:t>/ Terminator Filter</a:t>
            </a:r>
            <a:endParaRPr kumimoji="1" lang="ko-KR" altLang="en-US" sz="800">
              <a:solidFill>
                <a:schemeClr val="tx1"/>
              </a:solidFill>
            </a:endParaRPr>
          </a:p>
        </p:txBody>
      </p:sp>
      <p:sp>
        <p:nvSpPr>
          <p:cNvPr id="43" name="모서리가 둥근 직사각형 42">
            <a:extLst>
              <a:ext uri="{FF2B5EF4-FFF2-40B4-BE49-F238E27FC236}">
                <a16:creationId xmlns:a16="http://schemas.microsoft.com/office/drawing/2014/main" id="{DD78DF63-9C5B-709A-8A47-F7C86EC0ABB9}"/>
              </a:ext>
            </a:extLst>
          </p:cNvPr>
          <p:cNvSpPr/>
          <p:nvPr/>
        </p:nvSpPr>
        <p:spPr>
          <a:xfrm>
            <a:off x="3357434" y="2053158"/>
            <a:ext cx="801642" cy="306783"/>
          </a:xfrm>
          <a:prstGeom prst="roundRect">
            <a:avLst>
              <a:gd name="adj" fmla="val 19601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RBAC (L4)</a:t>
            </a:r>
            <a:endParaRPr kumimoji="1" lang="ko-KR" altLang="en-US" sz="800">
              <a:solidFill>
                <a:schemeClr val="tx1"/>
              </a:solidFill>
            </a:endParaRPr>
          </a:p>
        </p:txBody>
      </p:sp>
      <p:sp>
        <p:nvSpPr>
          <p:cNvPr id="44" name="모서리가 둥근 직사각형 43">
            <a:extLst>
              <a:ext uri="{FF2B5EF4-FFF2-40B4-BE49-F238E27FC236}">
                <a16:creationId xmlns:a16="http://schemas.microsoft.com/office/drawing/2014/main" id="{20EA2977-6ABC-42CE-2B9F-7E0301CE255A}"/>
              </a:ext>
            </a:extLst>
          </p:cNvPr>
          <p:cNvSpPr/>
          <p:nvPr/>
        </p:nvSpPr>
        <p:spPr>
          <a:xfrm>
            <a:off x="2194891" y="2053157"/>
            <a:ext cx="801642" cy="306783"/>
          </a:xfrm>
          <a:prstGeom prst="roundRect">
            <a:avLst>
              <a:gd name="adj" fmla="val 19601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Connection</a:t>
            </a:r>
          </a:p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Limit</a:t>
            </a:r>
            <a:endParaRPr kumimoji="1" lang="ko-KR" altLang="en-US" sz="800">
              <a:solidFill>
                <a:schemeClr val="tx1"/>
              </a:solidFill>
            </a:endParaRPr>
          </a:p>
        </p:txBody>
      </p:sp>
      <p:sp>
        <p:nvSpPr>
          <p:cNvPr id="45" name="모서리가 둥근 직사각형 44">
            <a:extLst>
              <a:ext uri="{FF2B5EF4-FFF2-40B4-BE49-F238E27FC236}">
                <a16:creationId xmlns:a16="http://schemas.microsoft.com/office/drawing/2014/main" id="{1730ADC6-5858-C1FB-7EA6-1FFD234B9BDE}"/>
              </a:ext>
            </a:extLst>
          </p:cNvPr>
          <p:cNvSpPr/>
          <p:nvPr/>
        </p:nvSpPr>
        <p:spPr>
          <a:xfrm>
            <a:off x="5313839" y="2053156"/>
            <a:ext cx="801642" cy="306783"/>
          </a:xfrm>
          <a:prstGeom prst="roundRect">
            <a:avLst>
              <a:gd name="adj" fmla="val 19601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Local Rate Limit (L4)</a:t>
            </a:r>
            <a:endParaRPr kumimoji="1" lang="ko-KR" altLang="en-US" sz="800">
              <a:solidFill>
                <a:schemeClr val="tx1"/>
              </a:solidFill>
            </a:endParaRPr>
          </a:p>
        </p:txBody>
      </p:sp>
      <p:sp>
        <p:nvSpPr>
          <p:cNvPr id="34" name="모서리가 둥근 직사각형 33">
            <a:extLst>
              <a:ext uri="{FF2B5EF4-FFF2-40B4-BE49-F238E27FC236}">
                <a16:creationId xmlns:a16="http://schemas.microsoft.com/office/drawing/2014/main" id="{CF7DABD3-039D-5289-1A8F-7D7E5FA9C7E5}"/>
              </a:ext>
            </a:extLst>
          </p:cNvPr>
          <p:cNvSpPr/>
          <p:nvPr/>
        </p:nvSpPr>
        <p:spPr>
          <a:xfrm>
            <a:off x="5423907" y="1148115"/>
            <a:ext cx="801642" cy="306783"/>
          </a:xfrm>
          <a:prstGeom prst="roundRect">
            <a:avLst>
              <a:gd name="adj" fmla="val 19601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TLS Inspector</a:t>
            </a:r>
            <a:endParaRPr kumimoji="1" lang="ko-KR" altLang="en-US" sz="800">
              <a:solidFill>
                <a:schemeClr val="tx1"/>
              </a:solidFill>
            </a:endParaRPr>
          </a:p>
        </p:txBody>
      </p:sp>
      <p:sp>
        <p:nvSpPr>
          <p:cNvPr id="35" name="모서리가 둥근 직사각형 34">
            <a:extLst>
              <a:ext uri="{FF2B5EF4-FFF2-40B4-BE49-F238E27FC236}">
                <a16:creationId xmlns:a16="http://schemas.microsoft.com/office/drawing/2014/main" id="{32F3A914-0677-E00C-ED68-69BE4C805466}"/>
              </a:ext>
            </a:extLst>
          </p:cNvPr>
          <p:cNvSpPr/>
          <p:nvPr/>
        </p:nvSpPr>
        <p:spPr>
          <a:xfrm>
            <a:off x="4450420" y="1149879"/>
            <a:ext cx="801642" cy="306783"/>
          </a:xfrm>
          <a:prstGeom prst="roundRect">
            <a:avLst>
              <a:gd name="adj" fmla="val 19601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Proxy</a:t>
            </a:r>
          </a:p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Protocol</a:t>
            </a:r>
            <a:endParaRPr kumimoji="1" lang="ko-KR" altLang="en-US" sz="800">
              <a:solidFill>
                <a:schemeClr val="tx1"/>
              </a:solidFill>
            </a:endParaRPr>
          </a:p>
        </p:txBody>
      </p:sp>
      <p:sp>
        <p:nvSpPr>
          <p:cNvPr id="36" name="모서리가 둥근 직사각형 35">
            <a:extLst>
              <a:ext uri="{FF2B5EF4-FFF2-40B4-BE49-F238E27FC236}">
                <a16:creationId xmlns:a16="http://schemas.microsoft.com/office/drawing/2014/main" id="{37CBC98B-02F8-A40A-320B-8C575707DFCD}"/>
              </a:ext>
            </a:extLst>
          </p:cNvPr>
          <p:cNvSpPr/>
          <p:nvPr/>
        </p:nvSpPr>
        <p:spPr>
          <a:xfrm>
            <a:off x="3263724" y="1149879"/>
            <a:ext cx="801642" cy="306783"/>
          </a:xfrm>
          <a:prstGeom prst="roundRect">
            <a:avLst>
              <a:gd name="adj" fmla="val 19601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Original</a:t>
            </a:r>
          </a:p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Dst</a:t>
            </a:r>
            <a:endParaRPr kumimoji="1" lang="ko-KR" altLang="en-US" sz="800">
              <a:solidFill>
                <a:schemeClr val="tx1"/>
              </a:solidFill>
            </a:endParaRPr>
          </a:p>
        </p:txBody>
      </p:sp>
      <p:sp>
        <p:nvSpPr>
          <p:cNvPr id="47" name="모서리가 둥근 직사각형 46">
            <a:extLst>
              <a:ext uri="{FF2B5EF4-FFF2-40B4-BE49-F238E27FC236}">
                <a16:creationId xmlns:a16="http://schemas.microsoft.com/office/drawing/2014/main" id="{1DC7AEB8-2A25-1032-D591-1F542E89A1F2}"/>
              </a:ext>
            </a:extLst>
          </p:cNvPr>
          <p:cNvSpPr/>
          <p:nvPr/>
        </p:nvSpPr>
        <p:spPr>
          <a:xfrm>
            <a:off x="2463802" y="2544287"/>
            <a:ext cx="801642" cy="306783"/>
          </a:xfrm>
          <a:prstGeom prst="roundRect">
            <a:avLst>
              <a:gd name="adj" fmla="val 19601"/>
            </a:avLst>
          </a:prstGeom>
          <a:solidFill>
            <a:schemeClr val="accent3">
              <a:lumMod val="20000"/>
              <a:lumOff val="8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HTTP Codec</a:t>
            </a:r>
            <a:endParaRPr kumimoji="1" lang="ko-KR" altLang="en-US" sz="800">
              <a:solidFill>
                <a:schemeClr val="tx1"/>
              </a:solidFill>
            </a:endParaRPr>
          </a:p>
        </p:txBody>
      </p:sp>
      <p:sp>
        <p:nvSpPr>
          <p:cNvPr id="38" name="타원 37">
            <a:extLst>
              <a:ext uri="{FF2B5EF4-FFF2-40B4-BE49-F238E27FC236}">
                <a16:creationId xmlns:a16="http://schemas.microsoft.com/office/drawing/2014/main" id="{B9113C13-913D-47D0-82BF-37966BF9A524}"/>
              </a:ext>
            </a:extLst>
          </p:cNvPr>
          <p:cNvSpPr/>
          <p:nvPr/>
        </p:nvSpPr>
        <p:spPr>
          <a:xfrm flipH="1" flipV="1">
            <a:off x="4120335" y="1176486"/>
            <a:ext cx="51681" cy="45719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39" name="타원 38">
            <a:extLst>
              <a:ext uri="{FF2B5EF4-FFF2-40B4-BE49-F238E27FC236}">
                <a16:creationId xmlns:a16="http://schemas.microsoft.com/office/drawing/2014/main" id="{DDA6BC1D-50DE-AB1C-B47A-789629044913}"/>
              </a:ext>
            </a:extLst>
          </p:cNvPr>
          <p:cNvSpPr/>
          <p:nvPr/>
        </p:nvSpPr>
        <p:spPr>
          <a:xfrm flipH="1" flipV="1">
            <a:off x="4216166" y="1176959"/>
            <a:ext cx="51681" cy="45719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40" name="타원 39">
            <a:extLst>
              <a:ext uri="{FF2B5EF4-FFF2-40B4-BE49-F238E27FC236}">
                <a16:creationId xmlns:a16="http://schemas.microsoft.com/office/drawing/2014/main" id="{9DC3A7F0-C959-5931-63B5-71A25A524D62}"/>
              </a:ext>
            </a:extLst>
          </p:cNvPr>
          <p:cNvSpPr/>
          <p:nvPr/>
        </p:nvSpPr>
        <p:spPr>
          <a:xfrm flipH="1" flipV="1">
            <a:off x="4311996" y="1176485"/>
            <a:ext cx="51681" cy="45719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50" name="모서리가 둥근 직사각형 49">
            <a:extLst>
              <a:ext uri="{FF2B5EF4-FFF2-40B4-BE49-F238E27FC236}">
                <a16:creationId xmlns:a16="http://schemas.microsoft.com/office/drawing/2014/main" id="{5F569408-6201-E713-EB2B-EA89B40C7C48}"/>
              </a:ext>
            </a:extLst>
          </p:cNvPr>
          <p:cNvSpPr/>
          <p:nvPr/>
        </p:nvSpPr>
        <p:spPr>
          <a:xfrm>
            <a:off x="2280818" y="2908359"/>
            <a:ext cx="3865553" cy="1718873"/>
          </a:xfrm>
          <a:prstGeom prst="roundRect">
            <a:avLst>
              <a:gd name="adj" fmla="val 6920"/>
            </a:avLst>
          </a:prstGeom>
          <a:noFill/>
          <a:ln w="12700"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r"/>
            <a:r>
              <a:rPr kumimoji="1" lang="en-US" altLang="ko-KR" sz="800">
                <a:solidFill>
                  <a:schemeClr val="tx1"/>
                </a:solidFill>
              </a:rPr>
              <a:t>Per Downstream Request/Stream Instances</a:t>
            </a:r>
            <a:endParaRPr kumimoji="1" lang="ko-KR" altLang="en-US" sz="800">
              <a:solidFill>
                <a:schemeClr val="tx1"/>
              </a:solidFill>
            </a:endParaRPr>
          </a:p>
        </p:txBody>
      </p:sp>
      <p:sp>
        <p:nvSpPr>
          <p:cNvPr id="51" name="모서리가 둥근 직사각형 50">
            <a:extLst>
              <a:ext uri="{FF2B5EF4-FFF2-40B4-BE49-F238E27FC236}">
                <a16:creationId xmlns:a16="http://schemas.microsoft.com/office/drawing/2014/main" id="{40A6E248-38D4-FDC4-0AA8-75F4111C216F}"/>
              </a:ext>
            </a:extLst>
          </p:cNvPr>
          <p:cNvSpPr/>
          <p:nvPr/>
        </p:nvSpPr>
        <p:spPr>
          <a:xfrm>
            <a:off x="2370857" y="3392594"/>
            <a:ext cx="3687591" cy="1147893"/>
          </a:xfrm>
          <a:prstGeom prst="roundRect">
            <a:avLst>
              <a:gd name="adj" fmla="val 7615"/>
            </a:avLst>
          </a:prstGeom>
          <a:solidFill>
            <a:schemeClr val="bg2"/>
          </a:solidFill>
          <a:ln w="12700"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Downstream HTTP Filters</a:t>
            </a:r>
            <a:endParaRPr kumimoji="1" lang="ko-KR" altLang="en-US" sz="800">
              <a:solidFill>
                <a:schemeClr val="tx1"/>
              </a:solidFill>
            </a:endParaRPr>
          </a:p>
        </p:txBody>
      </p:sp>
      <p:sp>
        <p:nvSpPr>
          <p:cNvPr id="52" name="모서리가 둥근 직사각형 51">
            <a:extLst>
              <a:ext uri="{FF2B5EF4-FFF2-40B4-BE49-F238E27FC236}">
                <a16:creationId xmlns:a16="http://schemas.microsoft.com/office/drawing/2014/main" id="{FEAD901E-333C-7B43-1101-C4AED71DDD86}"/>
              </a:ext>
            </a:extLst>
          </p:cNvPr>
          <p:cNvSpPr/>
          <p:nvPr/>
        </p:nvSpPr>
        <p:spPr>
          <a:xfrm>
            <a:off x="5164717" y="3654989"/>
            <a:ext cx="801642" cy="306783"/>
          </a:xfrm>
          <a:prstGeom prst="roundRect">
            <a:avLst>
              <a:gd name="adj" fmla="val 19601"/>
            </a:avLst>
          </a:prstGeom>
          <a:solidFill>
            <a:schemeClr val="accent3">
              <a:lumMod val="20000"/>
              <a:lumOff val="8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Rate Limit</a:t>
            </a:r>
            <a:endParaRPr kumimoji="1" lang="ko-KR" altLang="en-US" sz="800">
              <a:solidFill>
                <a:schemeClr val="tx1"/>
              </a:solidFill>
            </a:endParaRPr>
          </a:p>
        </p:txBody>
      </p:sp>
      <p:sp>
        <p:nvSpPr>
          <p:cNvPr id="53" name="타원 52">
            <a:extLst>
              <a:ext uri="{FF2B5EF4-FFF2-40B4-BE49-F238E27FC236}">
                <a16:creationId xmlns:a16="http://schemas.microsoft.com/office/drawing/2014/main" id="{D5870080-8F76-6124-1EFE-3E3F33D63C0A}"/>
              </a:ext>
            </a:extLst>
          </p:cNvPr>
          <p:cNvSpPr/>
          <p:nvPr/>
        </p:nvSpPr>
        <p:spPr>
          <a:xfrm flipH="1" flipV="1">
            <a:off x="3056260" y="2082769"/>
            <a:ext cx="51681" cy="45719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54" name="타원 53">
            <a:extLst>
              <a:ext uri="{FF2B5EF4-FFF2-40B4-BE49-F238E27FC236}">
                <a16:creationId xmlns:a16="http://schemas.microsoft.com/office/drawing/2014/main" id="{461D1282-A017-B23A-0FFE-8EF659467B04}"/>
              </a:ext>
            </a:extLst>
          </p:cNvPr>
          <p:cNvSpPr/>
          <p:nvPr/>
        </p:nvSpPr>
        <p:spPr>
          <a:xfrm flipH="1" flipV="1">
            <a:off x="3152091" y="2083242"/>
            <a:ext cx="51681" cy="45719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55" name="타원 54">
            <a:extLst>
              <a:ext uri="{FF2B5EF4-FFF2-40B4-BE49-F238E27FC236}">
                <a16:creationId xmlns:a16="http://schemas.microsoft.com/office/drawing/2014/main" id="{79F52B58-E807-6F51-42B2-EF32E22E73DA}"/>
              </a:ext>
            </a:extLst>
          </p:cNvPr>
          <p:cNvSpPr/>
          <p:nvPr/>
        </p:nvSpPr>
        <p:spPr>
          <a:xfrm flipH="1" flipV="1">
            <a:off x="3247921" y="2082768"/>
            <a:ext cx="51681" cy="45719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56" name="모서리가 둥근 직사각형 55">
            <a:extLst>
              <a:ext uri="{FF2B5EF4-FFF2-40B4-BE49-F238E27FC236}">
                <a16:creationId xmlns:a16="http://schemas.microsoft.com/office/drawing/2014/main" id="{575DCBE2-1CDB-26A9-80DE-B682965598DB}"/>
              </a:ext>
            </a:extLst>
          </p:cNvPr>
          <p:cNvSpPr/>
          <p:nvPr/>
        </p:nvSpPr>
        <p:spPr>
          <a:xfrm>
            <a:off x="2099365" y="1110540"/>
            <a:ext cx="1008576" cy="427640"/>
          </a:xfrm>
          <a:prstGeom prst="roundRect">
            <a:avLst>
              <a:gd name="adj" fmla="val 12191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Downstream Transport Socket</a:t>
            </a:r>
            <a:endParaRPr kumimoji="1" lang="ko-KR" altLang="en-US" sz="800">
              <a:solidFill>
                <a:schemeClr val="tx1"/>
              </a:solidFill>
            </a:endParaRPr>
          </a:p>
        </p:txBody>
      </p:sp>
      <p:sp>
        <p:nvSpPr>
          <p:cNvPr id="9" name="모서리가 둥근 직사각형 8">
            <a:extLst>
              <a:ext uri="{FF2B5EF4-FFF2-40B4-BE49-F238E27FC236}">
                <a16:creationId xmlns:a16="http://schemas.microsoft.com/office/drawing/2014/main" id="{FE3BA8B3-ADBE-B427-5D7D-4DF07A7CA98B}"/>
              </a:ext>
            </a:extLst>
          </p:cNvPr>
          <p:cNvSpPr/>
          <p:nvPr/>
        </p:nvSpPr>
        <p:spPr>
          <a:xfrm>
            <a:off x="2466364" y="3654990"/>
            <a:ext cx="801642" cy="306783"/>
          </a:xfrm>
          <a:prstGeom prst="roundRect">
            <a:avLst>
              <a:gd name="adj" fmla="val 19601"/>
            </a:avLst>
          </a:prstGeom>
          <a:solidFill>
            <a:schemeClr val="accent3">
              <a:lumMod val="20000"/>
              <a:lumOff val="8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CORS</a:t>
            </a:r>
            <a:endParaRPr kumimoji="1" lang="ko-KR" altLang="en-US" sz="800">
              <a:solidFill>
                <a:schemeClr val="tx1"/>
              </a:solidFill>
            </a:endParaRPr>
          </a:p>
        </p:txBody>
      </p:sp>
      <p:cxnSp>
        <p:nvCxnSpPr>
          <p:cNvPr id="10" name="직선 화살표 연결선 9">
            <a:extLst>
              <a:ext uri="{FF2B5EF4-FFF2-40B4-BE49-F238E27FC236}">
                <a16:creationId xmlns:a16="http://schemas.microsoft.com/office/drawing/2014/main" id="{A74052BF-8389-FE4A-304A-8D708EE537BC}"/>
              </a:ext>
            </a:extLst>
          </p:cNvPr>
          <p:cNvCxnSpPr>
            <a:cxnSpLocks/>
            <a:stCxn id="44" idx="3"/>
            <a:endCxn id="43" idx="1"/>
          </p:cNvCxnSpPr>
          <p:nvPr/>
        </p:nvCxnSpPr>
        <p:spPr>
          <a:xfrm>
            <a:off x="2996533" y="2206549"/>
            <a:ext cx="360901" cy="1"/>
          </a:xfrm>
          <a:prstGeom prst="straightConnector1">
            <a:avLst/>
          </a:prstGeom>
          <a:ln w="127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직선 화살표 연결선 12">
            <a:extLst>
              <a:ext uri="{FF2B5EF4-FFF2-40B4-BE49-F238E27FC236}">
                <a16:creationId xmlns:a16="http://schemas.microsoft.com/office/drawing/2014/main" id="{5BC4F3E9-4824-21E0-6F02-FF437FA41DB4}"/>
              </a:ext>
            </a:extLst>
          </p:cNvPr>
          <p:cNvCxnSpPr>
            <a:cxnSpLocks/>
            <a:stCxn id="43" idx="3"/>
            <a:endCxn id="21" idx="1"/>
          </p:cNvCxnSpPr>
          <p:nvPr/>
        </p:nvCxnSpPr>
        <p:spPr>
          <a:xfrm flipV="1">
            <a:off x="4159076" y="2206548"/>
            <a:ext cx="176506" cy="2"/>
          </a:xfrm>
          <a:prstGeom prst="straightConnector1">
            <a:avLst/>
          </a:prstGeom>
          <a:ln w="127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모서리가 둥근 직사각형 16">
            <a:extLst>
              <a:ext uri="{FF2B5EF4-FFF2-40B4-BE49-F238E27FC236}">
                <a16:creationId xmlns:a16="http://schemas.microsoft.com/office/drawing/2014/main" id="{066CD97E-97DE-E5D1-2444-456E00562517}"/>
              </a:ext>
            </a:extLst>
          </p:cNvPr>
          <p:cNvSpPr/>
          <p:nvPr/>
        </p:nvSpPr>
        <p:spPr>
          <a:xfrm>
            <a:off x="4265817" y="3654989"/>
            <a:ext cx="801642" cy="306783"/>
          </a:xfrm>
          <a:prstGeom prst="roundRect">
            <a:avLst>
              <a:gd name="adj" fmla="val 19601"/>
            </a:avLst>
          </a:prstGeom>
          <a:solidFill>
            <a:schemeClr val="accent3">
              <a:lumMod val="20000"/>
              <a:lumOff val="8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RBAC (L7)</a:t>
            </a:r>
            <a:endParaRPr kumimoji="1" lang="ko-KR" altLang="en-US" sz="800">
              <a:solidFill>
                <a:schemeClr val="tx1"/>
              </a:solidFill>
            </a:endParaRPr>
          </a:p>
        </p:txBody>
      </p:sp>
      <p:sp>
        <p:nvSpPr>
          <p:cNvPr id="21" name="모서리가 둥근 직사각형 20">
            <a:extLst>
              <a:ext uri="{FF2B5EF4-FFF2-40B4-BE49-F238E27FC236}">
                <a16:creationId xmlns:a16="http://schemas.microsoft.com/office/drawing/2014/main" id="{AA1B5767-2743-30FF-111E-903265C00F3F}"/>
              </a:ext>
            </a:extLst>
          </p:cNvPr>
          <p:cNvSpPr/>
          <p:nvPr/>
        </p:nvSpPr>
        <p:spPr>
          <a:xfrm>
            <a:off x="4335582" y="2053156"/>
            <a:ext cx="801642" cy="306783"/>
          </a:xfrm>
          <a:prstGeom prst="roundRect">
            <a:avLst>
              <a:gd name="adj" fmla="val 19601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WASM</a:t>
            </a:r>
            <a:endParaRPr kumimoji="1" lang="ko-KR" altLang="en-US" sz="800">
              <a:solidFill>
                <a:schemeClr val="tx1"/>
              </a:solidFill>
            </a:endParaRPr>
          </a:p>
        </p:txBody>
      </p:sp>
      <p:cxnSp>
        <p:nvCxnSpPr>
          <p:cNvPr id="26" name="직선 화살표 연결선 25">
            <a:extLst>
              <a:ext uri="{FF2B5EF4-FFF2-40B4-BE49-F238E27FC236}">
                <a16:creationId xmlns:a16="http://schemas.microsoft.com/office/drawing/2014/main" id="{BF792F7A-856A-F3D9-573A-914A18D1220E}"/>
              </a:ext>
            </a:extLst>
          </p:cNvPr>
          <p:cNvCxnSpPr>
            <a:cxnSpLocks/>
            <a:stCxn id="21" idx="3"/>
            <a:endCxn id="45" idx="1"/>
          </p:cNvCxnSpPr>
          <p:nvPr/>
        </p:nvCxnSpPr>
        <p:spPr>
          <a:xfrm>
            <a:off x="5137224" y="2206548"/>
            <a:ext cx="176615" cy="0"/>
          </a:xfrm>
          <a:prstGeom prst="straightConnector1">
            <a:avLst/>
          </a:prstGeom>
          <a:ln w="127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모서리가 둥근 직사각형 28">
            <a:extLst>
              <a:ext uri="{FF2B5EF4-FFF2-40B4-BE49-F238E27FC236}">
                <a16:creationId xmlns:a16="http://schemas.microsoft.com/office/drawing/2014/main" id="{FCC713AE-2B54-6754-80FA-4119C3CC360F}"/>
              </a:ext>
            </a:extLst>
          </p:cNvPr>
          <p:cNvSpPr/>
          <p:nvPr/>
        </p:nvSpPr>
        <p:spPr>
          <a:xfrm>
            <a:off x="5164717" y="4139920"/>
            <a:ext cx="801642" cy="306783"/>
          </a:xfrm>
          <a:prstGeom prst="roundRect">
            <a:avLst>
              <a:gd name="adj" fmla="val 19601"/>
            </a:avLst>
          </a:prstGeom>
          <a:solidFill>
            <a:schemeClr val="accent3">
              <a:lumMod val="20000"/>
              <a:lumOff val="8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800" b="1" u="sng">
                <a:solidFill>
                  <a:schemeClr val="tx1"/>
                </a:solidFill>
              </a:rPr>
              <a:t>Router</a:t>
            </a:r>
            <a:endParaRPr kumimoji="1" lang="ko-KR" altLang="en-US" sz="800" b="1" u="sng">
              <a:solidFill>
                <a:schemeClr val="tx1"/>
              </a:solidFill>
            </a:endParaRPr>
          </a:p>
        </p:txBody>
      </p:sp>
      <p:sp>
        <p:nvSpPr>
          <p:cNvPr id="32" name="모서리가 둥근 직사각형 31">
            <a:extLst>
              <a:ext uri="{FF2B5EF4-FFF2-40B4-BE49-F238E27FC236}">
                <a16:creationId xmlns:a16="http://schemas.microsoft.com/office/drawing/2014/main" id="{2FFE121C-EC9F-F1E9-6818-2D191320AD5B}"/>
              </a:ext>
            </a:extLst>
          </p:cNvPr>
          <p:cNvSpPr/>
          <p:nvPr/>
        </p:nvSpPr>
        <p:spPr>
          <a:xfrm>
            <a:off x="4265817" y="4133613"/>
            <a:ext cx="801642" cy="306783"/>
          </a:xfrm>
          <a:prstGeom prst="roundRect">
            <a:avLst>
              <a:gd name="adj" fmla="val 19601"/>
            </a:avLst>
          </a:prstGeom>
          <a:solidFill>
            <a:schemeClr val="accent3">
              <a:lumMod val="20000"/>
              <a:lumOff val="8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LUA</a:t>
            </a:r>
            <a:endParaRPr kumimoji="1" lang="ko-KR" altLang="en-US" sz="800">
              <a:solidFill>
                <a:schemeClr val="tx1"/>
              </a:solidFill>
            </a:endParaRPr>
          </a:p>
        </p:txBody>
      </p:sp>
      <p:sp>
        <p:nvSpPr>
          <p:cNvPr id="33" name="모서리가 둥근 직사각형 32">
            <a:extLst>
              <a:ext uri="{FF2B5EF4-FFF2-40B4-BE49-F238E27FC236}">
                <a16:creationId xmlns:a16="http://schemas.microsoft.com/office/drawing/2014/main" id="{C84DDAD4-686B-BA89-14C8-D6E275778999}"/>
              </a:ext>
            </a:extLst>
          </p:cNvPr>
          <p:cNvSpPr/>
          <p:nvPr/>
        </p:nvSpPr>
        <p:spPr>
          <a:xfrm>
            <a:off x="2466364" y="4133059"/>
            <a:ext cx="801642" cy="306783"/>
          </a:xfrm>
          <a:prstGeom prst="roundRect">
            <a:avLst>
              <a:gd name="adj" fmla="val 19601"/>
            </a:avLst>
          </a:prstGeom>
          <a:solidFill>
            <a:schemeClr val="accent3">
              <a:lumMod val="20000"/>
              <a:lumOff val="8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Local Rate Limit (L7)</a:t>
            </a:r>
            <a:endParaRPr kumimoji="1" lang="ko-KR" altLang="en-US" sz="800">
              <a:solidFill>
                <a:schemeClr val="tx1"/>
              </a:solidFill>
            </a:endParaRPr>
          </a:p>
        </p:txBody>
      </p:sp>
      <p:sp>
        <p:nvSpPr>
          <p:cNvPr id="46" name="모서리가 둥근 직사각형 45">
            <a:extLst>
              <a:ext uri="{FF2B5EF4-FFF2-40B4-BE49-F238E27FC236}">
                <a16:creationId xmlns:a16="http://schemas.microsoft.com/office/drawing/2014/main" id="{82C44AB0-9638-E93F-BAD6-B542CD9FA92D}"/>
              </a:ext>
            </a:extLst>
          </p:cNvPr>
          <p:cNvSpPr/>
          <p:nvPr/>
        </p:nvSpPr>
        <p:spPr>
          <a:xfrm>
            <a:off x="3363512" y="4133613"/>
            <a:ext cx="801642" cy="306783"/>
          </a:xfrm>
          <a:prstGeom prst="roundRect">
            <a:avLst>
              <a:gd name="adj" fmla="val 19601"/>
            </a:avLst>
          </a:prstGeom>
          <a:solidFill>
            <a:schemeClr val="accent3">
              <a:lumMod val="20000"/>
              <a:lumOff val="8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Compressor</a:t>
            </a:r>
            <a:endParaRPr kumimoji="1" lang="ko-KR" altLang="en-US" sz="800">
              <a:solidFill>
                <a:schemeClr val="tx1"/>
              </a:solidFill>
            </a:endParaRPr>
          </a:p>
        </p:txBody>
      </p:sp>
      <p:sp>
        <p:nvSpPr>
          <p:cNvPr id="48" name="타원 47">
            <a:extLst>
              <a:ext uri="{FF2B5EF4-FFF2-40B4-BE49-F238E27FC236}">
                <a16:creationId xmlns:a16="http://schemas.microsoft.com/office/drawing/2014/main" id="{C9B89B7E-E58E-E1E3-98A9-6286A95D2947}"/>
              </a:ext>
            </a:extLst>
          </p:cNvPr>
          <p:cNvSpPr/>
          <p:nvPr/>
        </p:nvSpPr>
        <p:spPr>
          <a:xfrm flipH="1" flipV="1">
            <a:off x="3649356" y="3721557"/>
            <a:ext cx="51681" cy="45719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49" name="타원 48">
            <a:extLst>
              <a:ext uri="{FF2B5EF4-FFF2-40B4-BE49-F238E27FC236}">
                <a16:creationId xmlns:a16="http://schemas.microsoft.com/office/drawing/2014/main" id="{9EC91275-AFBC-1E78-D1F0-E438F5F2FE97}"/>
              </a:ext>
            </a:extLst>
          </p:cNvPr>
          <p:cNvSpPr/>
          <p:nvPr/>
        </p:nvSpPr>
        <p:spPr>
          <a:xfrm flipH="1" flipV="1">
            <a:off x="3745187" y="3722030"/>
            <a:ext cx="51681" cy="45719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57" name="타원 56">
            <a:extLst>
              <a:ext uri="{FF2B5EF4-FFF2-40B4-BE49-F238E27FC236}">
                <a16:creationId xmlns:a16="http://schemas.microsoft.com/office/drawing/2014/main" id="{CC072AF5-D9C1-A6AF-4BDD-15EA8D4F919B}"/>
              </a:ext>
            </a:extLst>
          </p:cNvPr>
          <p:cNvSpPr/>
          <p:nvPr/>
        </p:nvSpPr>
        <p:spPr>
          <a:xfrm flipH="1" flipV="1">
            <a:off x="3841017" y="3721556"/>
            <a:ext cx="51681" cy="45719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cxnSp>
        <p:nvCxnSpPr>
          <p:cNvPr id="58" name="직선 화살표 연결선 57">
            <a:extLst>
              <a:ext uri="{FF2B5EF4-FFF2-40B4-BE49-F238E27FC236}">
                <a16:creationId xmlns:a16="http://schemas.microsoft.com/office/drawing/2014/main" id="{1D698EA4-ED25-3556-C679-B11495B341E8}"/>
              </a:ext>
            </a:extLst>
          </p:cNvPr>
          <p:cNvCxnSpPr>
            <a:cxnSpLocks/>
            <a:stCxn id="36" idx="3"/>
            <a:endCxn id="35" idx="1"/>
          </p:cNvCxnSpPr>
          <p:nvPr/>
        </p:nvCxnSpPr>
        <p:spPr>
          <a:xfrm>
            <a:off x="4065366" y="1303271"/>
            <a:ext cx="385054" cy="0"/>
          </a:xfrm>
          <a:prstGeom prst="straightConnector1">
            <a:avLst/>
          </a:prstGeom>
          <a:ln w="127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직선 화살표 연결선 60">
            <a:extLst>
              <a:ext uri="{FF2B5EF4-FFF2-40B4-BE49-F238E27FC236}">
                <a16:creationId xmlns:a16="http://schemas.microsoft.com/office/drawing/2014/main" id="{59D6395A-DC00-DBDA-E878-A33619701BF5}"/>
              </a:ext>
            </a:extLst>
          </p:cNvPr>
          <p:cNvCxnSpPr>
            <a:cxnSpLocks/>
            <a:stCxn id="35" idx="3"/>
            <a:endCxn id="34" idx="1"/>
          </p:cNvCxnSpPr>
          <p:nvPr/>
        </p:nvCxnSpPr>
        <p:spPr>
          <a:xfrm flipV="1">
            <a:off x="5252062" y="1301507"/>
            <a:ext cx="171845" cy="1764"/>
          </a:xfrm>
          <a:prstGeom prst="straightConnector1">
            <a:avLst/>
          </a:prstGeom>
          <a:ln w="127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모서리가 둥근 직사각형 63">
            <a:extLst>
              <a:ext uri="{FF2B5EF4-FFF2-40B4-BE49-F238E27FC236}">
                <a16:creationId xmlns:a16="http://schemas.microsoft.com/office/drawing/2014/main" id="{F2879AB3-3B6D-5C80-8BE5-0E82C8223604}"/>
              </a:ext>
            </a:extLst>
          </p:cNvPr>
          <p:cNvSpPr/>
          <p:nvPr/>
        </p:nvSpPr>
        <p:spPr>
          <a:xfrm>
            <a:off x="6679601" y="4152567"/>
            <a:ext cx="995752" cy="427640"/>
          </a:xfrm>
          <a:prstGeom prst="roundRect">
            <a:avLst>
              <a:gd name="adj" fmla="val 12191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Upstream Transport Socket</a:t>
            </a:r>
            <a:endParaRPr kumimoji="1" lang="ko-KR" altLang="en-US" sz="800">
              <a:solidFill>
                <a:schemeClr val="tx1"/>
              </a:solidFill>
            </a:endParaRPr>
          </a:p>
        </p:txBody>
      </p:sp>
      <p:cxnSp>
        <p:nvCxnSpPr>
          <p:cNvPr id="65" name="직선 화살표 연결선 64">
            <a:extLst>
              <a:ext uri="{FF2B5EF4-FFF2-40B4-BE49-F238E27FC236}">
                <a16:creationId xmlns:a16="http://schemas.microsoft.com/office/drawing/2014/main" id="{1DCBC6CD-D930-E4DA-5343-B4A201254640}"/>
              </a:ext>
            </a:extLst>
          </p:cNvPr>
          <p:cNvCxnSpPr>
            <a:cxnSpLocks/>
            <a:stCxn id="17" idx="3"/>
            <a:endCxn id="52" idx="1"/>
          </p:cNvCxnSpPr>
          <p:nvPr/>
        </p:nvCxnSpPr>
        <p:spPr>
          <a:xfrm>
            <a:off x="5067459" y="3808381"/>
            <a:ext cx="97258" cy="0"/>
          </a:xfrm>
          <a:prstGeom prst="straightConnector1">
            <a:avLst/>
          </a:prstGeom>
          <a:ln w="127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직선 화살표 연결선 67">
            <a:extLst>
              <a:ext uri="{FF2B5EF4-FFF2-40B4-BE49-F238E27FC236}">
                <a16:creationId xmlns:a16="http://schemas.microsoft.com/office/drawing/2014/main" id="{B0CF10B5-E493-ED58-888A-664FD099E3EF}"/>
              </a:ext>
            </a:extLst>
          </p:cNvPr>
          <p:cNvCxnSpPr>
            <a:cxnSpLocks/>
            <a:stCxn id="32" idx="3"/>
            <a:endCxn id="29" idx="1"/>
          </p:cNvCxnSpPr>
          <p:nvPr/>
        </p:nvCxnSpPr>
        <p:spPr>
          <a:xfrm>
            <a:off x="5067459" y="4287005"/>
            <a:ext cx="97258" cy="6307"/>
          </a:xfrm>
          <a:prstGeom prst="straightConnector1">
            <a:avLst/>
          </a:prstGeom>
          <a:ln w="127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직선 화살표 연결선 70">
            <a:extLst>
              <a:ext uri="{FF2B5EF4-FFF2-40B4-BE49-F238E27FC236}">
                <a16:creationId xmlns:a16="http://schemas.microsoft.com/office/drawing/2014/main" id="{3691F49B-B837-9CC3-EE82-9E2286B49778}"/>
              </a:ext>
            </a:extLst>
          </p:cNvPr>
          <p:cNvCxnSpPr>
            <a:cxnSpLocks/>
            <a:stCxn id="46" idx="3"/>
            <a:endCxn id="32" idx="1"/>
          </p:cNvCxnSpPr>
          <p:nvPr/>
        </p:nvCxnSpPr>
        <p:spPr>
          <a:xfrm>
            <a:off x="4165154" y="4287005"/>
            <a:ext cx="100663" cy="0"/>
          </a:xfrm>
          <a:prstGeom prst="straightConnector1">
            <a:avLst/>
          </a:prstGeom>
          <a:ln w="127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직선 화살표 연결선 73">
            <a:extLst>
              <a:ext uri="{FF2B5EF4-FFF2-40B4-BE49-F238E27FC236}">
                <a16:creationId xmlns:a16="http://schemas.microsoft.com/office/drawing/2014/main" id="{DA119DE4-1F9C-64F7-6DEC-97169CBB47A2}"/>
              </a:ext>
            </a:extLst>
          </p:cNvPr>
          <p:cNvCxnSpPr>
            <a:cxnSpLocks/>
            <a:stCxn id="33" idx="3"/>
            <a:endCxn id="46" idx="1"/>
          </p:cNvCxnSpPr>
          <p:nvPr/>
        </p:nvCxnSpPr>
        <p:spPr>
          <a:xfrm>
            <a:off x="3268006" y="4286451"/>
            <a:ext cx="95506" cy="554"/>
          </a:xfrm>
          <a:prstGeom prst="straightConnector1">
            <a:avLst/>
          </a:prstGeom>
          <a:ln w="127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직선 화살표 연결선 77">
            <a:extLst>
              <a:ext uri="{FF2B5EF4-FFF2-40B4-BE49-F238E27FC236}">
                <a16:creationId xmlns:a16="http://schemas.microsoft.com/office/drawing/2014/main" id="{72496E3A-9BE6-692D-6333-FE4AB617EE52}"/>
              </a:ext>
            </a:extLst>
          </p:cNvPr>
          <p:cNvCxnSpPr>
            <a:cxnSpLocks/>
            <a:stCxn id="9" idx="3"/>
            <a:endCxn id="17" idx="1"/>
          </p:cNvCxnSpPr>
          <p:nvPr/>
        </p:nvCxnSpPr>
        <p:spPr>
          <a:xfrm flipV="1">
            <a:off x="3268006" y="3808381"/>
            <a:ext cx="997811" cy="1"/>
          </a:xfrm>
          <a:prstGeom prst="straightConnector1">
            <a:avLst/>
          </a:prstGeom>
          <a:ln w="127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꺾인 연결선[E] 81">
            <a:extLst>
              <a:ext uri="{FF2B5EF4-FFF2-40B4-BE49-F238E27FC236}">
                <a16:creationId xmlns:a16="http://schemas.microsoft.com/office/drawing/2014/main" id="{19518261-58F5-294E-6FD0-111E85C069C8}"/>
              </a:ext>
            </a:extLst>
          </p:cNvPr>
          <p:cNvCxnSpPr>
            <a:stCxn id="45" idx="2"/>
            <a:endCxn id="47" idx="0"/>
          </p:cNvCxnSpPr>
          <p:nvPr/>
        </p:nvCxnSpPr>
        <p:spPr>
          <a:xfrm rot="5400000">
            <a:off x="4197468" y="1027095"/>
            <a:ext cx="184348" cy="2850037"/>
          </a:xfrm>
          <a:prstGeom prst="bentConnector3">
            <a:avLst>
              <a:gd name="adj1" fmla="val 23367"/>
            </a:avLst>
          </a:prstGeom>
          <a:ln w="127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꺾인 연결선[E] 83">
            <a:extLst>
              <a:ext uri="{FF2B5EF4-FFF2-40B4-BE49-F238E27FC236}">
                <a16:creationId xmlns:a16="http://schemas.microsoft.com/office/drawing/2014/main" id="{335C34E7-F434-9581-22AD-FC11BD62626D}"/>
              </a:ext>
            </a:extLst>
          </p:cNvPr>
          <p:cNvCxnSpPr>
            <a:cxnSpLocks/>
            <a:stCxn id="2" idx="2"/>
            <a:endCxn id="56" idx="1"/>
          </p:cNvCxnSpPr>
          <p:nvPr/>
        </p:nvCxnSpPr>
        <p:spPr>
          <a:xfrm rot="16200000" flipH="1">
            <a:off x="1301582" y="526576"/>
            <a:ext cx="763129" cy="832438"/>
          </a:xfrm>
          <a:prstGeom prst="bentConnector2">
            <a:avLst/>
          </a:prstGeom>
          <a:ln w="127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직선 화살표 연결선 95">
            <a:extLst>
              <a:ext uri="{FF2B5EF4-FFF2-40B4-BE49-F238E27FC236}">
                <a16:creationId xmlns:a16="http://schemas.microsoft.com/office/drawing/2014/main" id="{366A6C3A-3F7A-7FE4-1EC8-B95ECD4E36D9}"/>
              </a:ext>
            </a:extLst>
          </p:cNvPr>
          <p:cNvCxnSpPr>
            <a:cxnSpLocks/>
          </p:cNvCxnSpPr>
          <p:nvPr/>
        </p:nvCxnSpPr>
        <p:spPr>
          <a:xfrm flipH="1">
            <a:off x="2470644" y="1538180"/>
            <a:ext cx="7941" cy="514977"/>
          </a:xfrm>
          <a:prstGeom prst="straightConnector1">
            <a:avLst/>
          </a:prstGeom>
          <a:ln w="127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꺾인 연결선[E] 105">
            <a:extLst>
              <a:ext uri="{FF2B5EF4-FFF2-40B4-BE49-F238E27FC236}">
                <a16:creationId xmlns:a16="http://schemas.microsoft.com/office/drawing/2014/main" id="{7F84384E-99C1-37FE-3531-85E54F7EC1B1}"/>
              </a:ext>
            </a:extLst>
          </p:cNvPr>
          <p:cNvCxnSpPr>
            <a:cxnSpLocks/>
            <a:stCxn id="52" idx="2"/>
            <a:endCxn id="33" idx="0"/>
          </p:cNvCxnSpPr>
          <p:nvPr/>
        </p:nvCxnSpPr>
        <p:spPr>
          <a:xfrm rot="5400000">
            <a:off x="4130719" y="2698239"/>
            <a:ext cx="171287" cy="2698353"/>
          </a:xfrm>
          <a:prstGeom prst="bentConnector3">
            <a:avLst>
              <a:gd name="adj1" fmla="val 38395"/>
            </a:avLst>
          </a:prstGeom>
          <a:ln w="127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3" name="모서리가 둥근 직사각형 122">
            <a:extLst>
              <a:ext uri="{FF2B5EF4-FFF2-40B4-BE49-F238E27FC236}">
                <a16:creationId xmlns:a16="http://schemas.microsoft.com/office/drawing/2014/main" id="{FA35AF65-9160-7EF5-B13F-2A98AAF20935}"/>
              </a:ext>
            </a:extLst>
          </p:cNvPr>
          <p:cNvSpPr/>
          <p:nvPr/>
        </p:nvSpPr>
        <p:spPr>
          <a:xfrm>
            <a:off x="8016787" y="4149594"/>
            <a:ext cx="970252" cy="427639"/>
          </a:xfrm>
          <a:prstGeom prst="roundRect">
            <a:avLst>
              <a:gd name="adj" fmla="val 12191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Upstream</a:t>
            </a:r>
          </a:p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(Server)</a:t>
            </a:r>
            <a:endParaRPr kumimoji="1" lang="ko-KR" altLang="en-US" sz="800">
              <a:solidFill>
                <a:schemeClr val="tx1"/>
              </a:solidFill>
            </a:endParaRPr>
          </a:p>
        </p:txBody>
      </p:sp>
      <p:sp>
        <p:nvSpPr>
          <p:cNvPr id="125" name="모서리가 둥근 직사각형 124">
            <a:extLst>
              <a:ext uri="{FF2B5EF4-FFF2-40B4-BE49-F238E27FC236}">
                <a16:creationId xmlns:a16="http://schemas.microsoft.com/office/drawing/2014/main" id="{7B1FFBD9-71CA-9DD7-6E78-1B08E3A043C6}"/>
              </a:ext>
            </a:extLst>
          </p:cNvPr>
          <p:cNvSpPr/>
          <p:nvPr/>
        </p:nvSpPr>
        <p:spPr>
          <a:xfrm>
            <a:off x="6584598" y="1768920"/>
            <a:ext cx="1171499" cy="2224263"/>
          </a:xfrm>
          <a:prstGeom prst="roundRect">
            <a:avLst>
              <a:gd name="adj" fmla="val 6920"/>
            </a:avLst>
          </a:prstGeom>
          <a:solidFill>
            <a:schemeClr val="bg1"/>
          </a:solidFill>
          <a:ln w="12700"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Per Upstream Request/Stream Instances</a:t>
            </a:r>
            <a:endParaRPr kumimoji="1" lang="ko-KR" altLang="en-US" sz="800">
              <a:solidFill>
                <a:schemeClr val="tx1"/>
              </a:solidFill>
            </a:endParaRPr>
          </a:p>
        </p:txBody>
      </p:sp>
      <p:sp>
        <p:nvSpPr>
          <p:cNvPr id="126" name="모서리가 둥근 직사각형 125">
            <a:extLst>
              <a:ext uri="{FF2B5EF4-FFF2-40B4-BE49-F238E27FC236}">
                <a16:creationId xmlns:a16="http://schemas.microsoft.com/office/drawing/2014/main" id="{8A505D3D-4187-4CB3-1145-03335EF40077}"/>
              </a:ext>
            </a:extLst>
          </p:cNvPr>
          <p:cNvSpPr/>
          <p:nvPr/>
        </p:nvSpPr>
        <p:spPr>
          <a:xfrm>
            <a:off x="6679601" y="2339233"/>
            <a:ext cx="995752" cy="1572693"/>
          </a:xfrm>
          <a:prstGeom prst="roundRect">
            <a:avLst>
              <a:gd name="adj" fmla="val 5954"/>
            </a:avLst>
          </a:prstGeom>
          <a:solidFill>
            <a:schemeClr val="bg2"/>
          </a:solidFill>
          <a:ln w="12700"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Upstream HTTP Filters</a:t>
            </a:r>
            <a:endParaRPr kumimoji="1" lang="ko-KR" altLang="en-US" sz="800">
              <a:solidFill>
                <a:schemeClr val="tx1"/>
              </a:solidFill>
            </a:endParaRPr>
          </a:p>
        </p:txBody>
      </p:sp>
      <p:sp>
        <p:nvSpPr>
          <p:cNvPr id="127" name="모서리가 둥근 직사각형 126">
            <a:extLst>
              <a:ext uri="{FF2B5EF4-FFF2-40B4-BE49-F238E27FC236}">
                <a16:creationId xmlns:a16="http://schemas.microsoft.com/office/drawing/2014/main" id="{CC2A285A-93B3-A098-5091-AE35D9282393}"/>
              </a:ext>
            </a:extLst>
          </p:cNvPr>
          <p:cNvSpPr/>
          <p:nvPr/>
        </p:nvSpPr>
        <p:spPr>
          <a:xfrm>
            <a:off x="6781188" y="2687333"/>
            <a:ext cx="801642" cy="306783"/>
          </a:xfrm>
          <a:prstGeom prst="roundRect">
            <a:avLst>
              <a:gd name="adj" fmla="val 19601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Header Mutation</a:t>
            </a:r>
            <a:endParaRPr kumimoji="1" lang="ko-KR" altLang="en-US" sz="800">
              <a:solidFill>
                <a:schemeClr val="tx1"/>
              </a:solidFill>
            </a:endParaRPr>
          </a:p>
        </p:txBody>
      </p:sp>
      <p:sp>
        <p:nvSpPr>
          <p:cNvPr id="128" name="모서리가 둥근 직사각형 127">
            <a:extLst>
              <a:ext uri="{FF2B5EF4-FFF2-40B4-BE49-F238E27FC236}">
                <a16:creationId xmlns:a16="http://schemas.microsoft.com/office/drawing/2014/main" id="{DB60EFEE-282E-9CE2-4E6E-D23813F04A1A}"/>
              </a:ext>
            </a:extLst>
          </p:cNvPr>
          <p:cNvSpPr/>
          <p:nvPr/>
        </p:nvSpPr>
        <p:spPr>
          <a:xfrm>
            <a:off x="6781188" y="3511360"/>
            <a:ext cx="801642" cy="306783"/>
          </a:xfrm>
          <a:prstGeom prst="roundRect">
            <a:avLst>
              <a:gd name="adj" fmla="val 19601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Upstream Code Filter</a:t>
            </a:r>
            <a:endParaRPr kumimoji="1" lang="ko-KR" altLang="en-US" sz="800">
              <a:solidFill>
                <a:schemeClr val="tx1"/>
              </a:solidFill>
            </a:endParaRPr>
          </a:p>
        </p:txBody>
      </p:sp>
      <p:sp>
        <p:nvSpPr>
          <p:cNvPr id="133" name="타원 132">
            <a:extLst>
              <a:ext uri="{FF2B5EF4-FFF2-40B4-BE49-F238E27FC236}">
                <a16:creationId xmlns:a16="http://schemas.microsoft.com/office/drawing/2014/main" id="{5804D0EF-742C-F6AD-13AC-233B1DD84942}"/>
              </a:ext>
            </a:extLst>
          </p:cNvPr>
          <p:cNvSpPr/>
          <p:nvPr/>
        </p:nvSpPr>
        <p:spPr>
          <a:xfrm flipH="1" flipV="1">
            <a:off x="7020337" y="3344765"/>
            <a:ext cx="51681" cy="45719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134" name="타원 133">
            <a:extLst>
              <a:ext uri="{FF2B5EF4-FFF2-40B4-BE49-F238E27FC236}">
                <a16:creationId xmlns:a16="http://schemas.microsoft.com/office/drawing/2014/main" id="{4E011BC6-DB82-C793-46DA-8E6C295C0D3F}"/>
              </a:ext>
            </a:extLst>
          </p:cNvPr>
          <p:cNvSpPr/>
          <p:nvPr/>
        </p:nvSpPr>
        <p:spPr>
          <a:xfrm flipH="1" flipV="1">
            <a:off x="7020336" y="3241163"/>
            <a:ext cx="51681" cy="45719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135" name="타원 134">
            <a:extLst>
              <a:ext uri="{FF2B5EF4-FFF2-40B4-BE49-F238E27FC236}">
                <a16:creationId xmlns:a16="http://schemas.microsoft.com/office/drawing/2014/main" id="{9B63D58D-38A9-5CD8-C9D0-97CFB0659A4E}"/>
              </a:ext>
            </a:extLst>
          </p:cNvPr>
          <p:cNvSpPr/>
          <p:nvPr/>
        </p:nvSpPr>
        <p:spPr>
          <a:xfrm flipH="1" flipV="1">
            <a:off x="7020338" y="3137047"/>
            <a:ext cx="51681" cy="45719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cxnSp>
        <p:nvCxnSpPr>
          <p:cNvPr id="136" name="직선 화살표 연결선 135">
            <a:extLst>
              <a:ext uri="{FF2B5EF4-FFF2-40B4-BE49-F238E27FC236}">
                <a16:creationId xmlns:a16="http://schemas.microsoft.com/office/drawing/2014/main" id="{35C7A16A-8BA7-49B2-B045-0FC7DC1AE2C0}"/>
              </a:ext>
            </a:extLst>
          </p:cNvPr>
          <p:cNvCxnSpPr>
            <a:cxnSpLocks/>
            <a:stCxn id="127" idx="2"/>
            <a:endCxn id="128" idx="0"/>
          </p:cNvCxnSpPr>
          <p:nvPr/>
        </p:nvCxnSpPr>
        <p:spPr>
          <a:xfrm>
            <a:off x="7182009" y="2994116"/>
            <a:ext cx="0" cy="517244"/>
          </a:xfrm>
          <a:prstGeom prst="straightConnector1">
            <a:avLst/>
          </a:prstGeom>
          <a:ln w="127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2" name="꺾인 연결선[E] 141">
            <a:extLst>
              <a:ext uri="{FF2B5EF4-FFF2-40B4-BE49-F238E27FC236}">
                <a16:creationId xmlns:a16="http://schemas.microsoft.com/office/drawing/2014/main" id="{A5EDD8DE-A6CF-1D66-3518-6D2FD36ED506}"/>
              </a:ext>
            </a:extLst>
          </p:cNvPr>
          <p:cNvCxnSpPr>
            <a:cxnSpLocks/>
          </p:cNvCxnSpPr>
          <p:nvPr/>
        </p:nvCxnSpPr>
        <p:spPr>
          <a:xfrm flipV="1">
            <a:off x="5966359" y="2775347"/>
            <a:ext cx="814829" cy="1452587"/>
          </a:xfrm>
          <a:prstGeom prst="bentConnector3">
            <a:avLst>
              <a:gd name="adj1" fmla="val 59038"/>
            </a:avLst>
          </a:prstGeom>
          <a:ln w="127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9" name="직선 화살표 연결선 148">
            <a:extLst>
              <a:ext uri="{FF2B5EF4-FFF2-40B4-BE49-F238E27FC236}">
                <a16:creationId xmlns:a16="http://schemas.microsoft.com/office/drawing/2014/main" id="{8D2C7762-07BB-881F-90EE-B27B1BF05868}"/>
              </a:ext>
            </a:extLst>
          </p:cNvPr>
          <p:cNvCxnSpPr>
            <a:cxnSpLocks/>
            <a:stCxn id="128" idx="2"/>
            <a:endCxn id="64" idx="0"/>
          </p:cNvCxnSpPr>
          <p:nvPr/>
        </p:nvCxnSpPr>
        <p:spPr>
          <a:xfrm flipH="1">
            <a:off x="7177477" y="3818143"/>
            <a:ext cx="4532" cy="334424"/>
          </a:xfrm>
          <a:prstGeom prst="straightConnector1">
            <a:avLst/>
          </a:prstGeom>
          <a:ln w="127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5" name="직선 화살표 연결선 154">
            <a:extLst>
              <a:ext uri="{FF2B5EF4-FFF2-40B4-BE49-F238E27FC236}">
                <a16:creationId xmlns:a16="http://schemas.microsoft.com/office/drawing/2014/main" id="{3AD91DAF-A5C9-417D-BFCA-9721F0DA7A08}"/>
              </a:ext>
            </a:extLst>
          </p:cNvPr>
          <p:cNvCxnSpPr>
            <a:cxnSpLocks/>
            <a:stCxn id="64" idx="3"/>
            <a:endCxn id="123" idx="1"/>
          </p:cNvCxnSpPr>
          <p:nvPr/>
        </p:nvCxnSpPr>
        <p:spPr>
          <a:xfrm flipV="1">
            <a:off x="7675353" y="4363414"/>
            <a:ext cx="341434" cy="2973"/>
          </a:xfrm>
          <a:prstGeom prst="straightConnector1">
            <a:avLst/>
          </a:prstGeom>
          <a:ln w="127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8" name="꺾인 연결선[E] 167">
            <a:extLst>
              <a:ext uri="{FF2B5EF4-FFF2-40B4-BE49-F238E27FC236}">
                <a16:creationId xmlns:a16="http://schemas.microsoft.com/office/drawing/2014/main" id="{497A6695-36A4-9CCA-69B1-8D15EEA58F4E}"/>
              </a:ext>
            </a:extLst>
          </p:cNvPr>
          <p:cNvCxnSpPr>
            <a:cxnSpLocks/>
          </p:cNvCxnSpPr>
          <p:nvPr/>
        </p:nvCxnSpPr>
        <p:spPr>
          <a:xfrm rot="16200000" flipH="1">
            <a:off x="2262808" y="-327189"/>
            <a:ext cx="588648" cy="2365487"/>
          </a:xfrm>
          <a:prstGeom prst="bentConnector3">
            <a:avLst>
              <a:gd name="adj1" fmla="val 77340"/>
            </a:avLst>
          </a:prstGeom>
          <a:ln w="127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9" name="직선 화살표 연결선 178">
            <a:extLst>
              <a:ext uri="{FF2B5EF4-FFF2-40B4-BE49-F238E27FC236}">
                <a16:creationId xmlns:a16="http://schemas.microsoft.com/office/drawing/2014/main" id="{AC36BB6D-13C1-412E-5DA6-F539A628DDFB}"/>
              </a:ext>
            </a:extLst>
          </p:cNvPr>
          <p:cNvCxnSpPr>
            <a:cxnSpLocks/>
            <a:endCxn id="182" idx="1"/>
          </p:cNvCxnSpPr>
          <p:nvPr/>
        </p:nvCxnSpPr>
        <p:spPr>
          <a:xfrm>
            <a:off x="832221" y="1635646"/>
            <a:ext cx="337895" cy="0"/>
          </a:xfrm>
          <a:prstGeom prst="straightConnector1">
            <a:avLst/>
          </a:prstGeom>
          <a:ln w="127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2" name="모서리가 둥근 직사각형 181">
            <a:extLst>
              <a:ext uri="{FF2B5EF4-FFF2-40B4-BE49-F238E27FC236}">
                <a16:creationId xmlns:a16="http://schemas.microsoft.com/office/drawing/2014/main" id="{32A863F1-51F5-61DA-D135-E9F31856AC55}"/>
              </a:ext>
            </a:extLst>
          </p:cNvPr>
          <p:cNvSpPr/>
          <p:nvPr/>
        </p:nvSpPr>
        <p:spPr>
          <a:xfrm>
            <a:off x="1170116" y="1542851"/>
            <a:ext cx="755077" cy="185590"/>
          </a:xfrm>
          <a:prstGeom prst="roundRect">
            <a:avLst>
              <a:gd name="adj" fmla="val 12191"/>
            </a:avLst>
          </a:prstGeom>
          <a:noFill/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TCP Syn</a:t>
            </a:r>
            <a:endParaRPr kumimoji="1" lang="ko-KR" altLang="en-US" sz="800">
              <a:solidFill>
                <a:schemeClr val="tx1"/>
              </a:solidFill>
            </a:endParaRPr>
          </a:p>
        </p:txBody>
      </p:sp>
      <p:cxnSp>
        <p:nvCxnSpPr>
          <p:cNvPr id="185" name="직선 화살표 연결선 184">
            <a:extLst>
              <a:ext uri="{FF2B5EF4-FFF2-40B4-BE49-F238E27FC236}">
                <a16:creationId xmlns:a16="http://schemas.microsoft.com/office/drawing/2014/main" id="{DC2AFCA8-2762-7249-AD3A-8D500C83CD41}"/>
              </a:ext>
            </a:extLst>
          </p:cNvPr>
          <p:cNvCxnSpPr>
            <a:cxnSpLocks/>
            <a:endCxn id="186" idx="1"/>
          </p:cNvCxnSpPr>
          <p:nvPr/>
        </p:nvCxnSpPr>
        <p:spPr>
          <a:xfrm>
            <a:off x="830925" y="2019793"/>
            <a:ext cx="337895" cy="0"/>
          </a:xfrm>
          <a:prstGeom prst="straightConnector1">
            <a:avLst/>
          </a:prstGeom>
          <a:ln w="127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6" name="모서리가 둥근 직사각형 185">
            <a:extLst>
              <a:ext uri="{FF2B5EF4-FFF2-40B4-BE49-F238E27FC236}">
                <a16:creationId xmlns:a16="http://schemas.microsoft.com/office/drawing/2014/main" id="{AB4FA1DD-D9BD-E364-DF19-95BDA46B7107}"/>
              </a:ext>
            </a:extLst>
          </p:cNvPr>
          <p:cNvSpPr/>
          <p:nvPr/>
        </p:nvSpPr>
        <p:spPr>
          <a:xfrm>
            <a:off x="1168820" y="1926998"/>
            <a:ext cx="755077" cy="185590"/>
          </a:xfrm>
          <a:prstGeom prst="roundRect">
            <a:avLst>
              <a:gd name="adj" fmla="val 12191"/>
            </a:avLst>
          </a:prstGeom>
          <a:noFill/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TLS Client Hello</a:t>
            </a:r>
            <a:endParaRPr kumimoji="1" lang="ko-KR" altLang="en-US" sz="800">
              <a:solidFill>
                <a:schemeClr val="tx1"/>
              </a:solidFill>
            </a:endParaRPr>
          </a:p>
        </p:txBody>
      </p:sp>
      <p:cxnSp>
        <p:nvCxnSpPr>
          <p:cNvPr id="189" name="직선 화살표 연결선 188">
            <a:extLst>
              <a:ext uri="{FF2B5EF4-FFF2-40B4-BE49-F238E27FC236}">
                <a16:creationId xmlns:a16="http://schemas.microsoft.com/office/drawing/2014/main" id="{E0E6DFF0-1FDC-DC83-A94B-329ACFAE4CE1}"/>
              </a:ext>
            </a:extLst>
          </p:cNvPr>
          <p:cNvCxnSpPr>
            <a:cxnSpLocks/>
            <a:endCxn id="190" idx="1"/>
          </p:cNvCxnSpPr>
          <p:nvPr/>
        </p:nvCxnSpPr>
        <p:spPr>
          <a:xfrm>
            <a:off x="829987" y="2398570"/>
            <a:ext cx="337895" cy="0"/>
          </a:xfrm>
          <a:prstGeom prst="straightConnector1">
            <a:avLst/>
          </a:prstGeom>
          <a:ln w="127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0" name="모서리가 둥근 직사각형 189">
            <a:extLst>
              <a:ext uri="{FF2B5EF4-FFF2-40B4-BE49-F238E27FC236}">
                <a16:creationId xmlns:a16="http://schemas.microsoft.com/office/drawing/2014/main" id="{49CF47CA-4245-F9F2-9E7F-E4F1CDA04979}"/>
              </a:ext>
            </a:extLst>
          </p:cNvPr>
          <p:cNvSpPr/>
          <p:nvPr/>
        </p:nvSpPr>
        <p:spPr>
          <a:xfrm>
            <a:off x="1167882" y="2305775"/>
            <a:ext cx="755077" cy="185590"/>
          </a:xfrm>
          <a:prstGeom prst="roundRect">
            <a:avLst>
              <a:gd name="adj" fmla="val 12191"/>
            </a:avLst>
          </a:prstGeom>
          <a:noFill/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HTTP Requests</a:t>
            </a:r>
            <a:endParaRPr kumimoji="1" lang="ko-KR" altLang="en-US" sz="800">
              <a:solidFill>
                <a:schemeClr val="tx1"/>
              </a:solidFill>
            </a:endParaRPr>
          </a:p>
        </p:txBody>
      </p:sp>
      <p:sp>
        <p:nvSpPr>
          <p:cNvPr id="192" name="타원 191">
            <a:extLst>
              <a:ext uri="{FF2B5EF4-FFF2-40B4-BE49-F238E27FC236}">
                <a16:creationId xmlns:a16="http://schemas.microsoft.com/office/drawing/2014/main" id="{D25850AD-21D2-2AA1-66E2-C8CE5905C4AA}"/>
              </a:ext>
            </a:extLst>
          </p:cNvPr>
          <p:cNvSpPr/>
          <p:nvPr/>
        </p:nvSpPr>
        <p:spPr>
          <a:xfrm>
            <a:off x="1331640" y="489386"/>
            <a:ext cx="159548" cy="168437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3</a:t>
            </a:r>
            <a:endParaRPr kumimoji="1" lang="ko-KR" altLang="en-US" sz="800">
              <a:solidFill>
                <a:schemeClr val="tx1"/>
              </a:solidFill>
            </a:endParaRPr>
          </a:p>
        </p:txBody>
      </p:sp>
      <p:sp>
        <p:nvSpPr>
          <p:cNvPr id="193" name="타원 192">
            <a:extLst>
              <a:ext uri="{FF2B5EF4-FFF2-40B4-BE49-F238E27FC236}">
                <a16:creationId xmlns:a16="http://schemas.microsoft.com/office/drawing/2014/main" id="{EEDAA189-DABB-7C46-445C-F8DD2085A8C1}"/>
              </a:ext>
            </a:extLst>
          </p:cNvPr>
          <p:cNvSpPr/>
          <p:nvPr/>
        </p:nvSpPr>
        <p:spPr>
          <a:xfrm>
            <a:off x="1152220" y="489387"/>
            <a:ext cx="168437" cy="168437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accent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5</a:t>
            </a:r>
            <a:endParaRPr kumimoji="1" lang="ko-KR" altLang="en-US" sz="800">
              <a:solidFill>
                <a:schemeClr val="tx1"/>
              </a:solidFill>
            </a:endParaRPr>
          </a:p>
        </p:txBody>
      </p:sp>
      <p:sp>
        <p:nvSpPr>
          <p:cNvPr id="194" name="타원 193">
            <a:extLst>
              <a:ext uri="{FF2B5EF4-FFF2-40B4-BE49-F238E27FC236}">
                <a16:creationId xmlns:a16="http://schemas.microsoft.com/office/drawing/2014/main" id="{7B3957E5-F636-88D9-3DEF-6935861E8C69}"/>
              </a:ext>
            </a:extLst>
          </p:cNvPr>
          <p:cNvSpPr/>
          <p:nvPr/>
        </p:nvSpPr>
        <p:spPr>
          <a:xfrm>
            <a:off x="1672279" y="258520"/>
            <a:ext cx="159548" cy="168437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1</a:t>
            </a:r>
            <a:endParaRPr kumimoji="1" lang="ko-KR" altLang="en-US" sz="800">
              <a:solidFill>
                <a:schemeClr val="tx1"/>
              </a:solidFill>
            </a:endParaRPr>
          </a:p>
        </p:txBody>
      </p:sp>
      <p:cxnSp>
        <p:nvCxnSpPr>
          <p:cNvPr id="3" name="꺾인 연결선[E] 2">
            <a:extLst>
              <a:ext uri="{FF2B5EF4-FFF2-40B4-BE49-F238E27FC236}">
                <a16:creationId xmlns:a16="http://schemas.microsoft.com/office/drawing/2014/main" id="{4F81158E-0BF2-E182-529A-E00049075290}"/>
              </a:ext>
            </a:extLst>
          </p:cNvPr>
          <p:cNvCxnSpPr>
            <a:cxnSpLocks/>
            <a:stCxn id="5" idx="3"/>
            <a:endCxn id="7" idx="0"/>
          </p:cNvCxnSpPr>
          <p:nvPr/>
        </p:nvCxnSpPr>
        <p:spPr>
          <a:xfrm>
            <a:off x="4208531" y="347413"/>
            <a:ext cx="537176" cy="548100"/>
          </a:xfrm>
          <a:prstGeom prst="bentConnector2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꺾인 연결선[E] 11">
            <a:extLst>
              <a:ext uri="{FF2B5EF4-FFF2-40B4-BE49-F238E27FC236}">
                <a16:creationId xmlns:a16="http://schemas.microsoft.com/office/drawing/2014/main" id="{328AF372-A471-CF88-3447-E1520B580133}"/>
              </a:ext>
            </a:extLst>
          </p:cNvPr>
          <p:cNvCxnSpPr>
            <a:cxnSpLocks/>
            <a:stCxn id="18" idx="2"/>
            <a:endCxn id="41" idx="0"/>
          </p:cNvCxnSpPr>
          <p:nvPr/>
        </p:nvCxnSpPr>
        <p:spPr>
          <a:xfrm rot="5400000">
            <a:off x="5575950" y="167392"/>
            <a:ext cx="234108" cy="2968946"/>
          </a:xfrm>
          <a:prstGeom prst="bentConnector3">
            <a:avLst>
              <a:gd name="adj1" fmla="val 50000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모서리가 둥근 직사각형 17">
            <a:extLst>
              <a:ext uri="{FF2B5EF4-FFF2-40B4-BE49-F238E27FC236}">
                <a16:creationId xmlns:a16="http://schemas.microsoft.com/office/drawing/2014/main" id="{4C27C083-CF24-CC4E-DD9D-85F9060AF794}"/>
              </a:ext>
            </a:extLst>
          </p:cNvPr>
          <p:cNvSpPr/>
          <p:nvPr/>
        </p:nvSpPr>
        <p:spPr>
          <a:xfrm>
            <a:off x="6679601" y="1107171"/>
            <a:ext cx="995752" cy="427640"/>
          </a:xfrm>
          <a:prstGeom prst="roundRect">
            <a:avLst>
              <a:gd name="adj" fmla="val 12191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Filter Chain</a:t>
            </a:r>
          </a:p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Manager</a:t>
            </a:r>
            <a:endParaRPr kumimoji="1" lang="ko-KR" altLang="en-US" sz="800">
              <a:solidFill>
                <a:schemeClr val="tx1"/>
              </a:solidFill>
            </a:endParaRPr>
          </a:p>
        </p:txBody>
      </p:sp>
      <p:cxnSp>
        <p:nvCxnSpPr>
          <p:cNvPr id="30" name="꺾인 연결선[E] 29">
            <a:extLst>
              <a:ext uri="{FF2B5EF4-FFF2-40B4-BE49-F238E27FC236}">
                <a16:creationId xmlns:a16="http://schemas.microsoft.com/office/drawing/2014/main" id="{AC22E02E-7E41-93D2-ECBF-115A0E4547FE}"/>
              </a:ext>
            </a:extLst>
          </p:cNvPr>
          <p:cNvCxnSpPr>
            <a:cxnSpLocks/>
            <a:stCxn id="18" idx="2"/>
            <a:endCxn id="56" idx="2"/>
          </p:cNvCxnSpPr>
          <p:nvPr/>
        </p:nvCxnSpPr>
        <p:spPr>
          <a:xfrm rot="5400000">
            <a:off x="4888881" y="-750417"/>
            <a:ext cx="3369" cy="4573824"/>
          </a:xfrm>
          <a:prstGeom prst="bentConnector3">
            <a:avLst>
              <a:gd name="adj1" fmla="val 3370614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직선 화살표 연결선 107">
            <a:extLst>
              <a:ext uri="{FF2B5EF4-FFF2-40B4-BE49-F238E27FC236}">
                <a16:creationId xmlns:a16="http://schemas.microsoft.com/office/drawing/2014/main" id="{7991E290-724C-D215-F213-49C7D9E72D27}"/>
              </a:ext>
            </a:extLst>
          </p:cNvPr>
          <p:cNvCxnSpPr>
            <a:cxnSpLocks/>
            <a:endCxn id="109" idx="1"/>
          </p:cNvCxnSpPr>
          <p:nvPr/>
        </p:nvCxnSpPr>
        <p:spPr>
          <a:xfrm>
            <a:off x="825282" y="2789029"/>
            <a:ext cx="337895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9" name="모서리가 둥근 직사각형 108">
            <a:extLst>
              <a:ext uri="{FF2B5EF4-FFF2-40B4-BE49-F238E27FC236}">
                <a16:creationId xmlns:a16="http://schemas.microsoft.com/office/drawing/2014/main" id="{278AC5C3-135C-9AB7-160E-5B5D998BFAE5}"/>
              </a:ext>
            </a:extLst>
          </p:cNvPr>
          <p:cNvSpPr/>
          <p:nvPr/>
        </p:nvSpPr>
        <p:spPr>
          <a:xfrm>
            <a:off x="1163177" y="2696234"/>
            <a:ext cx="755077" cy="185590"/>
          </a:xfrm>
          <a:prstGeom prst="roundRect">
            <a:avLst>
              <a:gd name="adj" fmla="val 12191"/>
            </a:avLst>
          </a:prstGeom>
          <a:noFill/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Create</a:t>
            </a:r>
            <a:endParaRPr kumimoji="1" lang="ko-KR" altLang="en-US" sz="800">
              <a:solidFill>
                <a:schemeClr val="tx1"/>
              </a:solidFill>
            </a:endParaRPr>
          </a:p>
        </p:txBody>
      </p:sp>
      <p:sp>
        <p:nvSpPr>
          <p:cNvPr id="110" name="타원 109">
            <a:extLst>
              <a:ext uri="{FF2B5EF4-FFF2-40B4-BE49-F238E27FC236}">
                <a16:creationId xmlns:a16="http://schemas.microsoft.com/office/drawing/2014/main" id="{8FB914E0-829D-3091-E461-A64FDE0CB1EE}"/>
              </a:ext>
            </a:extLst>
          </p:cNvPr>
          <p:cNvSpPr/>
          <p:nvPr/>
        </p:nvSpPr>
        <p:spPr>
          <a:xfrm>
            <a:off x="4134826" y="258520"/>
            <a:ext cx="159548" cy="168437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2</a:t>
            </a:r>
            <a:endParaRPr kumimoji="1" lang="ko-KR" altLang="en-US" sz="800">
              <a:solidFill>
                <a:schemeClr val="tx1"/>
              </a:solidFill>
            </a:endParaRPr>
          </a:p>
        </p:txBody>
      </p:sp>
      <p:sp>
        <p:nvSpPr>
          <p:cNvPr id="111" name="타원 110">
            <a:extLst>
              <a:ext uri="{FF2B5EF4-FFF2-40B4-BE49-F238E27FC236}">
                <a16:creationId xmlns:a16="http://schemas.microsoft.com/office/drawing/2014/main" id="{933C0125-7D9C-2824-7C0E-5F709A31705C}"/>
              </a:ext>
            </a:extLst>
          </p:cNvPr>
          <p:cNvSpPr/>
          <p:nvPr/>
        </p:nvSpPr>
        <p:spPr>
          <a:xfrm>
            <a:off x="7092712" y="1453961"/>
            <a:ext cx="159548" cy="168437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4</a:t>
            </a:r>
            <a:endParaRPr kumimoji="1" lang="ko-KR" altLang="en-US" sz="800">
              <a:solidFill>
                <a:schemeClr val="tx1"/>
              </a:solidFill>
            </a:endParaRPr>
          </a:p>
        </p:txBody>
      </p:sp>
      <p:cxnSp>
        <p:nvCxnSpPr>
          <p:cNvPr id="113" name="꺾인 연결선[E] 112">
            <a:extLst>
              <a:ext uri="{FF2B5EF4-FFF2-40B4-BE49-F238E27FC236}">
                <a16:creationId xmlns:a16="http://schemas.microsoft.com/office/drawing/2014/main" id="{0672A1ED-3AB6-9E26-8D58-9539E7A3EA52}"/>
              </a:ext>
            </a:extLst>
          </p:cNvPr>
          <p:cNvCxnSpPr>
            <a:cxnSpLocks/>
            <a:stCxn id="29" idx="3"/>
            <a:endCxn id="126" idx="1"/>
          </p:cNvCxnSpPr>
          <p:nvPr/>
        </p:nvCxnSpPr>
        <p:spPr>
          <a:xfrm flipV="1">
            <a:off x="5966359" y="3125580"/>
            <a:ext cx="713242" cy="1167732"/>
          </a:xfrm>
          <a:prstGeom prst="bentConnector3">
            <a:avLst>
              <a:gd name="adj1" fmla="val 74952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모서리가 둥근 직사각형 5">
            <a:extLst>
              <a:ext uri="{FF2B5EF4-FFF2-40B4-BE49-F238E27FC236}">
                <a16:creationId xmlns:a16="http://schemas.microsoft.com/office/drawing/2014/main" id="{6B161C98-C257-CC0E-D7E4-7F95607E3500}"/>
              </a:ext>
            </a:extLst>
          </p:cNvPr>
          <p:cNvSpPr/>
          <p:nvPr/>
        </p:nvSpPr>
        <p:spPr>
          <a:xfrm>
            <a:off x="2462082" y="3009115"/>
            <a:ext cx="801642" cy="306783"/>
          </a:xfrm>
          <a:prstGeom prst="roundRect">
            <a:avLst>
              <a:gd name="adj" fmla="val 19601"/>
            </a:avLst>
          </a:prstGeom>
          <a:solidFill>
            <a:schemeClr val="accent3">
              <a:lumMod val="20000"/>
              <a:lumOff val="8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Route Match</a:t>
            </a:r>
            <a:endParaRPr kumimoji="1" lang="ko-KR" altLang="en-US" sz="800">
              <a:solidFill>
                <a:schemeClr val="tx1"/>
              </a:solidFill>
            </a:endParaRPr>
          </a:p>
        </p:txBody>
      </p:sp>
      <p:cxnSp>
        <p:nvCxnSpPr>
          <p:cNvPr id="31" name="직선 화살표 연결선 30">
            <a:extLst>
              <a:ext uri="{FF2B5EF4-FFF2-40B4-BE49-F238E27FC236}">
                <a16:creationId xmlns:a16="http://schemas.microsoft.com/office/drawing/2014/main" id="{120C8C87-99E9-A0E6-685C-AA8537EEF43A}"/>
              </a:ext>
            </a:extLst>
          </p:cNvPr>
          <p:cNvCxnSpPr>
            <a:cxnSpLocks/>
            <a:stCxn id="47" idx="2"/>
            <a:endCxn id="6" idx="0"/>
          </p:cNvCxnSpPr>
          <p:nvPr/>
        </p:nvCxnSpPr>
        <p:spPr>
          <a:xfrm flipH="1">
            <a:off x="2862903" y="2851070"/>
            <a:ext cx="1720" cy="158045"/>
          </a:xfrm>
          <a:prstGeom prst="straightConnector1">
            <a:avLst/>
          </a:prstGeom>
          <a:ln w="127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직선 화살표 연결선 61">
            <a:extLst>
              <a:ext uri="{FF2B5EF4-FFF2-40B4-BE49-F238E27FC236}">
                <a16:creationId xmlns:a16="http://schemas.microsoft.com/office/drawing/2014/main" id="{E82FCB66-0E3F-59D3-4436-2B9BCE87B9BC}"/>
              </a:ext>
            </a:extLst>
          </p:cNvPr>
          <p:cNvCxnSpPr>
            <a:cxnSpLocks/>
            <a:stCxn id="6" idx="2"/>
            <a:endCxn id="9" idx="0"/>
          </p:cNvCxnSpPr>
          <p:nvPr/>
        </p:nvCxnSpPr>
        <p:spPr>
          <a:xfrm>
            <a:off x="2862903" y="3315898"/>
            <a:ext cx="4282" cy="339092"/>
          </a:xfrm>
          <a:prstGeom prst="straightConnector1">
            <a:avLst/>
          </a:prstGeom>
          <a:ln w="127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509972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4798B2-BEF3-EBF2-A9DE-81B629C340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589648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DADEDB-F7AD-B7A9-E11F-C7A8B68DEF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모서리가 둥근 직사각형 1">
            <a:extLst>
              <a:ext uri="{FF2B5EF4-FFF2-40B4-BE49-F238E27FC236}">
                <a16:creationId xmlns:a16="http://schemas.microsoft.com/office/drawing/2014/main" id="{6C821F04-D622-89AF-DD30-BA474C21D4F8}"/>
              </a:ext>
            </a:extLst>
          </p:cNvPr>
          <p:cNvSpPr/>
          <p:nvPr/>
        </p:nvSpPr>
        <p:spPr>
          <a:xfrm>
            <a:off x="781801" y="386352"/>
            <a:ext cx="970252" cy="427639"/>
          </a:xfrm>
          <a:prstGeom prst="roundRect">
            <a:avLst>
              <a:gd name="adj" fmla="val 12191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Downstream</a:t>
            </a:r>
          </a:p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(Client)</a:t>
            </a:r>
            <a:endParaRPr kumimoji="1" lang="ko-KR" altLang="en-US" sz="800">
              <a:solidFill>
                <a:schemeClr val="tx1"/>
              </a:solidFill>
            </a:endParaRPr>
          </a:p>
        </p:txBody>
      </p:sp>
      <p:sp>
        <p:nvSpPr>
          <p:cNvPr id="4" name="모서리가 둥근 직사각형 3">
            <a:extLst>
              <a:ext uri="{FF2B5EF4-FFF2-40B4-BE49-F238E27FC236}">
                <a16:creationId xmlns:a16="http://schemas.microsoft.com/office/drawing/2014/main" id="{54DDDCF0-526F-42F9-766B-A4A68AF977DB}"/>
              </a:ext>
            </a:extLst>
          </p:cNvPr>
          <p:cNvSpPr/>
          <p:nvPr/>
        </p:nvSpPr>
        <p:spPr>
          <a:xfrm>
            <a:off x="1923898" y="376238"/>
            <a:ext cx="5921044" cy="4616781"/>
          </a:xfrm>
          <a:prstGeom prst="roundRect">
            <a:avLst>
              <a:gd name="adj" fmla="val 2047"/>
            </a:avLst>
          </a:prstGeom>
          <a:solidFill>
            <a:schemeClr val="bg1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r"/>
            <a:r>
              <a:rPr kumimoji="1" lang="en-US" altLang="ko-KR" sz="900" b="1">
                <a:solidFill>
                  <a:schemeClr val="tx1"/>
                </a:solidFill>
              </a:rPr>
              <a:t>Worker Thread</a:t>
            </a:r>
            <a:endParaRPr kumimoji="1" lang="ko-KR" altLang="en-US" sz="900" b="1">
              <a:solidFill>
                <a:schemeClr val="tx1"/>
              </a:solidFill>
            </a:endParaRPr>
          </a:p>
        </p:txBody>
      </p:sp>
      <p:sp>
        <p:nvSpPr>
          <p:cNvPr id="5" name="모서리가 둥근 직사각형 4">
            <a:extLst>
              <a:ext uri="{FF2B5EF4-FFF2-40B4-BE49-F238E27FC236}">
                <a16:creationId xmlns:a16="http://schemas.microsoft.com/office/drawing/2014/main" id="{5D71B6F9-DE3E-0585-2ED6-8441A50BEE38}"/>
              </a:ext>
            </a:extLst>
          </p:cNvPr>
          <p:cNvSpPr/>
          <p:nvPr/>
        </p:nvSpPr>
        <p:spPr>
          <a:xfrm>
            <a:off x="2099365" y="446781"/>
            <a:ext cx="2109166" cy="306783"/>
          </a:xfrm>
          <a:prstGeom prst="roundRect">
            <a:avLst>
              <a:gd name="adj" fmla="val 12191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Listener Selected</a:t>
            </a:r>
            <a:r>
              <a:rPr kumimoji="1" lang="ko-KR" altLang="en-US" sz="800">
                <a:solidFill>
                  <a:schemeClr val="tx1"/>
                </a:solidFill>
              </a:rPr>
              <a:t> </a:t>
            </a:r>
            <a:r>
              <a:rPr kumimoji="1" lang="en-US" altLang="ko-KR" sz="800" b="1" u="sng">
                <a:solidFill>
                  <a:schemeClr val="tx1"/>
                </a:solidFill>
              </a:rPr>
              <a:t>by Port, IP, Protocol</a:t>
            </a:r>
          </a:p>
        </p:txBody>
      </p:sp>
      <p:cxnSp>
        <p:nvCxnSpPr>
          <p:cNvPr id="8" name="직선 화살표 연결선 7">
            <a:extLst>
              <a:ext uri="{FF2B5EF4-FFF2-40B4-BE49-F238E27FC236}">
                <a16:creationId xmlns:a16="http://schemas.microsoft.com/office/drawing/2014/main" id="{D52126A5-78A0-D5BB-8669-46E8916131AA}"/>
              </a:ext>
            </a:extLst>
          </p:cNvPr>
          <p:cNvCxnSpPr>
            <a:cxnSpLocks/>
            <a:stCxn id="2" idx="3"/>
          </p:cNvCxnSpPr>
          <p:nvPr/>
        </p:nvCxnSpPr>
        <p:spPr>
          <a:xfrm>
            <a:off x="1752053" y="600172"/>
            <a:ext cx="347312" cy="0"/>
          </a:xfrm>
          <a:prstGeom prst="straightConnector1">
            <a:avLst/>
          </a:prstGeom>
          <a:ln w="127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모서리가 둥근 직사각형 36">
            <a:extLst>
              <a:ext uri="{FF2B5EF4-FFF2-40B4-BE49-F238E27FC236}">
                <a16:creationId xmlns:a16="http://schemas.microsoft.com/office/drawing/2014/main" id="{6ECFE251-0F73-714C-AF35-2A650C7394DF}"/>
              </a:ext>
            </a:extLst>
          </p:cNvPr>
          <p:cNvSpPr/>
          <p:nvPr/>
        </p:nvSpPr>
        <p:spPr>
          <a:xfrm>
            <a:off x="2014062" y="843557"/>
            <a:ext cx="4378494" cy="4063941"/>
          </a:xfrm>
          <a:prstGeom prst="roundRect">
            <a:avLst>
              <a:gd name="adj" fmla="val 1832"/>
            </a:avLst>
          </a:prstGeom>
          <a:solidFill>
            <a:schemeClr val="bg1"/>
          </a:solidFill>
          <a:ln w="12700"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kumimoji="1" lang="en-US" altLang="ko-KR" sz="900">
                <a:solidFill>
                  <a:schemeClr val="tx1"/>
                </a:solidFill>
              </a:rPr>
              <a:t>Per Downstream Connection Instances</a:t>
            </a:r>
            <a:endParaRPr kumimoji="1" lang="ko-KR" altLang="en-US" sz="900">
              <a:solidFill>
                <a:schemeClr val="tx1"/>
              </a:solidFill>
            </a:endParaRPr>
          </a:p>
        </p:txBody>
      </p:sp>
      <p:sp>
        <p:nvSpPr>
          <p:cNvPr id="7" name="모서리가 둥근 직사각형 6">
            <a:extLst>
              <a:ext uri="{FF2B5EF4-FFF2-40B4-BE49-F238E27FC236}">
                <a16:creationId xmlns:a16="http://schemas.microsoft.com/office/drawing/2014/main" id="{F53AB93E-7397-567D-DB02-1C955D5AA131}"/>
              </a:ext>
            </a:extLst>
          </p:cNvPr>
          <p:cNvSpPr/>
          <p:nvPr/>
        </p:nvSpPr>
        <p:spPr>
          <a:xfrm>
            <a:off x="3177762" y="1148273"/>
            <a:ext cx="3135890" cy="639298"/>
          </a:xfrm>
          <a:prstGeom prst="roundRect">
            <a:avLst>
              <a:gd name="adj" fmla="val 11036"/>
            </a:avLst>
          </a:prstGeom>
          <a:solidFill>
            <a:schemeClr val="bg2"/>
          </a:solidFill>
          <a:ln w="12700"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kumimoji="1" lang="en-US" altLang="ko-KR" sz="900">
                <a:solidFill>
                  <a:schemeClr val="tx1"/>
                </a:solidFill>
              </a:rPr>
              <a:t>Listener's Listener Filters</a:t>
            </a:r>
            <a:endParaRPr kumimoji="1" lang="ko-KR" altLang="en-US" sz="900">
              <a:solidFill>
                <a:schemeClr val="tx1"/>
              </a:solidFill>
            </a:endParaRPr>
          </a:p>
        </p:txBody>
      </p:sp>
      <p:sp>
        <p:nvSpPr>
          <p:cNvPr id="41" name="모서리가 둥근 직사각형 40">
            <a:extLst>
              <a:ext uri="{FF2B5EF4-FFF2-40B4-BE49-F238E27FC236}">
                <a16:creationId xmlns:a16="http://schemas.microsoft.com/office/drawing/2014/main" id="{5ACDD2C1-1EE1-AFB5-1DB9-FBD88E6ED136}"/>
              </a:ext>
            </a:extLst>
          </p:cNvPr>
          <p:cNvSpPr/>
          <p:nvPr/>
        </p:nvSpPr>
        <p:spPr>
          <a:xfrm>
            <a:off x="2103410" y="2021680"/>
            <a:ext cx="4210242" cy="2808313"/>
          </a:xfrm>
          <a:prstGeom prst="roundRect">
            <a:avLst>
              <a:gd name="adj" fmla="val 2818"/>
            </a:avLst>
          </a:prstGeom>
          <a:solidFill>
            <a:schemeClr val="bg2"/>
          </a:solidFill>
          <a:ln w="12700"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kumimoji="1" lang="en-US" altLang="ko-KR" sz="900">
                <a:solidFill>
                  <a:schemeClr val="tx1"/>
                </a:solidFill>
              </a:rPr>
              <a:t>Network Filters Selected</a:t>
            </a:r>
            <a:r>
              <a:rPr kumimoji="1" lang="ko-KR" altLang="en-US" sz="900">
                <a:solidFill>
                  <a:schemeClr val="tx1"/>
                </a:solidFill>
              </a:rPr>
              <a:t> </a:t>
            </a:r>
            <a:r>
              <a:rPr kumimoji="1" lang="en-US" altLang="ko-KR" sz="900" b="1" u="sng">
                <a:solidFill>
                  <a:schemeClr val="tx1"/>
                </a:solidFill>
              </a:rPr>
              <a:t>by SNI, ALPN </a:t>
            </a:r>
            <a:endParaRPr kumimoji="1" lang="ko-KR" altLang="en-US" sz="900" b="1" u="sng">
              <a:solidFill>
                <a:schemeClr val="tx1"/>
              </a:solidFill>
            </a:endParaRPr>
          </a:p>
        </p:txBody>
      </p:sp>
      <p:sp>
        <p:nvSpPr>
          <p:cNvPr id="42" name="모서리가 둥근 직사각형 41">
            <a:extLst>
              <a:ext uri="{FF2B5EF4-FFF2-40B4-BE49-F238E27FC236}">
                <a16:creationId xmlns:a16="http://schemas.microsoft.com/office/drawing/2014/main" id="{EAFDAD3E-B90F-3B85-BD60-A8AE4B2A5303}"/>
              </a:ext>
            </a:extLst>
          </p:cNvPr>
          <p:cNvSpPr/>
          <p:nvPr/>
        </p:nvSpPr>
        <p:spPr>
          <a:xfrm>
            <a:off x="2190779" y="2710165"/>
            <a:ext cx="4037654" cy="2042715"/>
          </a:xfrm>
          <a:prstGeom prst="roundRect">
            <a:avLst>
              <a:gd name="adj" fmla="val 5488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r"/>
            <a:r>
              <a:rPr kumimoji="1" lang="en-US" altLang="ko-KR" sz="800" b="1" u="sng">
                <a:solidFill>
                  <a:schemeClr val="tx1"/>
                </a:solidFill>
              </a:rPr>
              <a:t>HCM</a:t>
            </a:r>
            <a:r>
              <a:rPr kumimoji="1" lang="en-US" altLang="ko-KR" sz="800">
                <a:solidFill>
                  <a:schemeClr val="tx1"/>
                </a:solidFill>
              </a:rPr>
              <a:t> (HTTP Connection Manager) </a:t>
            </a:r>
          </a:p>
          <a:p>
            <a:pPr algn="r"/>
            <a:r>
              <a:rPr kumimoji="1" lang="en-US" altLang="ko-KR" sz="800">
                <a:solidFill>
                  <a:schemeClr val="tx1"/>
                </a:solidFill>
              </a:rPr>
              <a:t>/ Terminator Filter</a:t>
            </a:r>
            <a:endParaRPr kumimoji="1" lang="ko-KR" altLang="en-US" sz="800">
              <a:solidFill>
                <a:schemeClr val="tx1"/>
              </a:solidFill>
            </a:endParaRPr>
          </a:p>
        </p:txBody>
      </p:sp>
      <p:sp>
        <p:nvSpPr>
          <p:cNvPr id="43" name="모서리가 둥근 직사각형 42">
            <a:extLst>
              <a:ext uri="{FF2B5EF4-FFF2-40B4-BE49-F238E27FC236}">
                <a16:creationId xmlns:a16="http://schemas.microsoft.com/office/drawing/2014/main" id="{7A0BDEC0-D7A9-C5DC-565F-F93BCA4694D3}"/>
              </a:ext>
            </a:extLst>
          </p:cNvPr>
          <p:cNvSpPr/>
          <p:nvPr/>
        </p:nvSpPr>
        <p:spPr>
          <a:xfrm>
            <a:off x="3357434" y="2305918"/>
            <a:ext cx="801642" cy="306783"/>
          </a:xfrm>
          <a:prstGeom prst="roundRect">
            <a:avLst>
              <a:gd name="adj" fmla="val 19601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RBAC (L4)</a:t>
            </a:r>
            <a:endParaRPr kumimoji="1" lang="ko-KR" altLang="en-US" sz="800">
              <a:solidFill>
                <a:schemeClr val="tx1"/>
              </a:solidFill>
            </a:endParaRPr>
          </a:p>
        </p:txBody>
      </p:sp>
      <p:sp>
        <p:nvSpPr>
          <p:cNvPr id="44" name="모서리가 둥근 직사각형 43">
            <a:extLst>
              <a:ext uri="{FF2B5EF4-FFF2-40B4-BE49-F238E27FC236}">
                <a16:creationId xmlns:a16="http://schemas.microsoft.com/office/drawing/2014/main" id="{DBE51FF5-00AA-1E5B-9A70-73DC7D326DA3}"/>
              </a:ext>
            </a:extLst>
          </p:cNvPr>
          <p:cNvSpPr/>
          <p:nvPr/>
        </p:nvSpPr>
        <p:spPr>
          <a:xfrm>
            <a:off x="2194891" y="2305917"/>
            <a:ext cx="801642" cy="306783"/>
          </a:xfrm>
          <a:prstGeom prst="roundRect">
            <a:avLst>
              <a:gd name="adj" fmla="val 19601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Connection</a:t>
            </a:r>
          </a:p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Limit</a:t>
            </a:r>
            <a:endParaRPr kumimoji="1" lang="ko-KR" altLang="en-US" sz="800">
              <a:solidFill>
                <a:schemeClr val="tx1"/>
              </a:solidFill>
            </a:endParaRPr>
          </a:p>
        </p:txBody>
      </p:sp>
      <p:sp>
        <p:nvSpPr>
          <p:cNvPr id="45" name="모서리가 둥근 직사각형 44">
            <a:extLst>
              <a:ext uri="{FF2B5EF4-FFF2-40B4-BE49-F238E27FC236}">
                <a16:creationId xmlns:a16="http://schemas.microsoft.com/office/drawing/2014/main" id="{8D6617A3-29A5-4D03-E499-233404C3B3D5}"/>
              </a:ext>
            </a:extLst>
          </p:cNvPr>
          <p:cNvSpPr/>
          <p:nvPr/>
        </p:nvSpPr>
        <p:spPr>
          <a:xfrm>
            <a:off x="5313839" y="2305916"/>
            <a:ext cx="801642" cy="306783"/>
          </a:xfrm>
          <a:prstGeom prst="roundRect">
            <a:avLst>
              <a:gd name="adj" fmla="val 19601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Local Rate Limit (L4)</a:t>
            </a:r>
            <a:endParaRPr kumimoji="1" lang="ko-KR" altLang="en-US" sz="800">
              <a:solidFill>
                <a:schemeClr val="tx1"/>
              </a:solidFill>
            </a:endParaRPr>
          </a:p>
        </p:txBody>
      </p:sp>
      <p:sp>
        <p:nvSpPr>
          <p:cNvPr id="34" name="모서리가 둥근 직사각형 33">
            <a:extLst>
              <a:ext uri="{FF2B5EF4-FFF2-40B4-BE49-F238E27FC236}">
                <a16:creationId xmlns:a16="http://schemas.microsoft.com/office/drawing/2014/main" id="{21B6F068-AB08-BB9C-AAC1-C3172156FCAD}"/>
              </a:ext>
            </a:extLst>
          </p:cNvPr>
          <p:cNvSpPr/>
          <p:nvPr/>
        </p:nvSpPr>
        <p:spPr>
          <a:xfrm>
            <a:off x="5423907" y="1400875"/>
            <a:ext cx="801642" cy="306783"/>
          </a:xfrm>
          <a:prstGeom prst="roundRect">
            <a:avLst>
              <a:gd name="adj" fmla="val 19601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TLS Inspector</a:t>
            </a:r>
            <a:endParaRPr kumimoji="1" lang="ko-KR" altLang="en-US" sz="800">
              <a:solidFill>
                <a:schemeClr val="tx1"/>
              </a:solidFill>
            </a:endParaRPr>
          </a:p>
        </p:txBody>
      </p:sp>
      <p:sp>
        <p:nvSpPr>
          <p:cNvPr id="35" name="모서리가 둥근 직사각형 34">
            <a:extLst>
              <a:ext uri="{FF2B5EF4-FFF2-40B4-BE49-F238E27FC236}">
                <a16:creationId xmlns:a16="http://schemas.microsoft.com/office/drawing/2014/main" id="{1AFA0E21-7F6A-C623-1611-BDFDD209227C}"/>
              </a:ext>
            </a:extLst>
          </p:cNvPr>
          <p:cNvSpPr/>
          <p:nvPr/>
        </p:nvSpPr>
        <p:spPr>
          <a:xfrm>
            <a:off x="4450420" y="1402639"/>
            <a:ext cx="801642" cy="306783"/>
          </a:xfrm>
          <a:prstGeom prst="roundRect">
            <a:avLst>
              <a:gd name="adj" fmla="val 19601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Proxy</a:t>
            </a:r>
          </a:p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Protocol</a:t>
            </a:r>
            <a:endParaRPr kumimoji="1" lang="ko-KR" altLang="en-US" sz="800">
              <a:solidFill>
                <a:schemeClr val="tx1"/>
              </a:solidFill>
            </a:endParaRPr>
          </a:p>
        </p:txBody>
      </p:sp>
      <p:sp>
        <p:nvSpPr>
          <p:cNvPr id="36" name="모서리가 둥근 직사각형 35">
            <a:extLst>
              <a:ext uri="{FF2B5EF4-FFF2-40B4-BE49-F238E27FC236}">
                <a16:creationId xmlns:a16="http://schemas.microsoft.com/office/drawing/2014/main" id="{C0FA4307-5706-5A26-D627-FEA793D748CE}"/>
              </a:ext>
            </a:extLst>
          </p:cNvPr>
          <p:cNvSpPr/>
          <p:nvPr/>
        </p:nvSpPr>
        <p:spPr>
          <a:xfrm>
            <a:off x="3263724" y="1402639"/>
            <a:ext cx="801642" cy="306783"/>
          </a:xfrm>
          <a:prstGeom prst="roundRect">
            <a:avLst>
              <a:gd name="adj" fmla="val 19601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Original</a:t>
            </a:r>
          </a:p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Dst</a:t>
            </a:r>
            <a:endParaRPr kumimoji="1" lang="ko-KR" altLang="en-US" sz="800">
              <a:solidFill>
                <a:schemeClr val="tx1"/>
              </a:solidFill>
            </a:endParaRPr>
          </a:p>
        </p:txBody>
      </p:sp>
      <p:sp>
        <p:nvSpPr>
          <p:cNvPr id="47" name="모서리가 둥근 직사각형 46">
            <a:extLst>
              <a:ext uri="{FF2B5EF4-FFF2-40B4-BE49-F238E27FC236}">
                <a16:creationId xmlns:a16="http://schemas.microsoft.com/office/drawing/2014/main" id="{73F7D757-05D9-0C80-E2DB-1207903BD4E4}"/>
              </a:ext>
            </a:extLst>
          </p:cNvPr>
          <p:cNvSpPr/>
          <p:nvPr/>
        </p:nvSpPr>
        <p:spPr>
          <a:xfrm>
            <a:off x="2280819" y="2797047"/>
            <a:ext cx="801642" cy="306783"/>
          </a:xfrm>
          <a:prstGeom prst="roundRect">
            <a:avLst>
              <a:gd name="adj" fmla="val 19601"/>
            </a:avLst>
          </a:prstGeom>
          <a:solidFill>
            <a:schemeClr val="accent3">
              <a:lumMod val="20000"/>
              <a:lumOff val="8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HTTP Codec</a:t>
            </a:r>
            <a:endParaRPr kumimoji="1" lang="ko-KR" altLang="en-US" sz="800">
              <a:solidFill>
                <a:schemeClr val="tx1"/>
              </a:solidFill>
            </a:endParaRPr>
          </a:p>
        </p:txBody>
      </p:sp>
      <p:sp>
        <p:nvSpPr>
          <p:cNvPr id="38" name="타원 37">
            <a:extLst>
              <a:ext uri="{FF2B5EF4-FFF2-40B4-BE49-F238E27FC236}">
                <a16:creationId xmlns:a16="http://schemas.microsoft.com/office/drawing/2014/main" id="{7490D8B1-9EE5-0374-2E93-7E3A83E4E58D}"/>
              </a:ext>
            </a:extLst>
          </p:cNvPr>
          <p:cNvSpPr/>
          <p:nvPr/>
        </p:nvSpPr>
        <p:spPr>
          <a:xfrm flipH="1" flipV="1">
            <a:off x="4120335" y="1429246"/>
            <a:ext cx="51681" cy="45719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39" name="타원 38">
            <a:extLst>
              <a:ext uri="{FF2B5EF4-FFF2-40B4-BE49-F238E27FC236}">
                <a16:creationId xmlns:a16="http://schemas.microsoft.com/office/drawing/2014/main" id="{46DA6BE6-F7E8-16A6-3CE0-F07A7EFD7ACB}"/>
              </a:ext>
            </a:extLst>
          </p:cNvPr>
          <p:cNvSpPr/>
          <p:nvPr/>
        </p:nvSpPr>
        <p:spPr>
          <a:xfrm flipH="1" flipV="1">
            <a:off x="4216166" y="1429719"/>
            <a:ext cx="51681" cy="45719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40" name="타원 39">
            <a:extLst>
              <a:ext uri="{FF2B5EF4-FFF2-40B4-BE49-F238E27FC236}">
                <a16:creationId xmlns:a16="http://schemas.microsoft.com/office/drawing/2014/main" id="{FB7EB773-2858-AD88-9D81-55C94620B7F2}"/>
              </a:ext>
            </a:extLst>
          </p:cNvPr>
          <p:cNvSpPr/>
          <p:nvPr/>
        </p:nvSpPr>
        <p:spPr>
          <a:xfrm flipH="1" flipV="1">
            <a:off x="4311996" y="1429245"/>
            <a:ext cx="51681" cy="45719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50" name="모서리가 둥근 직사각형 49">
            <a:extLst>
              <a:ext uri="{FF2B5EF4-FFF2-40B4-BE49-F238E27FC236}">
                <a16:creationId xmlns:a16="http://schemas.microsoft.com/office/drawing/2014/main" id="{AEBA10A0-AADD-B189-6042-DCD3DCE19B9A}"/>
              </a:ext>
            </a:extLst>
          </p:cNvPr>
          <p:cNvSpPr/>
          <p:nvPr/>
        </p:nvSpPr>
        <p:spPr>
          <a:xfrm>
            <a:off x="2280818" y="3161120"/>
            <a:ext cx="3865553" cy="1521424"/>
          </a:xfrm>
          <a:prstGeom prst="roundRect">
            <a:avLst>
              <a:gd name="adj" fmla="val 6920"/>
            </a:avLst>
          </a:prstGeom>
          <a:noFill/>
          <a:ln w="12700"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r"/>
            <a:r>
              <a:rPr kumimoji="1" lang="en-US" altLang="ko-KR" sz="800">
                <a:solidFill>
                  <a:schemeClr val="tx1"/>
                </a:solidFill>
              </a:rPr>
              <a:t>Per Downstream Request/Stream Instances</a:t>
            </a:r>
            <a:endParaRPr kumimoji="1" lang="ko-KR" altLang="en-US" sz="800">
              <a:solidFill>
                <a:schemeClr val="tx1"/>
              </a:solidFill>
            </a:endParaRPr>
          </a:p>
        </p:txBody>
      </p:sp>
      <p:sp>
        <p:nvSpPr>
          <p:cNvPr id="51" name="모서리가 둥근 직사각형 50">
            <a:extLst>
              <a:ext uri="{FF2B5EF4-FFF2-40B4-BE49-F238E27FC236}">
                <a16:creationId xmlns:a16="http://schemas.microsoft.com/office/drawing/2014/main" id="{9246FFD6-E60A-C85E-046B-371F53839B28}"/>
              </a:ext>
            </a:extLst>
          </p:cNvPr>
          <p:cNvSpPr/>
          <p:nvPr/>
        </p:nvSpPr>
        <p:spPr>
          <a:xfrm>
            <a:off x="2370857" y="3446726"/>
            <a:ext cx="3687591" cy="1147893"/>
          </a:xfrm>
          <a:prstGeom prst="roundRect">
            <a:avLst>
              <a:gd name="adj" fmla="val 7615"/>
            </a:avLst>
          </a:prstGeom>
          <a:solidFill>
            <a:schemeClr val="bg2"/>
          </a:solidFill>
          <a:ln w="12700"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Downstream HTTP Filters</a:t>
            </a:r>
            <a:endParaRPr kumimoji="1" lang="ko-KR" altLang="en-US" sz="800">
              <a:solidFill>
                <a:schemeClr val="tx1"/>
              </a:solidFill>
            </a:endParaRPr>
          </a:p>
        </p:txBody>
      </p:sp>
      <p:sp>
        <p:nvSpPr>
          <p:cNvPr id="52" name="모서리가 둥근 직사각형 51">
            <a:extLst>
              <a:ext uri="{FF2B5EF4-FFF2-40B4-BE49-F238E27FC236}">
                <a16:creationId xmlns:a16="http://schemas.microsoft.com/office/drawing/2014/main" id="{01170CFF-749A-91C9-48A0-955C4275FF8D}"/>
              </a:ext>
            </a:extLst>
          </p:cNvPr>
          <p:cNvSpPr/>
          <p:nvPr/>
        </p:nvSpPr>
        <p:spPr>
          <a:xfrm>
            <a:off x="5164717" y="3709121"/>
            <a:ext cx="801642" cy="306783"/>
          </a:xfrm>
          <a:prstGeom prst="roundRect">
            <a:avLst>
              <a:gd name="adj" fmla="val 19601"/>
            </a:avLst>
          </a:prstGeom>
          <a:solidFill>
            <a:schemeClr val="accent3">
              <a:lumMod val="20000"/>
              <a:lumOff val="8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Rate Limit</a:t>
            </a:r>
            <a:endParaRPr kumimoji="1" lang="ko-KR" altLang="en-US" sz="800">
              <a:solidFill>
                <a:schemeClr val="tx1"/>
              </a:solidFill>
            </a:endParaRPr>
          </a:p>
        </p:txBody>
      </p:sp>
      <p:sp>
        <p:nvSpPr>
          <p:cNvPr id="53" name="타원 52">
            <a:extLst>
              <a:ext uri="{FF2B5EF4-FFF2-40B4-BE49-F238E27FC236}">
                <a16:creationId xmlns:a16="http://schemas.microsoft.com/office/drawing/2014/main" id="{E14DB7E1-D98C-0F04-88A6-9EF3F60A53ED}"/>
              </a:ext>
            </a:extLst>
          </p:cNvPr>
          <p:cNvSpPr/>
          <p:nvPr/>
        </p:nvSpPr>
        <p:spPr>
          <a:xfrm flipH="1" flipV="1">
            <a:off x="3056260" y="2335529"/>
            <a:ext cx="51681" cy="45719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54" name="타원 53">
            <a:extLst>
              <a:ext uri="{FF2B5EF4-FFF2-40B4-BE49-F238E27FC236}">
                <a16:creationId xmlns:a16="http://schemas.microsoft.com/office/drawing/2014/main" id="{3DF9B559-2D08-E6A3-5CCB-ABF8DF9FDBEA}"/>
              </a:ext>
            </a:extLst>
          </p:cNvPr>
          <p:cNvSpPr/>
          <p:nvPr/>
        </p:nvSpPr>
        <p:spPr>
          <a:xfrm flipH="1" flipV="1">
            <a:off x="3152091" y="2336002"/>
            <a:ext cx="51681" cy="45719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55" name="타원 54">
            <a:extLst>
              <a:ext uri="{FF2B5EF4-FFF2-40B4-BE49-F238E27FC236}">
                <a16:creationId xmlns:a16="http://schemas.microsoft.com/office/drawing/2014/main" id="{8484D57F-9C41-C118-78D6-94E3CC5F24EC}"/>
              </a:ext>
            </a:extLst>
          </p:cNvPr>
          <p:cNvSpPr/>
          <p:nvPr/>
        </p:nvSpPr>
        <p:spPr>
          <a:xfrm flipH="1" flipV="1">
            <a:off x="3247921" y="2335528"/>
            <a:ext cx="51681" cy="45719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56" name="모서리가 둥근 직사각형 55">
            <a:extLst>
              <a:ext uri="{FF2B5EF4-FFF2-40B4-BE49-F238E27FC236}">
                <a16:creationId xmlns:a16="http://schemas.microsoft.com/office/drawing/2014/main" id="{EEA68AA7-50C7-5B36-D945-E898B4F96C92}"/>
              </a:ext>
            </a:extLst>
          </p:cNvPr>
          <p:cNvSpPr/>
          <p:nvPr/>
        </p:nvSpPr>
        <p:spPr>
          <a:xfrm>
            <a:off x="2099365" y="1363300"/>
            <a:ext cx="1008576" cy="427640"/>
          </a:xfrm>
          <a:prstGeom prst="roundRect">
            <a:avLst>
              <a:gd name="adj" fmla="val 12191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Downstream Transport Socket</a:t>
            </a:r>
            <a:endParaRPr kumimoji="1" lang="ko-KR" altLang="en-US" sz="800">
              <a:solidFill>
                <a:schemeClr val="tx1"/>
              </a:solidFill>
            </a:endParaRPr>
          </a:p>
        </p:txBody>
      </p:sp>
      <p:sp>
        <p:nvSpPr>
          <p:cNvPr id="9" name="모서리가 둥근 직사각형 8">
            <a:extLst>
              <a:ext uri="{FF2B5EF4-FFF2-40B4-BE49-F238E27FC236}">
                <a16:creationId xmlns:a16="http://schemas.microsoft.com/office/drawing/2014/main" id="{5DEFE278-FA1D-99B0-0ED1-92227E693267}"/>
              </a:ext>
            </a:extLst>
          </p:cNvPr>
          <p:cNvSpPr/>
          <p:nvPr/>
        </p:nvSpPr>
        <p:spPr>
          <a:xfrm>
            <a:off x="2466364" y="3709122"/>
            <a:ext cx="801642" cy="306783"/>
          </a:xfrm>
          <a:prstGeom prst="roundRect">
            <a:avLst>
              <a:gd name="adj" fmla="val 19601"/>
            </a:avLst>
          </a:prstGeom>
          <a:solidFill>
            <a:schemeClr val="accent3">
              <a:lumMod val="20000"/>
              <a:lumOff val="8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CORS</a:t>
            </a:r>
            <a:endParaRPr kumimoji="1" lang="ko-KR" altLang="en-US" sz="800">
              <a:solidFill>
                <a:schemeClr val="tx1"/>
              </a:solidFill>
            </a:endParaRPr>
          </a:p>
        </p:txBody>
      </p:sp>
      <p:cxnSp>
        <p:nvCxnSpPr>
          <p:cNvPr id="10" name="직선 화살표 연결선 9">
            <a:extLst>
              <a:ext uri="{FF2B5EF4-FFF2-40B4-BE49-F238E27FC236}">
                <a16:creationId xmlns:a16="http://schemas.microsoft.com/office/drawing/2014/main" id="{83294909-3A17-952D-7EF1-28189CD163B0}"/>
              </a:ext>
            </a:extLst>
          </p:cNvPr>
          <p:cNvCxnSpPr>
            <a:cxnSpLocks/>
            <a:stCxn id="44" idx="3"/>
            <a:endCxn id="43" idx="1"/>
          </p:cNvCxnSpPr>
          <p:nvPr/>
        </p:nvCxnSpPr>
        <p:spPr>
          <a:xfrm>
            <a:off x="2996533" y="2459309"/>
            <a:ext cx="360901" cy="1"/>
          </a:xfrm>
          <a:prstGeom prst="straightConnector1">
            <a:avLst/>
          </a:prstGeom>
          <a:ln w="127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직선 화살표 연결선 12">
            <a:extLst>
              <a:ext uri="{FF2B5EF4-FFF2-40B4-BE49-F238E27FC236}">
                <a16:creationId xmlns:a16="http://schemas.microsoft.com/office/drawing/2014/main" id="{97FB8DA6-A270-D523-40A7-0DE3A76190D9}"/>
              </a:ext>
            </a:extLst>
          </p:cNvPr>
          <p:cNvCxnSpPr>
            <a:cxnSpLocks/>
            <a:stCxn id="43" idx="3"/>
            <a:endCxn id="21" idx="1"/>
          </p:cNvCxnSpPr>
          <p:nvPr/>
        </p:nvCxnSpPr>
        <p:spPr>
          <a:xfrm flipV="1">
            <a:off x="4159076" y="2459308"/>
            <a:ext cx="176506" cy="2"/>
          </a:xfrm>
          <a:prstGeom prst="straightConnector1">
            <a:avLst/>
          </a:prstGeom>
          <a:ln w="127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모서리가 둥근 직사각형 16">
            <a:extLst>
              <a:ext uri="{FF2B5EF4-FFF2-40B4-BE49-F238E27FC236}">
                <a16:creationId xmlns:a16="http://schemas.microsoft.com/office/drawing/2014/main" id="{912045E5-9AFA-7CFC-0B4B-23E9A572644D}"/>
              </a:ext>
            </a:extLst>
          </p:cNvPr>
          <p:cNvSpPr/>
          <p:nvPr/>
        </p:nvSpPr>
        <p:spPr>
          <a:xfrm>
            <a:off x="4265817" y="3709121"/>
            <a:ext cx="801642" cy="306783"/>
          </a:xfrm>
          <a:prstGeom prst="roundRect">
            <a:avLst>
              <a:gd name="adj" fmla="val 19601"/>
            </a:avLst>
          </a:prstGeom>
          <a:solidFill>
            <a:schemeClr val="accent3">
              <a:lumMod val="20000"/>
              <a:lumOff val="8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RBAC (L7)</a:t>
            </a:r>
            <a:endParaRPr kumimoji="1" lang="ko-KR" altLang="en-US" sz="800">
              <a:solidFill>
                <a:schemeClr val="tx1"/>
              </a:solidFill>
            </a:endParaRPr>
          </a:p>
        </p:txBody>
      </p:sp>
      <p:sp>
        <p:nvSpPr>
          <p:cNvPr id="21" name="모서리가 둥근 직사각형 20">
            <a:extLst>
              <a:ext uri="{FF2B5EF4-FFF2-40B4-BE49-F238E27FC236}">
                <a16:creationId xmlns:a16="http://schemas.microsoft.com/office/drawing/2014/main" id="{B5977D86-3A23-9CDF-19AD-1E62A8B9CB1D}"/>
              </a:ext>
            </a:extLst>
          </p:cNvPr>
          <p:cNvSpPr/>
          <p:nvPr/>
        </p:nvSpPr>
        <p:spPr>
          <a:xfrm>
            <a:off x="4335582" y="2305916"/>
            <a:ext cx="801642" cy="306783"/>
          </a:xfrm>
          <a:prstGeom prst="roundRect">
            <a:avLst>
              <a:gd name="adj" fmla="val 19601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WASM</a:t>
            </a:r>
            <a:endParaRPr kumimoji="1" lang="ko-KR" altLang="en-US" sz="800">
              <a:solidFill>
                <a:schemeClr val="tx1"/>
              </a:solidFill>
            </a:endParaRPr>
          </a:p>
        </p:txBody>
      </p:sp>
      <p:cxnSp>
        <p:nvCxnSpPr>
          <p:cNvPr id="26" name="직선 화살표 연결선 25">
            <a:extLst>
              <a:ext uri="{FF2B5EF4-FFF2-40B4-BE49-F238E27FC236}">
                <a16:creationId xmlns:a16="http://schemas.microsoft.com/office/drawing/2014/main" id="{38DF9950-513A-339B-DF06-25156EEEB16E}"/>
              </a:ext>
            </a:extLst>
          </p:cNvPr>
          <p:cNvCxnSpPr>
            <a:cxnSpLocks/>
            <a:stCxn id="21" idx="3"/>
            <a:endCxn id="45" idx="1"/>
          </p:cNvCxnSpPr>
          <p:nvPr/>
        </p:nvCxnSpPr>
        <p:spPr>
          <a:xfrm>
            <a:off x="5137224" y="2459308"/>
            <a:ext cx="176615" cy="0"/>
          </a:xfrm>
          <a:prstGeom prst="straightConnector1">
            <a:avLst/>
          </a:prstGeom>
          <a:ln w="127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모서리가 둥근 직사각형 28">
            <a:extLst>
              <a:ext uri="{FF2B5EF4-FFF2-40B4-BE49-F238E27FC236}">
                <a16:creationId xmlns:a16="http://schemas.microsoft.com/office/drawing/2014/main" id="{8CCDD3A7-B54E-E8E8-F4C2-A44DDAFF6B66}"/>
              </a:ext>
            </a:extLst>
          </p:cNvPr>
          <p:cNvSpPr/>
          <p:nvPr/>
        </p:nvSpPr>
        <p:spPr>
          <a:xfrm>
            <a:off x="5164717" y="4194052"/>
            <a:ext cx="801642" cy="306783"/>
          </a:xfrm>
          <a:prstGeom prst="roundRect">
            <a:avLst>
              <a:gd name="adj" fmla="val 19601"/>
            </a:avLst>
          </a:prstGeom>
          <a:solidFill>
            <a:schemeClr val="accent3">
              <a:lumMod val="20000"/>
              <a:lumOff val="8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800" b="1" u="sng">
                <a:solidFill>
                  <a:schemeClr val="tx1"/>
                </a:solidFill>
              </a:rPr>
              <a:t>Router</a:t>
            </a:r>
            <a:endParaRPr kumimoji="1" lang="ko-KR" altLang="en-US" sz="800" b="1" u="sng">
              <a:solidFill>
                <a:schemeClr val="tx1"/>
              </a:solidFill>
            </a:endParaRPr>
          </a:p>
        </p:txBody>
      </p:sp>
      <p:sp>
        <p:nvSpPr>
          <p:cNvPr id="32" name="모서리가 둥근 직사각형 31">
            <a:extLst>
              <a:ext uri="{FF2B5EF4-FFF2-40B4-BE49-F238E27FC236}">
                <a16:creationId xmlns:a16="http://schemas.microsoft.com/office/drawing/2014/main" id="{828BFD83-EDF7-1558-F6F4-541790B4705D}"/>
              </a:ext>
            </a:extLst>
          </p:cNvPr>
          <p:cNvSpPr/>
          <p:nvPr/>
        </p:nvSpPr>
        <p:spPr>
          <a:xfrm>
            <a:off x="4265817" y="4187745"/>
            <a:ext cx="801642" cy="306783"/>
          </a:xfrm>
          <a:prstGeom prst="roundRect">
            <a:avLst>
              <a:gd name="adj" fmla="val 19601"/>
            </a:avLst>
          </a:prstGeom>
          <a:solidFill>
            <a:schemeClr val="accent3">
              <a:lumMod val="20000"/>
              <a:lumOff val="8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LUA</a:t>
            </a:r>
            <a:endParaRPr kumimoji="1" lang="ko-KR" altLang="en-US" sz="800">
              <a:solidFill>
                <a:schemeClr val="tx1"/>
              </a:solidFill>
            </a:endParaRPr>
          </a:p>
        </p:txBody>
      </p:sp>
      <p:sp>
        <p:nvSpPr>
          <p:cNvPr id="33" name="모서리가 둥근 직사각형 32">
            <a:extLst>
              <a:ext uri="{FF2B5EF4-FFF2-40B4-BE49-F238E27FC236}">
                <a16:creationId xmlns:a16="http://schemas.microsoft.com/office/drawing/2014/main" id="{79F4AF36-11FA-C89E-8A84-28CAAA794EDB}"/>
              </a:ext>
            </a:extLst>
          </p:cNvPr>
          <p:cNvSpPr/>
          <p:nvPr/>
        </p:nvSpPr>
        <p:spPr>
          <a:xfrm>
            <a:off x="2466364" y="4187191"/>
            <a:ext cx="801642" cy="306783"/>
          </a:xfrm>
          <a:prstGeom prst="roundRect">
            <a:avLst>
              <a:gd name="adj" fmla="val 19601"/>
            </a:avLst>
          </a:prstGeom>
          <a:solidFill>
            <a:schemeClr val="accent3">
              <a:lumMod val="20000"/>
              <a:lumOff val="8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Local Rate Limit (L7)</a:t>
            </a:r>
            <a:endParaRPr kumimoji="1" lang="ko-KR" altLang="en-US" sz="800">
              <a:solidFill>
                <a:schemeClr val="tx1"/>
              </a:solidFill>
            </a:endParaRPr>
          </a:p>
        </p:txBody>
      </p:sp>
      <p:sp>
        <p:nvSpPr>
          <p:cNvPr id="46" name="모서리가 둥근 직사각형 45">
            <a:extLst>
              <a:ext uri="{FF2B5EF4-FFF2-40B4-BE49-F238E27FC236}">
                <a16:creationId xmlns:a16="http://schemas.microsoft.com/office/drawing/2014/main" id="{A1F249C1-2A14-4BC3-7B5F-D9E156A8E265}"/>
              </a:ext>
            </a:extLst>
          </p:cNvPr>
          <p:cNvSpPr/>
          <p:nvPr/>
        </p:nvSpPr>
        <p:spPr>
          <a:xfrm>
            <a:off x="3363512" y="4187745"/>
            <a:ext cx="801642" cy="306783"/>
          </a:xfrm>
          <a:prstGeom prst="roundRect">
            <a:avLst>
              <a:gd name="adj" fmla="val 19601"/>
            </a:avLst>
          </a:prstGeom>
          <a:solidFill>
            <a:schemeClr val="accent3">
              <a:lumMod val="20000"/>
              <a:lumOff val="8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Compressor</a:t>
            </a:r>
            <a:endParaRPr kumimoji="1" lang="ko-KR" altLang="en-US" sz="800">
              <a:solidFill>
                <a:schemeClr val="tx1"/>
              </a:solidFill>
            </a:endParaRPr>
          </a:p>
        </p:txBody>
      </p:sp>
      <p:sp>
        <p:nvSpPr>
          <p:cNvPr id="48" name="타원 47">
            <a:extLst>
              <a:ext uri="{FF2B5EF4-FFF2-40B4-BE49-F238E27FC236}">
                <a16:creationId xmlns:a16="http://schemas.microsoft.com/office/drawing/2014/main" id="{CD9F01AC-90A5-7475-EFE3-5D4295F36B18}"/>
              </a:ext>
            </a:extLst>
          </p:cNvPr>
          <p:cNvSpPr/>
          <p:nvPr/>
        </p:nvSpPr>
        <p:spPr>
          <a:xfrm flipH="1" flipV="1">
            <a:off x="3649356" y="3775689"/>
            <a:ext cx="51681" cy="45719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49" name="타원 48">
            <a:extLst>
              <a:ext uri="{FF2B5EF4-FFF2-40B4-BE49-F238E27FC236}">
                <a16:creationId xmlns:a16="http://schemas.microsoft.com/office/drawing/2014/main" id="{8E04EDF5-7E4D-65AA-E072-9FCA91DEAC82}"/>
              </a:ext>
            </a:extLst>
          </p:cNvPr>
          <p:cNvSpPr/>
          <p:nvPr/>
        </p:nvSpPr>
        <p:spPr>
          <a:xfrm flipH="1" flipV="1">
            <a:off x="3745187" y="3776162"/>
            <a:ext cx="51681" cy="45719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57" name="타원 56">
            <a:extLst>
              <a:ext uri="{FF2B5EF4-FFF2-40B4-BE49-F238E27FC236}">
                <a16:creationId xmlns:a16="http://schemas.microsoft.com/office/drawing/2014/main" id="{961CDD31-79BE-EFBE-8D0F-0712B9F54421}"/>
              </a:ext>
            </a:extLst>
          </p:cNvPr>
          <p:cNvSpPr/>
          <p:nvPr/>
        </p:nvSpPr>
        <p:spPr>
          <a:xfrm flipH="1" flipV="1">
            <a:off x="3841017" y="3775688"/>
            <a:ext cx="51681" cy="45719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cxnSp>
        <p:nvCxnSpPr>
          <p:cNvPr id="58" name="직선 화살표 연결선 57">
            <a:extLst>
              <a:ext uri="{FF2B5EF4-FFF2-40B4-BE49-F238E27FC236}">
                <a16:creationId xmlns:a16="http://schemas.microsoft.com/office/drawing/2014/main" id="{8A305D06-F427-9056-6ABC-006CFE11747E}"/>
              </a:ext>
            </a:extLst>
          </p:cNvPr>
          <p:cNvCxnSpPr>
            <a:cxnSpLocks/>
            <a:stCxn id="36" idx="3"/>
            <a:endCxn id="35" idx="1"/>
          </p:cNvCxnSpPr>
          <p:nvPr/>
        </p:nvCxnSpPr>
        <p:spPr>
          <a:xfrm>
            <a:off x="4065366" y="1556031"/>
            <a:ext cx="385054" cy="0"/>
          </a:xfrm>
          <a:prstGeom prst="straightConnector1">
            <a:avLst/>
          </a:prstGeom>
          <a:ln w="127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직선 화살표 연결선 60">
            <a:extLst>
              <a:ext uri="{FF2B5EF4-FFF2-40B4-BE49-F238E27FC236}">
                <a16:creationId xmlns:a16="http://schemas.microsoft.com/office/drawing/2014/main" id="{E151EC27-5D25-B85C-137F-DA9052172FCF}"/>
              </a:ext>
            </a:extLst>
          </p:cNvPr>
          <p:cNvCxnSpPr>
            <a:cxnSpLocks/>
            <a:stCxn id="35" idx="3"/>
            <a:endCxn id="34" idx="1"/>
          </p:cNvCxnSpPr>
          <p:nvPr/>
        </p:nvCxnSpPr>
        <p:spPr>
          <a:xfrm flipV="1">
            <a:off x="5252062" y="1554267"/>
            <a:ext cx="171845" cy="1764"/>
          </a:xfrm>
          <a:prstGeom prst="straightConnector1">
            <a:avLst/>
          </a:prstGeom>
          <a:ln w="127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모서리가 둥근 직사각형 63">
            <a:extLst>
              <a:ext uri="{FF2B5EF4-FFF2-40B4-BE49-F238E27FC236}">
                <a16:creationId xmlns:a16="http://schemas.microsoft.com/office/drawing/2014/main" id="{A3C04D62-94FB-E88C-3238-5DF64A81553D}"/>
              </a:ext>
            </a:extLst>
          </p:cNvPr>
          <p:cNvSpPr/>
          <p:nvPr/>
        </p:nvSpPr>
        <p:spPr>
          <a:xfrm>
            <a:off x="6679601" y="4405327"/>
            <a:ext cx="995752" cy="427640"/>
          </a:xfrm>
          <a:prstGeom prst="roundRect">
            <a:avLst>
              <a:gd name="adj" fmla="val 12191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Upstream Transport Socket</a:t>
            </a:r>
            <a:endParaRPr kumimoji="1" lang="ko-KR" altLang="en-US" sz="800">
              <a:solidFill>
                <a:schemeClr val="tx1"/>
              </a:solidFill>
            </a:endParaRPr>
          </a:p>
        </p:txBody>
      </p:sp>
      <p:cxnSp>
        <p:nvCxnSpPr>
          <p:cNvPr id="65" name="직선 화살표 연결선 64">
            <a:extLst>
              <a:ext uri="{FF2B5EF4-FFF2-40B4-BE49-F238E27FC236}">
                <a16:creationId xmlns:a16="http://schemas.microsoft.com/office/drawing/2014/main" id="{33D8D35C-AE61-B717-849E-6F142312755A}"/>
              </a:ext>
            </a:extLst>
          </p:cNvPr>
          <p:cNvCxnSpPr>
            <a:cxnSpLocks/>
            <a:stCxn id="17" idx="3"/>
            <a:endCxn id="52" idx="1"/>
          </p:cNvCxnSpPr>
          <p:nvPr/>
        </p:nvCxnSpPr>
        <p:spPr>
          <a:xfrm>
            <a:off x="5067459" y="3862513"/>
            <a:ext cx="97258" cy="0"/>
          </a:xfrm>
          <a:prstGeom prst="straightConnector1">
            <a:avLst/>
          </a:prstGeom>
          <a:ln w="127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직선 화살표 연결선 67">
            <a:extLst>
              <a:ext uri="{FF2B5EF4-FFF2-40B4-BE49-F238E27FC236}">
                <a16:creationId xmlns:a16="http://schemas.microsoft.com/office/drawing/2014/main" id="{0280D602-66AD-956C-B6B0-F7CEE682BF8C}"/>
              </a:ext>
            </a:extLst>
          </p:cNvPr>
          <p:cNvCxnSpPr>
            <a:cxnSpLocks/>
            <a:stCxn id="32" idx="3"/>
            <a:endCxn id="29" idx="1"/>
          </p:cNvCxnSpPr>
          <p:nvPr/>
        </p:nvCxnSpPr>
        <p:spPr>
          <a:xfrm>
            <a:off x="5067459" y="4341137"/>
            <a:ext cx="97258" cy="6307"/>
          </a:xfrm>
          <a:prstGeom prst="straightConnector1">
            <a:avLst/>
          </a:prstGeom>
          <a:ln w="127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직선 화살표 연결선 70">
            <a:extLst>
              <a:ext uri="{FF2B5EF4-FFF2-40B4-BE49-F238E27FC236}">
                <a16:creationId xmlns:a16="http://schemas.microsoft.com/office/drawing/2014/main" id="{ACC4B843-9C33-707F-5CBE-8C47FECA8CA4}"/>
              </a:ext>
            </a:extLst>
          </p:cNvPr>
          <p:cNvCxnSpPr>
            <a:cxnSpLocks/>
            <a:stCxn id="46" idx="3"/>
            <a:endCxn id="32" idx="1"/>
          </p:cNvCxnSpPr>
          <p:nvPr/>
        </p:nvCxnSpPr>
        <p:spPr>
          <a:xfrm>
            <a:off x="4165154" y="4341137"/>
            <a:ext cx="100663" cy="0"/>
          </a:xfrm>
          <a:prstGeom prst="straightConnector1">
            <a:avLst/>
          </a:prstGeom>
          <a:ln w="127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직선 화살표 연결선 73">
            <a:extLst>
              <a:ext uri="{FF2B5EF4-FFF2-40B4-BE49-F238E27FC236}">
                <a16:creationId xmlns:a16="http://schemas.microsoft.com/office/drawing/2014/main" id="{7215449C-CA8C-8D49-80DF-ECD0ACC12FD2}"/>
              </a:ext>
            </a:extLst>
          </p:cNvPr>
          <p:cNvCxnSpPr>
            <a:cxnSpLocks/>
            <a:stCxn id="33" idx="3"/>
            <a:endCxn id="46" idx="1"/>
          </p:cNvCxnSpPr>
          <p:nvPr/>
        </p:nvCxnSpPr>
        <p:spPr>
          <a:xfrm>
            <a:off x="3268006" y="4340583"/>
            <a:ext cx="95506" cy="554"/>
          </a:xfrm>
          <a:prstGeom prst="straightConnector1">
            <a:avLst/>
          </a:prstGeom>
          <a:ln w="127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직선 화살표 연결선 77">
            <a:extLst>
              <a:ext uri="{FF2B5EF4-FFF2-40B4-BE49-F238E27FC236}">
                <a16:creationId xmlns:a16="http://schemas.microsoft.com/office/drawing/2014/main" id="{7B2234EA-0A74-A33B-915E-3C40A33C24A4}"/>
              </a:ext>
            </a:extLst>
          </p:cNvPr>
          <p:cNvCxnSpPr>
            <a:cxnSpLocks/>
            <a:stCxn id="9" idx="3"/>
            <a:endCxn id="17" idx="1"/>
          </p:cNvCxnSpPr>
          <p:nvPr/>
        </p:nvCxnSpPr>
        <p:spPr>
          <a:xfrm flipV="1">
            <a:off x="3268006" y="3862513"/>
            <a:ext cx="997811" cy="1"/>
          </a:xfrm>
          <a:prstGeom prst="straightConnector1">
            <a:avLst/>
          </a:prstGeom>
          <a:ln w="127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꺾인 연결선[E] 81">
            <a:extLst>
              <a:ext uri="{FF2B5EF4-FFF2-40B4-BE49-F238E27FC236}">
                <a16:creationId xmlns:a16="http://schemas.microsoft.com/office/drawing/2014/main" id="{BAF53337-56E0-D0E0-19DD-F1EEBCD6CA1B}"/>
              </a:ext>
            </a:extLst>
          </p:cNvPr>
          <p:cNvCxnSpPr>
            <a:stCxn id="45" idx="2"/>
            <a:endCxn id="47" idx="0"/>
          </p:cNvCxnSpPr>
          <p:nvPr/>
        </p:nvCxnSpPr>
        <p:spPr>
          <a:xfrm rot="5400000">
            <a:off x="4105976" y="1188363"/>
            <a:ext cx="184348" cy="3033020"/>
          </a:xfrm>
          <a:prstGeom prst="bentConnector3">
            <a:avLst>
              <a:gd name="adj1" fmla="val 23427"/>
            </a:avLst>
          </a:prstGeom>
          <a:ln w="127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꺾인 연결선[E] 83">
            <a:extLst>
              <a:ext uri="{FF2B5EF4-FFF2-40B4-BE49-F238E27FC236}">
                <a16:creationId xmlns:a16="http://schemas.microsoft.com/office/drawing/2014/main" id="{440CAA07-3037-2638-FFB7-24531E99D93C}"/>
              </a:ext>
            </a:extLst>
          </p:cNvPr>
          <p:cNvCxnSpPr>
            <a:cxnSpLocks/>
            <a:stCxn id="2" idx="2"/>
            <a:endCxn id="56" idx="1"/>
          </p:cNvCxnSpPr>
          <p:nvPr/>
        </p:nvCxnSpPr>
        <p:spPr>
          <a:xfrm rot="16200000" flipH="1">
            <a:off x="1301582" y="779336"/>
            <a:ext cx="763129" cy="832438"/>
          </a:xfrm>
          <a:prstGeom prst="bentConnector2">
            <a:avLst/>
          </a:prstGeom>
          <a:ln w="127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직선 화살표 연결선 95">
            <a:extLst>
              <a:ext uri="{FF2B5EF4-FFF2-40B4-BE49-F238E27FC236}">
                <a16:creationId xmlns:a16="http://schemas.microsoft.com/office/drawing/2014/main" id="{7B462633-7DB5-257D-7269-35B97406CE5E}"/>
              </a:ext>
            </a:extLst>
          </p:cNvPr>
          <p:cNvCxnSpPr>
            <a:cxnSpLocks/>
          </p:cNvCxnSpPr>
          <p:nvPr/>
        </p:nvCxnSpPr>
        <p:spPr>
          <a:xfrm flipH="1">
            <a:off x="2470644" y="1790940"/>
            <a:ext cx="7941" cy="514977"/>
          </a:xfrm>
          <a:prstGeom prst="straightConnector1">
            <a:avLst/>
          </a:prstGeom>
          <a:ln w="127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꺾인 연결선[E] 102">
            <a:extLst>
              <a:ext uri="{FF2B5EF4-FFF2-40B4-BE49-F238E27FC236}">
                <a16:creationId xmlns:a16="http://schemas.microsoft.com/office/drawing/2014/main" id="{290A7353-DDD5-BD07-183D-5AFB4A831C6E}"/>
              </a:ext>
            </a:extLst>
          </p:cNvPr>
          <p:cNvCxnSpPr>
            <a:cxnSpLocks/>
            <a:stCxn id="47" idx="2"/>
            <a:endCxn id="9" idx="0"/>
          </p:cNvCxnSpPr>
          <p:nvPr/>
        </p:nvCxnSpPr>
        <p:spPr>
          <a:xfrm rot="16200000" flipH="1">
            <a:off x="2471766" y="3313703"/>
            <a:ext cx="605292" cy="185545"/>
          </a:xfrm>
          <a:prstGeom prst="bentConnector3">
            <a:avLst>
              <a:gd name="adj1" fmla="val 50000"/>
            </a:avLst>
          </a:prstGeom>
          <a:ln w="127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꺾인 연결선[E] 105">
            <a:extLst>
              <a:ext uri="{FF2B5EF4-FFF2-40B4-BE49-F238E27FC236}">
                <a16:creationId xmlns:a16="http://schemas.microsoft.com/office/drawing/2014/main" id="{1A525F92-13F2-EC26-8966-B95DFB99C8D2}"/>
              </a:ext>
            </a:extLst>
          </p:cNvPr>
          <p:cNvCxnSpPr>
            <a:cxnSpLocks/>
            <a:stCxn id="52" idx="2"/>
            <a:endCxn id="33" idx="0"/>
          </p:cNvCxnSpPr>
          <p:nvPr/>
        </p:nvCxnSpPr>
        <p:spPr>
          <a:xfrm rot="5400000">
            <a:off x="4130719" y="2752371"/>
            <a:ext cx="171287" cy="2698353"/>
          </a:xfrm>
          <a:prstGeom prst="bentConnector3">
            <a:avLst>
              <a:gd name="adj1" fmla="val 38395"/>
            </a:avLst>
          </a:prstGeom>
          <a:ln w="127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3" name="모서리가 둥근 직사각형 122">
            <a:extLst>
              <a:ext uri="{FF2B5EF4-FFF2-40B4-BE49-F238E27FC236}">
                <a16:creationId xmlns:a16="http://schemas.microsoft.com/office/drawing/2014/main" id="{0A60B9B2-C2CB-68FD-6C19-79439B2EA08D}"/>
              </a:ext>
            </a:extLst>
          </p:cNvPr>
          <p:cNvSpPr/>
          <p:nvPr/>
        </p:nvSpPr>
        <p:spPr>
          <a:xfrm>
            <a:off x="8016787" y="4402354"/>
            <a:ext cx="970252" cy="427639"/>
          </a:xfrm>
          <a:prstGeom prst="roundRect">
            <a:avLst>
              <a:gd name="adj" fmla="val 12191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Upstream</a:t>
            </a:r>
          </a:p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(Server)</a:t>
            </a:r>
            <a:endParaRPr kumimoji="1" lang="ko-KR" altLang="en-US" sz="800">
              <a:solidFill>
                <a:schemeClr val="tx1"/>
              </a:solidFill>
            </a:endParaRPr>
          </a:p>
        </p:txBody>
      </p:sp>
      <p:sp>
        <p:nvSpPr>
          <p:cNvPr id="125" name="모서리가 둥근 직사각형 124">
            <a:extLst>
              <a:ext uri="{FF2B5EF4-FFF2-40B4-BE49-F238E27FC236}">
                <a16:creationId xmlns:a16="http://schemas.microsoft.com/office/drawing/2014/main" id="{6E36B9B3-8E39-7943-8157-50651411589A}"/>
              </a:ext>
            </a:extLst>
          </p:cNvPr>
          <p:cNvSpPr/>
          <p:nvPr/>
        </p:nvSpPr>
        <p:spPr>
          <a:xfrm>
            <a:off x="6584598" y="2021680"/>
            <a:ext cx="1171499" cy="2224263"/>
          </a:xfrm>
          <a:prstGeom prst="roundRect">
            <a:avLst>
              <a:gd name="adj" fmla="val 6920"/>
            </a:avLst>
          </a:prstGeom>
          <a:solidFill>
            <a:schemeClr val="bg1"/>
          </a:solidFill>
          <a:ln w="12700"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Per Upstream Request/Stream Instances</a:t>
            </a:r>
            <a:endParaRPr kumimoji="1" lang="ko-KR" altLang="en-US" sz="800">
              <a:solidFill>
                <a:schemeClr val="tx1"/>
              </a:solidFill>
            </a:endParaRPr>
          </a:p>
        </p:txBody>
      </p:sp>
      <p:sp>
        <p:nvSpPr>
          <p:cNvPr id="126" name="모서리가 둥근 직사각형 125">
            <a:extLst>
              <a:ext uri="{FF2B5EF4-FFF2-40B4-BE49-F238E27FC236}">
                <a16:creationId xmlns:a16="http://schemas.microsoft.com/office/drawing/2014/main" id="{B469FD91-C9F1-118E-D0D9-8A36FC91A115}"/>
              </a:ext>
            </a:extLst>
          </p:cNvPr>
          <p:cNvSpPr/>
          <p:nvPr/>
        </p:nvSpPr>
        <p:spPr>
          <a:xfrm>
            <a:off x="6679601" y="2591993"/>
            <a:ext cx="995752" cy="1572693"/>
          </a:xfrm>
          <a:prstGeom prst="roundRect">
            <a:avLst>
              <a:gd name="adj" fmla="val 5954"/>
            </a:avLst>
          </a:prstGeom>
          <a:solidFill>
            <a:schemeClr val="bg2"/>
          </a:solidFill>
          <a:ln w="12700"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Upstream HTTP Filters</a:t>
            </a:r>
            <a:endParaRPr kumimoji="1" lang="ko-KR" altLang="en-US" sz="800">
              <a:solidFill>
                <a:schemeClr val="tx1"/>
              </a:solidFill>
            </a:endParaRPr>
          </a:p>
        </p:txBody>
      </p:sp>
      <p:sp>
        <p:nvSpPr>
          <p:cNvPr id="127" name="모서리가 둥근 직사각형 126">
            <a:extLst>
              <a:ext uri="{FF2B5EF4-FFF2-40B4-BE49-F238E27FC236}">
                <a16:creationId xmlns:a16="http://schemas.microsoft.com/office/drawing/2014/main" id="{7CD4E821-93B6-8B0F-3655-159B8DB30E45}"/>
              </a:ext>
            </a:extLst>
          </p:cNvPr>
          <p:cNvSpPr/>
          <p:nvPr/>
        </p:nvSpPr>
        <p:spPr>
          <a:xfrm>
            <a:off x="6781188" y="2940093"/>
            <a:ext cx="801642" cy="306783"/>
          </a:xfrm>
          <a:prstGeom prst="roundRect">
            <a:avLst>
              <a:gd name="adj" fmla="val 19601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Header Mutation</a:t>
            </a:r>
            <a:endParaRPr kumimoji="1" lang="ko-KR" altLang="en-US" sz="800">
              <a:solidFill>
                <a:schemeClr val="tx1"/>
              </a:solidFill>
            </a:endParaRPr>
          </a:p>
        </p:txBody>
      </p:sp>
      <p:sp>
        <p:nvSpPr>
          <p:cNvPr id="128" name="모서리가 둥근 직사각형 127">
            <a:extLst>
              <a:ext uri="{FF2B5EF4-FFF2-40B4-BE49-F238E27FC236}">
                <a16:creationId xmlns:a16="http://schemas.microsoft.com/office/drawing/2014/main" id="{013035B3-20DD-E81D-EF1B-98F9D657EBC4}"/>
              </a:ext>
            </a:extLst>
          </p:cNvPr>
          <p:cNvSpPr/>
          <p:nvPr/>
        </p:nvSpPr>
        <p:spPr>
          <a:xfrm>
            <a:off x="6781188" y="3764120"/>
            <a:ext cx="801642" cy="306783"/>
          </a:xfrm>
          <a:prstGeom prst="roundRect">
            <a:avLst>
              <a:gd name="adj" fmla="val 19601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Upstream Code Filter</a:t>
            </a:r>
            <a:endParaRPr kumimoji="1" lang="ko-KR" altLang="en-US" sz="800">
              <a:solidFill>
                <a:schemeClr val="tx1"/>
              </a:solidFill>
            </a:endParaRPr>
          </a:p>
        </p:txBody>
      </p:sp>
      <p:sp>
        <p:nvSpPr>
          <p:cNvPr id="133" name="타원 132">
            <a:extLst>
              <a:ext uri="{FF2B5EF4-FFF2-40B4-BE49-F238E27FC236}">
                <a16:creationId xmlns:a16="http://schemas.microsoft.com/office/drawing/2014/main" id="{661A52E3-6041-F923-301D-5E8162B3635B}"/>
              </a:ext>
            </a:extLst>
          </p:cNvPr>
          <p:cNvSpPr/>
          <p:nvPr/>
        </p:nvSpPr>
        <p:spPr>
          <a:xfrm flipH="1" flipV="1">
            <a:off x="7020337" y="3597525"/>
            <a:ext cx="51681" cy="45719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134" name="타원 133">
            <a:extLst>
              <a:ext uri="{FF2B5EF4-FFF2-40B4-BE49-F238E27FC236}">
                <a16:creationId xmlns:a16="http://schemas.microsoft.com/office/drawing/2014/main" id="{2AE3F9AB-FAEE-93F0-5A3D-B750D249ED26}"/>
              </a:ext>
            </a:extLst>
          </p:cNvPr>
          <p:cNvSpPr/>
          <p:nvPr/>
        </p:nvSpPr>
        <p:spPr>
          <a:xfrm flipH="1" flipV="1">
            <a:off x="7020336" y="3493923"/>
            <a:ext cx="51681" cy="45719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135" name="타원 134">
            <a:extLst>
              <a:ext uri="{FF2B5EF4-FFF2-40B4-BE49-F238E27FC236}">
                <a16:creationId xmlns:a16="http://schemas.microsoft.com/office/drawing/2014/main" id="{739A093E-9CB7-B1BA-930B-5DAA15B02EB6}"/>
              </a:ext>
            </a:extLst>
          </p:cNvPr>
          <p:cNvSpPr/>
          <p:nvPr/>
        </p:nvSpPr>
        <p:spPr>
          <a:xfrm flipH="1" flipV="1">
            <a:off x="7020338" y="3389807"/>
            <a:ext cx="51681" cy="45719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cxnSp>
        <p:nvCxnSpPr>
          <p:cNvPr id="136" name="직선 화살표 연결선 135">
            <a:extLst>
              <a:ext uri="{FF2B5EF4-FFF2-40B4-BE49-F238E27FC236}">
                <a16:creationId xmlns:a16="http://schemas.microsoft.com/office/drawing/2014/main" id="{BA438E19-C9B1-5B10-1397-F6F16F01A7D4}"/>
              </a:ext>
            </a:extLst>
          </p:cNvPr>
          <p:cNvCxnSpPr>
            <a:cxnSpLocks/>
            <a:stCxn id="127" idx="2"/>
            <a:endCxn id="128" idx="0"/>
          </p:cNvCxnSpPr>
          <p:nvPr/>
        </p:nvCxnSpPr>
        <p:spPr>
          <a:xfrm>
            <a:off x="7182009" y="3246876"/>
            <a:ext cx="0" cy="517244"/>
          </a:xfrm>
          <a:prstGeom prst="straightConnector1">
            <a:avLst/>
          </a:prstGeom>
          <a:ln w="127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2" name="꺾인 연결선[E] 141">
            <a:extLst>
              <a:ext uri="{FF2B5EF4-FFF2-40B4-BE49-F238E27FC236}">
                <a16:creationId xmlns:a16="http://schemas.microsoft.com/office/drawing/2014/main" id="{F143FFF0-540E-B614-5DF9-24E80FE1F073}"/>
              </a:ext>
            </a:extLst>
          </p:cNvPr>
          <p:cNvCxnSpPr>
            <a:cxnSpLocks/>
          </p:cNvCxnSpPr>
          <p:nvPr/>
        </p:nvCxnSpPr>
        <p:spPr>
          <a:xfrm flipV="1">
            <a:off x="5966359" y="3045983"/>
            <a:ext cx="814829" cy="1253959"/>
          </a:xfrm>
          <a:prstGeom prst="bentConnector3">
            <a:avLst>
              <a:gd name="adj1" fmla="val 63716"/>
            </a:avLst>
          </a:prstGeom>
          <a:ln w="127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9" name="직선 화살표 연결선 148">
            <a:extLst>
              <a:ext uri="{FF2B5EF4-FFF2-40B4-BE49-F238E27FC236}">
                <a16:creationId xmlns:a16="http://schemas.microsoft.com/office/drawing/2014/main" id="{4317F508-5168-0694-EC51-1FC99DB28032}"/>
              </a:ext>
            </a:extLst>
          </p:cNvPr>
          <p:cNvCxnSpPr>
            <a:cxnSpLocks/>
            <a:stCxn id="128" idx="2"/>
            <a:endCxn id="64" idx="0"/>
          </p:cNvCxnSpPr>
          <p:nvPr/>
        </p:nvCxnSpPr>
        <p:spPr>
          <a:xfrm flipH="1">
            <a:off x="7177477" y="4070903"/>
            <a:ext cx="4532" cy="334424"/>
          </a:xfrm>
          <a:prstGeom prst="straightConnector1">
            <a:avLst/>
          </a:prstGeom>
          <a:ln w="127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5" name="직선 화살표 연결선 154">
            <a:extLst>
              <a:ext uri="{FF2B5EF4-FFF2-40B4-BE49-F238E27FC236}">
                <a16:creationId xmlns:a16="http://schemas.microsoft.com/office/drawing/2014/main" id="{33B3DDA1-91EB-0BC8-02B0-7772ED67D579}"/>
              </a:ext>
            </a:extLst>
          </p:cNvPr>
          <p:cNvCxnSpPr>
            <a:cxnSpLocks/>
            <a:stCxn id="64" idx="3"/>
            <a:endCxn id="123" idx="1"/>
          </p:cNvCxnSpPr>
          <p:nvPr/>
        </p:nvCxnSpPr>
        <p:spPr>
          <a:xfrm flipV="1">
            <a:off x="7675353" y="4616174"/>
            <a:ext cx="341434" cy="2973"/>
          </a:xfrm>
          <a:prstGeom prst="straightConnector1">
            <a:avLst/>
          </a:prstGeom>
          <a:ln w="127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8" name="꺾인 연결선[E] 167">
            <a:extLst>
              <a:ext uri="{FF2B5EF4-FFF2-40B4-BE49-F238E27FC236}">
                <a16:creationId xmlns:a16="http://schemas.microsoft.com/office/drawing/2014/main" id="{011B2306-469B-90EA-540F-73E0E3484681}"/>
              </a:ext>
            </a:extLst>
          </p:cNvPr>
          <p:cNvCxnSpPr>
            <a:cxnSpLocks/>
          </p:cNvCxnSpPr>
          <p:nvPr/>
        </p:nvCxnSpPr>
        <p:spPr>
          <a:xfrm rot="16200000" flipH="1">
            <a:off x="2262808" y="-74429"/>
            <a:ext cx="588648" cy="2365487"/>
          </a:xfrm>
          <a:prstGeom prst="bentConnector3">
            <a:avLst>
              <a:gd name="adj1" fmla="val 77340"/>
            </a:avLst>
          </a:prstGeom>
          <a:ln w="127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9" name="직선 화살표 연결선 178">
            <a:extLst>
              <a:ext uri="{FF2B5EF4-FFF2-40B4-BE49-F238E27FC236}">
                <a16:creationId xmlns:a16="http://schemas.microsoft.com/office/drawing/2014/main" id="{AB80BD3E-C7E2-47BA-A19F-C75A44EF897E}"/>
              </a:ext>
            </a:extLst>
          </p:cNvPr>
          <p:cNvCxnSpPr>
            <a:cxnSpLocks/>
            <a:endCxn id="182" idx="1"/>
          </p:cNvCxnSpPr>
          <p:nvPr/>
        </p:nvCxnSpPr>
        <p:spPr>
          <a:xfrm>
            <a:off x="832221" y="1888406"/>
            <a:ext cx="337895" cy="0"/>
          </a:xfrm>
          <a:prstGeom prst="straightConnector1">
            <a:avLst/>
          </a:prstGeom>
          <a:ln w="127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2" name="모서리가 둥근 직사각형 181">
            <a:extLst>
              <a:ext uri="{FF2B5EF4-FFF2-40B4-BE49-F238E27FC236}">
                <a16:creationId xmlns:a16="http://schemas.microsoft.com/office/drawing/2014/main" id="{8FAD9D12-9C44-0A31-84FC-580B3B583065}"/>
              </a:ext>
            </a:extLst>
          </p:cNvPr>
          <p:cNvSpPr/>
          <p:nvPr/>
        </p:nvSpPr>
        <p:spPr>
          <a:xfrm>
            <a:off x="1170116" y="1795611"/>
            <a:ext cx="755077" cy="185590"/>
          </a:xfrm>
          <a:prstGeom prst="roundRect">
            <a:avLst>
              <a:gd name="adj" fmla="val 12191"/>
            </a:avLst>
          </a:prstGeom>
          <a:noFill/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TCP Syn</a:t>
            </a:r>
            <a:endParaRPr kumimoji="1" lang="ko-KR" altLang="en-US" sz="800">
              <a:solidFill>
                <a:schemeClr val="tx1"/>
              </a:solidFill>
            </a:endParaRPr>
          </a:p>
        </p:txBody>
      </p:sp>
      <p:cxnSp>
        <p:nvCxnSpPr>
          <p:cNvPr id="185" name="직선 화살표 연결선 184">
            <a:extLst>
              <a:ext uri="{FF2B5EF4-FFF2-40B4-BE49-F238E27FC236}">
                <a16:creationId xmlns:a16="http://schemas.microsoft.com/office/drawing/2014/main" id="{DB698833-61A3-1DB2-0452-067750BB0190}"/>
              </a:ext>
            </a:extLst>
          </p:cNvPr>
          <p:cNvCxnSpPr>
            <a:cxnSpLocks/>
            <a:endCxn id="186" idx="1"/>
          </p:cNvCxnSpPr>
          <p:nvPr/>
        </p:nvCxnSpPr>
        <p:spPr>
          <a:xfrm>
            <a:off x="830925" y="2272553"/>
            <a:ext cx="337895" cy="0"/>
          </a:xfrm>
          <a:prstGeom prst="straightConnector1">
            <a:avLst/>
          </a:prstGeom>
          <a:ln w="127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6" name="모서리가 둥근 직사각형 185">
            <a:extLst>
              <a:ext uri="{FF2B5EF4-FFF2-40B4-BE49-F238E27FC236}">
                <a16:creationId xmlns:a16="http://schemas.microsoft.com/office/drawing/2014/main" id="{161B3A1D-1313-03E7-9C47-13B493A01CEA}"/>
              </a:ext>
            </a:extLst>
          </p:cNvPr>
          <p:cNvSpPr/>
          <p:nvPr/>
        </p:nvSpPr>
        <p:spPr>
          <a:xfrm>
            <a:off x="1168820" y="2179758"/>
            <a:ext cx="755077" cy="185590"/>
          </a:xfrm>
          <a:prstGeom prst="roundRect">
            <a:avLst>
              <a:gd name="adj" fmla="val 12191"/>
            </a:avLst>
          </a:prstGeom>
          <a:noFill/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TLS Client Hello</a:t>
            </a:r>
            <a:endParaRPr kumimoji="1" lang="ko-KR" altLang="en-US" sz="800">
              <a:solidFill>
                <a:schemeClr val="tx1"/>
              </a:solidFill>
            </a:endParaRPr>
          </a:p>
        </p:txBody>
      </p:sp>
      <p:cxnSp>
        <p:nvCxnSpPr>
          <p:cNvPr id="189" name="직선 화살표 연결선 188">
            <a:extLst>
              <a:ext uri="{FF2B5EF4-FFF2-40B4-BE49-F238E27FC236}">
                <a16:creationId xmlns:a16="http://schemas.microsoft.com/office/drawing/2014/main" id="{94308C82-891C-271A-35BD-249F97FCF152}"/>
              </a:ext>
            </a:extLst>
          </p:cNvPr>
          <p:cNvCxnSpPr>
            <a:cxnSpLocks/>
            <a:endCxn id="190" idx="1"/>
          </p:cNvCxnSpPr>
          <p:nvPr/>
        </p:nvCxnSpPr>
        <p:spPr>
          <a:xfrm>
            <a:off x="829987" y="2651330"/>
            <a:ext cx="337895" cy="0"/>
          </a:xfrm>
          <a:prstGeom prst="straightConnector1">
            <a:avLst/>
          </a:prstGeom>
          <a:ln w="127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0" name="모서리가 둥근 직사각형 189">
            <a:extLst>
              <a:ext uri="{FF2B5EF4-FFF2-40B4-BE49-F238E27FC236}">
                <a16:creationId xmlns:a16="http://schemas.microsoft.com/office/drawing/2014/main" id="{19F6CA34-0312-AE31-1E1A-285C66988BBE}"/>
              </a:ext>
            </a:extLst>
          </p:cNvPr>
          <p:cNvSpPr/>
          <p:nvPr/>
        </p:nvSpPr>
        <p:spPr>
          <a:xfrm>
            <a:off x="1167882" y="2558535"/>
            <a:ext cx="755077" cy="185590"/>
          </a:xfrm>
          <a:prstGeom prst="roundRect">
            <a:avLst>
              <a:gd name="adj" fmla="val 12191"/>
            </a:avLst>
          </a:prstGeom>
          <a:noFill/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HTTP Requests</a:t>
            </a:r>
            <a:endParaRPr kumimoji="1" lang="ko-KR" altLang="en-US" sz="800">
              <a:solidFill>
                <a:schemeClr val="tx1"/>
              </a:solidFill>
            </a:endParaRPr>
          </a:p>
        </p:txBody>
      </p:sp>
      <p:sp>
        <p:nvSpPr>
          <p:cNvPr id="192" name="타원 191">
            <a:extLst>
              <a:ext uri="{FF2B5EF4-FFF2-40B4-BE49-F238E27FC236}">
                <a16:creationId xmlns:a16="http://schemas.microsoft.com/office/drawing/2014/main" id="{614024C4-D872-719C-8FC3-F88D6E9D91D0}"/>
              </a:ext>
            </a:extLst>
          </p:cNvPr>
          <p:cNvSpPr/>
          <p:nvPr/>
        </p:nvSpPr>
        <p:spPr>
          <a:xfrm>
            <a:off x="1331640" y="742146"/>
            <a:ext cx="159548" cy="168437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3</a:t>
            </a:r>
            <a:endParaRPr kumimoji="1" lang="ko-KR" altLang="en-US" sz="800">
              <a:solidFill>
                <a:schemeClr val="tx1"/>
              </a:solidFill>
            </a:endParaRPr>
          </a:p>
        </p:txBody>
      </p:sp>
      <p:sp>
        <p:nvSpPr>
          <p:cNvPr id="193" name="타원 192">
            <a:extLst>
              <a:ext uri="{FF2B5EF4-FFF2-40B4-BE49-F238E27FC236}">
                <a16:creationId xmlns:a16="http://schemas.microsoft.com/office/drawing/2014/main" id="{5881D4E6-ACE8-D211-3665-7D70BA6468B0}"/>
              </a:ext>
            </a:extLst>
          </p:cNvPr>
          <p:cNvSpPr/>
          <p:nvPr/>
        </p:nvSpPr>
        <p:spPr>
          <a:xfrm>
            <a:off x="1152220" y="742147"/>
            <a:ext cx="168437" cy="168437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accent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5</a:t>
            </a:r>
            <a:endParaRPr kumimoji="1" lang="ko-KR" altLang="en-US" sz="800">
              <a:solidFill>
                <a:schemeClr val="tx1"/>
              </a:solidFill>
            </a:endParaRPr>
          </a:p>
        </p:txBody>
      </p:sp>
      <p:sp>
        <p:nvSpPr>
          <p:cNvPr id="194" name="타원 193">
            <a:extLst>
              <a:ext uri="{FF2B5EF4-FFF2-40B4-BE49-F238E27FC236}">
                <a16:creationId xmlns:a16="http://schemas.microsoft.com/office/drawing/2014/main" id="{1EBAE27B-CAA8-3F9B-C6A3-61EF5B821B69}"/>
              </a:ext>
            </a:extLst>
          </p:cNvPr>
          <p:cNvSpPr/>
          <p:nvPr/>
        </p:nvSpPr>
        <p:spPr>
          <a:xfrm>
            <a:off x="1672279" y="511280"/>
            <a:ext cx="159548" cy="168437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1</a:t>
            </a:r>
            <a:endParaRPr kumimoji="1" lang="ko-KR" altLang="en-US" sz="800">
              <a:solidFill>
                <a:schemeClr val="tx1"/>
              </a:solidFill>
            </a:endParaRPr>
          </a:p>
        </p:txBody>
      </p:sp>
      <p:cxnSp>
        <p:nvCxnSpPr>
          <p:cNvPr id="3" name="꺾인 연결선[E] 2">
            <a:extLst>
              <a:ext uri="{FF2B5EF4-FFF2-40B4-BE49-F238E27FC236}">
                <a16:creationId xmlns:a16="http://schemas.microsoft.com/office/drawing/2014/main" id="{6CCB98EB-A71F-EA9B-541C-B98F8B6673D1}"/>
              </a:ext>
            </a:extLst>
          </p:cNvPr>
          <p:cNvCxnSpPr>
            <a:cxnSpLocks/>
            <a:stCxn id="5" idx="3"/>
            <a:endCxn id="7" idx="0"/>
          </p:cNvCxnSpPr>
          <p:nvPr/>
        </p:nvCxnSpPr>
        <p:spPr>
          <a:xfrm>
            <a:off x="4208531" y="600173"/>
            <a:ext cx="537176" cy="548100"/>
          </a:xfrm>
          <a:prstGeom prst="bentConnector2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꺾인 연결선[E] 11">
            <a:extLst>
              <a:ext uri="{FF2B5EF4-FFF2-40B4-BE49-F238E27FC236}">
                <a16:creationId xmlns:a16="http://schemas.microsoft.com/office/drawing/2014/main" id="{3014DD8A-4A8E-CCF0-88BA-474D50B67AE0}"/>
              </a:ext>
            </a:extLst>
          </p:cNvPr>
          <p:cNvCxnSpPr>
            <a:cxnSpLocks/>
            <a:stCxn id="18" idx="2"/>
            <a:endCxn id="41" idx="0"/>
          </p:cNvCxnSpPr>
          <p:nvPr/>
        </p:nvCxnSpPr>
        <p:spPr>
          <a:xfrm rot="5400000">
            <a:off x="5575950" y="420152"/>
            <a:ext cx="234109" cy="2968946"/>
          </a:xfrm>
          <a:prstGeom prst="bentConnector3">
            <a:avLst>
              <a:gd name="adj1" fmla="val 50000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모서리가 둥근 직사각형 17">
            <a:extLst>
              <a:ext uri="{FF2B5EF4-FFF2-40B4-BE49-F238E27FC236}">
                <a16:creationId xmlns:a16="http://schemas.microsoft.com/office/drawing/2014/main" id="{970C8AD6-3E08-12D4-553A-FAC10C350F51}"/>
              </a:ext>
            </a:extLst>
          </p:cNvPr>
          <p:cNvSpPr/>
          <p:nvPr/>
        </p:nvSpPr>
        <p:spPr>
          <a:xfrm>
            <a:off x="6679601" y="1359931"/>
            <a:ext cx="995752" cy="427640"/>
          </a:xfrm>
          <a:prstGeom prst="roundRect">
            <a:avLst>
              <a:gd name="adj" fmla="val 12191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Filter Chain</a:t>
            </a:r>
          </a:p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Manager</a:t>
            </a:r>
            <a:endParaRPr kumimoji="1" lang="ko-KR" altLang="en-US" sz="800">
              <a:solidFill>
                <a:schemeClr val="tx1"/>
              </a:solidFill>
            </a:endParaRPr>
          </a:p>
        </p:txBody>
      </p:sp>
      <p:cxnSp>
        <p:nvCxnSpPr>
          <p:cNvPr id="30" name="꺾인 연결선[E] 29">
            <a:extLst>
              <a:ext uri="{FF2B5EF4-FFF2-40B4-BE49-F238E27FC236}">
                <a16:creationId xmlns:a16="http://schemas.microsoft.com/office/drawing/2014/main" id="{47FEABFA-7E89-5C47-7A90-8C5EF08B2E46}"/>
              </a:ext>
            </a:extLst>
          </p:cNvPr>
          <p:cNvCxnSpPr>
            <a:cxnSpLocks/>
            <a:stCxn id="18" idx="2"/>
            <a:endCxn id="56" idx="2"/>
          </p:cNvCxnSpPr>
          <p:nvPr/>
        </p:nvCxnSpPr>
        <p:spPr>
          <a:xfrm rot="5400000">
            <a:off x="4888881" y="-497657"/>
            <a:ext cx="3369" cy="4573824"/>
          </a:xfrm>
          <a:prstGeom prst="bentConnector3">
            <a:avLst>
              <a:gd name="adj1" fmla="val 3370614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직선 화살표 연결선 107">
            <a:extLst>
              <a:ext uri="{FF2B5EF4-FFF2-40B4-BE49-F238E27FC236}">
                <a16:creationId xmlns:a16="http://schemas.microsoft.com/office/drawing/2014/main" id="{9B4ED243-97F5-8592-CB96-EA79F3650E10}"/>
              </a:ext>
            </a:extLst>
          </p:cNvPr>
          <p:cNvCxnSpPr>
            <a:cxnSpLocks/>
            <a:endCxn id="109" idx="1"/>
          </p:cNvCxnSpPr>
          <p:nvPr/>
        </p:nvCxnSpPr>
        <p:spPr>
          <a:xfrm>
            <a:off x="825282" y="3041789"/>
            <a:ext cx="337895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9" name="모서리가 둥근 직사각형 108">
            <a:extLst>
              <a:ext uri="{FF2B5EF4-FFF2-40B4-BE49-F238E27FC236}">
                <a16:creationId xmlns:a16="http://schemas.microsoft.com/office/drawing/2014/main" id="{BBB08C63-E75A-2986-B3F2-3FF3D00C2B6D}"/>
              </a:ext>
            </a:extLst>
          </p:cNvPr>
          <p:cNvSpPr/>
          <p:nvPr/>
        </p:nvSpPr>
        <p:spPr>
          <a:xfrm>
            <a:off x="1163177" y="2948994"/>
            <a:ext cx="755077" cy="185590"/>
          </a:xfrm>
          <a:prstGeom prst="roundRect">
            <a:avLst>
              <a:gd name="adj" fmla="val 12191"/>
            </a:avLst>
          </a:prstGeom>
          <a:noFill/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Create</a:t>
            </a:r>
            <a:endParaRPr kumimoji="1" lang="ko-KR" altLang="en-US" sz="800">
              <a:solidFill>
                <a:schemeClr val="tx1"/>
              </a:solidFill>
            </a:endParaRPr>
          </a:p>
        </p:txBody>
      </p:sp>
      <p:sp>
        <p:nvSpPr>
          <p:cNvPr id="110" name="타원 109">
            <a:extLst>
              <a:ext uri="{FF2B5EF4-FFF2-40B4-BE49-F238E27FC236}">
                <a16:creationId xmlns:a16="http://schemas.microsoft.com/office/drawing/2014/main" id="{3EE72E5E-A5E6-93D7-794A-9C01F4DF9A23}"/>
              </a:ext>
            </a:extLst>
          </p:cNvPr>
          <p:cNvSpPr/>
          <p:nvPr/>
        </p:nvSpPr>
        <p:spPr>
          <a:xfrm>
            <a:off x="4134826" y="511280"/>
            <a:ext cx="159548" cy="168437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2</a:t>
            </a:r>
            <a:endParaRPr kumimoji="1" lang="ko-KR" altLang="en-US" sz="800">
              <a:solidFill>
                <a:schemeClr val="tx1"/>
              </a:solidFill>
            </a:endParaRPr>
          </a:p>
        </p:txBody>
      </p:sp>
      <p:sp>
        <p:nvSpPr>
          <p:cNvPr id="111" name="타원 110">
            <a:extLst>
              <a:ext uri="{FF2B5EF4-FFF2-40B4-BE49-F238E27FC236}">
                <a16:creationId xmlns:a16="http://schemas.microsoft.com/office/drawing/2014/main" id="{B1F27CA5-4D7B-3E96-AD15-B72ECA8E030F}"/>
              </a:ext>
            </a:extLst>
          </p:cNvPr>
          <p:cNvSpPr/>
          <p:nvPr/>
        </p:nvSpPr>
        <p:spPr>
          <a:xfrm>
            <a:off x="7092712" y="1706721"/>
            <a:ext cx="159548" cy="168437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4</a:t>
            </a:r>
            <a:endParaRPr kumimoji="1" lang="ko-KR" altLang="en-US" sz="800">
              <a:solidFill>
                <a:schemeClr val="tx1"/>
              </a:solidFill>
            </a:endParaRPr>
          </a:p>
        </p:txBody>
      </p:sp>
      <p:cxnSp>
        <p:nvCxnSpPr>
          <p:cNvPr id="113" name="꺾인 연결선[E] 112">
            <a:extLst>
              <a:ext uri="{FF2B5EF4-FFF2-40B4-BE49-F238E27FC236}">
                <a16:creationId xmlns:a16="http://schemas.microsoft.com/office/drawing/2014/main" id="{E000C6D9-D449-A361-1682-0AD3B47E836C}"/>
              </a:ext>
            </a:extLst>
          </p:cNvPr>
          <p:cNvCxnSpPr>
            <a:cxnSpLocks/>
            <a:stCxn id="29" idx="3"/>
            <a:endCxn id="126" idx="1"/>
          </p:cNvCxnSpPr>
          <p:nvPr/>
        </p:nvCxnSpPr>
        <p:spPr>
          <a:xfrm flipV="1">
            <a:off x="5966359" y="3378340"/>
            <a:ext cx="713242" cy="969104"/>
          </a:xfrm>
          <a:prstGeom prst="bentConnector3">
            <a:avLst>
              <a:gd name="adj1" fmla="val 80061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722645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2F8358-74C1-5442-5D39-E26CFCF603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378702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4A1489-B288-7D7F-04F5-9AD5382248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모서리가 둥근 직사각형 1">
            <a:extLst>
              <a:ext uri="{FF2B5EF4-FFF2-40B4-BE49-F238E27FC236}">
                <a16:creationId xmlns:a16="http://schemas.microsoft.com/office/drawing/2014/main" id="{FD515351-7663-6BA1-3841-ED5FD461C8F1}"/>
              </a:ext>
            </a:extLst>
          </p:cNvPr>
          <p:cNvSpPr/>
          <p:nvPr/>
        </p:nvSpPr>
        <p:spPr>
          <a:xfrm>
            <a:off x="781801" y="386352"/>
            <a:ext cx="970252" cy="427639"/>
          </a:xfrm>
          <a:prstGeom prst="roundRect">
            <a:avLst>
              <a:gd name="adj" fmla="val 12191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Downstream</a:t>
            </a:r>
          </a:p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(Client)</a:t>
            </a:r>
            <a:endParaRPr kumimoji="1" lang="ko-KR" altLang="en-US" sz="800">
              <a:solidFill>
                <a:schemeClr val="tx1"/>
              </a:solidFill>
            </a:endParaRPr>
          </a:p>
        </p:txBody>
      </p:sp>
      <p:sp>
        <p:nvSpPr>
          <p:cNvPr id="4" name="모서리가 둥근 직사각형 3">
            <a:extLst>
              <a:ext uri="{FF2B5EF4-FFF2-40B4-BE49-F238E27FC236}">
                <a16:creationId xmlns:a16="http://schemas.microsoft.com/office/drawing/2014/main" id="{8A1F42CB-F20C-1CCB-F798-B33EC492D527}"/>
              </a:ext>
            </a:extLst>
          </p:cNvPr>
          <p:cNvSpPr/>
          <p:nvPr/>
        </p:nvSpPr>
        <p:spPr>
          <a:xfrm>
            <a:off x="1923898" y="376238"/>
            <a:ext cx="5921044" cy="4616781"/>
          </a:xfrm>
          <a:prstGeom prst="roundRect">
            <a:avLst>
              <a:gd name="adj" fmla="val 2047"/>
            </a:avLst>
          </a:prstGeom>
          <a:solidFill>
            <a:schemeClr val="bg1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r"/>
            <a:r>
              <a:rPr kumimoji="1" lang="en-US" altLang="ko-KR" sz="900" b="1">
                <a:solidFill>
                  <a:schemeClr val="tx1"/>
                </a:solidFill>
              </a:rPr>
              <a:t>Worker Thread</a:t>
            </a:r>
            <a:endParaRPr kumimoji="1" lang="ko-KR" altLang="en-US" sz="900" b="1">
              <a:solidFill>
                <a:schemeClr val="tx1"/>
              </a:solidFill>
            </a:endParaRPr>
          </a:p>
        </p:txBody>
      </p:sp>
      <p:sp>
        <p:nvSpPr>
          <p:cNvPr id="5" name="모서리가 둥근 직사각형 4">
            <a:extLst>
              <a:ext uri="{FF2B5EF4-FFF2-40B4-BE49-F238E27FC236}">
                <a16:creationId xmlns:a16="http://schemas.microsoft.com/office/drawing/2014/main" id="{44CDCD0E-1B29-5B22-8606-D65C73274C5F}"/>
              </a:ext>
            </a:extLst>
          </p:cNvPr>
          <p:cNvSpPr/>
          <p:nvPr/>
        </p:nvSpPr>
        <p:spPr>
          <a:xfrm>
            <a:off x="2099365" y="446781"/>
            <a:ext cx="2109166" cy="306783"/>
          </a:xfrm>
          <a:prstGeom prst="roundRect">
            <a:avLst>
              <a:gd name="adj" fmla="val 12191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Listener Selected</a:t>
            </a:r>
            <a:r>
              <a:rPr kumimoji="1" lang="ko-KR" altLang="en-US" sz="800">
                <a:solidFill>
                  <a:schemeClr val="tx1"/>
                </a:solidFill>
              </a:rPr>
              <a:t> </a:t>
            </a:r>
            <a:r>
              <a:rPr kumimoji="1" lang="en-US" altLang="ko-KR" sz="800" b="1" u="sng">
                <a:solidFill>
                  <a:schemeClr val="tx1"/>
                </a:solidFill>
              </a:rPr>
              <a:t>by Port, IP, Protocol</a:t>
            </a:r>
          </a:p>
        </p:txBody>
      </p:sp>
      <p:cxnSp>
        <p:nvCxnSpPr>
          <p:cNvPr id="8" name="직선 화살표 연결선 7">
            <a:extLst>
              <a:ext uri="{FF2B5EF4-FFF2-40B4-BE49-F238E27FC236}">
                <a16:creationId xmlns:a16="http://schemas.microsoft.com/office/drawing/2014/main" id="{49A98A7C-2D1A-C462-1C89-2C3ABE91D510}"/>
              </a:ext>
            </a:extLst>
          </p:cNvPr>
          <p:cNvCxnSpPr>
            <a:cxnSpLocks/>
            <a:stCxn id="2" idx="3"/>
          </p:cNvCxnSpPr>
          <p:nvPr/>
        </p:nvCxnSpPr>
        <p:spPr>
          <a:xfrm>
            <a:off x="1752053" y="600172"/>
            <a:ext cx="347312" cy="0"/>
          </a:xfrm>
          <a:prstGeom prst="straightConnector1">
            <a:avLst/>
          </a:prstGeom>
          <a:ln w="127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모서리가 둥근 직사각형 36">
            <a:extLst>
              <a:ext uri="{FF2B5EF4-FFF2-40B4-BE49-F238E27FC236}">
                <a16:creationId xmlns:a16="http://schemas.microsoft.com/office/drawing/2014/main" id="{A939860A-6A50-60CF-83EC-AE5DD02636C7}"/>
              </a:ext>
            </a:extLst>
          </p:cNvPr>
          <p:cNvSpPr/>
          <p:nvPr/>
        </p:nvSpPr>
        <p:spPr>
          <a:xfrm>
            <a:off x="2014062" y="843557"/>
            <a:ext cx="4378494" cy="4063941"/>
          </a:xfrm>
          <a:prstGeom prst="roundRect">
            <a:avLst>
              <a:gd name="adj" fmla="val 1832"/>
            </a:avLst>
          </a:prstGeom>
          <a:solidFill>
            <a:schemeClr val="bg1"/>
          </a:solidFill>
          <a:ln w="12700"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kumimoji="1" lang="en-US" altLang="ko-KR" sz="900">
                <a:solidFill>
                  <a:schemeClr val="tx1"/>
                </a:solidFill>
              </a:rPr>
              <a:t>Per Downstream Connection Instances</a:t>
            </a:r>
            <a:endParaRPr kumimoji="1" lang="ko-KR" altLang="en-US" sz="900">
              <a:solidFill>
                <a:schemeClr val="tx1"/>
              </a:solidFill>
            </a:endParaRPr>
          </a:p>
        </p:txBody>
      </p:sp>
      <p:sp>
        <p:nvSpPr>
          <p:cNvPr id="7" name="모서리가 둥근 직사각형 6">
            <a:extLst>
              <a:ext uri="{FF2B5EF4-FFF2-40B4-BE49-F238E27FC236}">
                <a16:creationId xmlns:a16="http://schemas.microsoft.com/office/drawing/2014/main" id="{9E72A92C-3088-8F7B-D87F-034D596AD41C}"/>
              </a:ext>
            </a:extLst>
          </p:cNvPr>
          <p:cNvSpPr/>
          <p:nvPr/>
        </p:nvSpPr>
        <p:spPr>
          <a:xfrm>
            <a:off x="3177762" y="1148273"/>
            <a:ext cx="3135890" cy="639298"/>
          </a:xfrm>
          <a:prstGeom prst="roundRect">
            <a:avLst>
              <a:gd name="adj" fmla="val 11036"/>
            </a:avLst>
          </a:prstGeom>
          <a:solidFill>
            <a:schemeClr val="bg2"/>
          </a:solidFill>
          <a:ln w="12700"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kumimoji="1" lang="en-US" altLang="ko-KR" sz="900">
                <a:solidFill>
                  <a:schemeClr val="tx1"/>
                </a:solidFill>
              </a:rPr>
              <a:t>Listener's Listener Filters</a:t>
            </a:r>
            <a:endParaRPr kumimoji="1" lang="ko-KR" altLang="en-US" sz="900">
              <a:solidFill>
                <a:schemeClr val="tx1"/>
              </a:solidFill>
            </a:endParaRPr>
          </a:p>
        </p:txBody>
      </p:sp>
      <p:sp>
        <p:nvSpPr>
          <p:cNvPr id="41" name="모서리가 둥근 직사각형 40">
            <a:extLst>
              <a:ext uri="{FF2B5EF4-FFF2-40B4-BE49-F238E27FC236}">
                <a16:creationId xmlns:a16="http://schemas.microsoft.com/office/drawing/2014/main" id="{B3638424-2C0F-D930-390E-589847A4F7A1}"/>
              </a:ext>
            </a:extLst>
          </p:cNvPr>
          <p:cNvSpPr/>
          <p:nvPr/>
        </p:nvSpPr>
        <p:spPr>
          <a:xfrm>
            <a:off x="2103410" y="2021680"/>
            <a:ext cx="4210242" cy="2808313"/>
          </a:xfrm>
          <a:prstGeom prst="roundRect">
            <a:avLst>
              <a:gd name="adj" fmla="val 2818"/>
            </a:avLst>
          </a:prstGeom>
          <a:solidFill>
            <a:schemeClr val="bg2"/>
          </a:solidFill>
          <a:ln w="12700"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kumimoji="1" lang="en-US" altLang="ko-KR" sz="900">
                <a:solidFill>
                  <a:schemeClr val="tx1"/>
                </a:solidFill>
              </a:rPr>
              <a:t>Network Filters Selected</a:t>
            </a:r>
            <a:r>
              <a:rPr kumimoji="1" lang="ko-KR" altLang="en-US" sz="900">
                <a:solidFill>
                  <a:schemeClr val="tx1"/>
                </a:solidFill>
              </a:rPr>
              <a:t> </a:t>
            </a:r>
            <a:r>
              <a:rPr kumimoji="1" lang="en-US" altLang="ko-KR" sz="900" b="1" u="sng">
                <a:solidFill>
                  <a:schemeClr val="tx1"/>
                </a:solidFill>
              </a:rPr>
              <a:t>by SNI, ALPN </a:t>
            </a:r>
            <a:endParaRPr kumimoji="1" lang="ko-KR" altLang="en-US" sz="900" b="1" u="sng">
              <a:solidFill>
                <a:schemeClr val="tx1"/>
              </a:solidFill>
            </a:endParaRPr>
          </a:p>
        </p:txBody>
      </p:sp>
      <p:sp>
        <p:nvSpPr>
          <p:cNvPr id="42" name="모서리가 둥근 직사각형 41">
            <a:extLst>
              <a:ext uri="{FF2B5EF4-FFF2-40B4-BE49-F238E27FC236}">
                <a16:creationId xmlns:a16="http://schemas.microsoft.com/office/drawing/2014/main" id="{09B7B0AF-5927-2F1B-6156-9B2AC299FA7E}"/>
              </a:ext>
            </a:extLst>
          </p:cNvPr>
          <p:cNvSpPr/>
          <p:nvPr/>
        </p:nvSpPr>
        <p:spPr>
          <a:xfrm>
            <a:off x="2190779" y="2710165"/>
            <a:ext cx="4037654" cy="2042715"/>
          </a:xfrm>
          <a:prstGeom prst="roundRect">
            <a:avLst>
              <a:gd name="adj" fmla="val 5488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r"/>
            <a:r>
              <a:rPr kumimoji="1" lang="en-US" altLang="ko-KR" sz="800" b="1" u="sng">
                <a:solidFill>
                  <a:schemeClr val="tx1"/>
                </a:solidFill>
              </a:rPr>
              <a:t>HTTP Connection Manager</a:t>
            </a:r>
            <a:r>
              <a:rPr kumimoji="1" lang="ko-KR" altLang="en-US" sz="800">
                <a:solidFill>
                  <a:schemeClr val="tx1"/>
                </a:solidFill>
              </a:rPr>
              <a:t> </a:t>
            </a:r>
            <a:r>
              <a:rPr kumimoji="1" lang="en-US" altLang="ko-KR" sz="800">
                <a:solidFill>
                  <a:schemeClr val="tx1"/>
                </a:solidFill>
              </a:rPr>
              <a:t>(HCM</a:t>
            </a:r>
            <a:r>
              <a:rPr kumimoji="1" lang="en-US" altLang="ko-KR" sz="800" b="1" u="sng">
                <a:solidFill>
                  <a:schemeClr val="tx1"/>
                </a:solidFill>
              </a:rPr>
              <a:t>)</a:t>
            </a:r>
            <a:r>
              <a:rPr kumimoji="1" lang="en-US" altLang="ko-KR" sz="800">
                <a:solidFill>
                  <a:schemeClr val="tx1"/>
                </a:solidFill>
              </a:rPr>
              <a:t> </a:t>
            </a:r>
          </a:p>
          <a:p>
            <a:pPr algn="r"/>
            <a:r>
              <a:rPr kumimoji="1" lang="en-US" altLang="ko-KR" sz="800">
                <a:solidFill>
                  <a:schemeClr val="tx1"/>
                </a:solidFill>
              </a:rPr>
              <a:t>/ Terminator Filter</a:t>
            </a:r>
            <a:endParaRPr kumimoji="1" lang="ko-KR" altLang="en-US" sz="800">
              <a:solidFill>
                <a:schemeClr val="tx1"/>
              </a:solidFill>
            </a:endParaRPr>
          </a:p>
        </p:txBody>
      </p:sp>
      <p:sp>
        <p:nvSpPr>
          <p:cNvPr id="43" name="모서리가 둥근 직사각형 42">
            <a:extLst>
              <a:ext uri="{FF2B5EF4-FFF2-40B4-BE49-F238E27FC236}">
                <a16:creationId xmlns:a16="http://schemas.microsoft.com/office/drawing/2014/main" id="{4A15EB46-4489-EF24-590A-D27FF60A3919}"/>
              </a:ext>
            </a:extLst>
          </p:cNvPr>
          <p:cNvSpPr/>
          <p:nvPr/>
        </p:nvSpPr>
        <p:spPr>
          <a:xfrm>
            <a:off x="3357434" y="2305918"/>
            <a:ext cx="801642" cy="306783"/>
          </a:xfrm>
          <a:prstGeom prst="roundRect">
            <a:avLst>
              <a:gd name="adj" fmla="val 19601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RBAC (L4)</a:t>
            </a:r>
            <a:endParaRPr kumimoji="1" lang="ko-KR" altLang="en-US" sz="800">
              <a:solidFill>
                <a:schemeClr val="tx1"/>
              </a:solidFill>
            </a:endParaRPr>
          </a:p>
        </p:txBody>
      </p:sp>
      <p:sp>
        <p:nvSpPr>
          <p:cNvPr id="44" name="모서리가 둥근 직사각형 43">
            <a:extLst>
              <a:ext uri="{FF2B5EF4-FFF2-40B4-BE49-F238E27FC236}">
                <a16:creationId xmlns:a16="http://schemas.microsoft.com/office/drawing/2014/main" id="{A05067EA-AC47-F709-2BA5-4873ACDE4EF1}"/>
              </a:ext>
            </a:extLst>
          </p:cNvPr>
          <p:cNvSpPr/>
          <p:nvPr/>
        </p:nvSpPr>
        <p:spPr>
          <a:xfrm>
            <a:off x="2194891" y="2305917"/>
            <a:ext cx="801642" cy="306783"/>
          </a:xfrm>
          <a:prstGeom prst="roundRect">
            <a:avLst>
              <a:gd name="adj" fmla="val 19601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Connection</a:t>
            </a:r>
          </a:p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Limit</a:t>
            </a:r>
            <a:endParaRPr kumimoji="1" lang="ko-KR" altLang="en-US" sz="800">
              <a:solidFill>
                <a:schemeClr val="tx1"/>
              </a:solidFill>
            </a:endParaRPr>
          </a:p>
        </p:txBody>
      </p:sp>
      <p:sp>
        <p:nvSpPr>
          <p:cNvPr id="45" name="모서리가 둥근 직사각형 44">
            <a:extLst>
              <a:ext uri="{FF2B5EF4-FFF2-40B4-BE49-F238E27FC236}">
                <a16:creationId xmlns:a16="http://schemas.microsoft.com/office/drawing/2014/main" id="{08B04EA3-AF3C-8CF5-A0CD-59107490A8CA}"/>
              </a:ext>
            </a:extLst>
          </p:cNvPr>
          <p:cNvSpPr/>
          <p:nvPr/>
        </p:nvSpPr>
        <p:spPr>
          <a:xfrm>
            <a:off x="5313839" y="2305916"/>
            <a:ext cx="801642" cy="306783"/>
          </a:xfrm>
          <a:prstGeom prst="roundRect">
            <a:avLst>
              <a:gd name="adj" fmla="val 19601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Local Rate Limit (L4)</a:t>
            </a:r>
            <a:endParaRPr kumimoji="1" lang="ko-KR" altLang="en-US" sz="800">
              <a:solidFill>
                <a:schemeClr val="tx1"/>
              </a:solidFill>
            </a:endParaRPr>
          </a:p>
        </p:txBody>
      </p:sp>
      <p:sp>
        <p:nvSpPr>
          <p:cNvPr id="34" name="모서리가 둥근 직사각형 33">
            <a:extLst>
              <a:ext uri="{FF2B5EF4-FFF2-40B4-BE49-F238E27FC236}">
                <a16:creationId xmlns:a16="http://schemas.microsoft.com/office/drawing/2014/main" id="{730E17F1-7063-91F0-94DC-6CCFABC943E2}"/>
              </a:ext>
            </a:extLst>
          </p:cNvPr>
          <p:cNvSpPr/>
          <p:nvPr/>
        </p:nvSpPr>
        <p:spPr>
          <a:xfrm>
            <a:off x="5423907" y="1400875"/>
            <a:ext cx="801642" cy="306783"/>
          </a:xfrm>
          <a:prstGeom prst="roundRect">
            <a:avLst>
              <a:gd name="adj" fmla="val 19601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TLS Inspector</a:t>
            </a:r>
            <a:endParaRPr kumimoji="1" lang="ko-KR" altLang="en-US" sz="800">
              <a:solidFill>
                <a:schemeClr val="tx1"/>
              </a:solidFill>
            </a:endParaRPr>
          </a:p>
        </p:txBody>
      </p:sp>
      <p:sp>
        <p:nvSpPr>
          <p:cNvPr id="35" name="모서리가 둥근 직사각형 34">
            <a:extLst>
              <a:ext uri="{FF2B5EF4-FFF2-40B4-BE49-F238E27FC236}">
                <a16:creationId xmlns:a16="http://schemas.microsoft.com/office/drawing/2014/main" id="{C5006A0C-EA1D-4055-C70B-A199AFB6D065}"/>
              </a:ext>
            </a:extLst>
          </p:cNvPr>
          <p:cNvSpPr/>
          <p:nvPr/>
        </p:nvSpPr>
        <p:spPr>
          <a:xfrm>
            <a:off x="4450420" y="1402639"/>
            <a:ext cx="801642" cy="306783"/>
          </a:xfrm>
          <a:prstGeom prst="roundRect">
            <a:avLst>
              <a:gd name="adj" fmla="val 19601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Proxy</a:t>
            </a:r>
          </a:p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Protocol</a:t>
            </a:r>
            <a:endParaRPr kumimoji="1" lang="ko-KR" altLang="en-US" sz="800">
              <a:solidFill>
                <a:schemeClr val="tx1"/>
              </a:solidFill>
            </a:endParaRPr>
          </a:p>
        </p:txBody>
      </p:sp>
      <p:sp>
        <p:nvSpPr>
          <p:cNvPr id="36" name="모서리가 둥근 직사각형 35">
            <a:extLst>
              <a:ext uri="{FF2B5EF4-FFF2-40B4-BE49-F238E27FC236}">
                <a16:creationId xmlns:a16="http://schemas.microsoft.com/office/drawing/2014/main" id="{F3546A80-E856-13C1-E857-DEE33749D65B}"/>
              </a:ext>
            </a:extLst>
          </p:cNvPr>
          <p:cNvSpPr/>
          <p:nvPr/>
        </p:nvSpPr>
        <p:spPr>
          <a:xfrm>
            <a:off x="3263724" y="1402639"/>
            <a:ext cx="801642" cy="306783"/>
          </a:xfrm>
          <a:prstGeom prst="roundRect">
            <a:avLst>
              <a:gd name="adj" fmla="val 19601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Original</a:t>
            </a:r>
          </a:p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Dst</a:t>
            </a:r>
            <a:endParaRPr kumimoji="1" lang="ko-KR" altLang="en-US" sz="800">
              <a:solidFill>
                <a:schemeClr val="tx1"/>
              </a:solidFill>
            </a:endParaRPr>
          </a:p>
        </p:txBody>
      </p:sp>
      <p:sp>
        <p:nvSpPr>
          <p:cNvPr id="47" name="모서리가 둥근 직사각형 46">
            <a:extLst>
              <a:ext uri="{FF2B5EF4-FFF2-40B4-BE49-F238E27FC236}">
                <a16:creationId xmlns:a16="http://schemas.microsoft.com/office/drawing/2014/main" id="{73D89420-5E5D-36D8-9943-85CA34FC56BC}"/>
              </a:ext>
            </a:extLst>
          </p:cNvPr>
          <p:cNvSpPr/>
          <p:nvPr/>
        </p:nvSpPr>
        <p:spPr>
          <a:xfrm>
            <a:off x="2280819" y="2797047"/>
            <a:ext cx="801642" cy="306783"/>
          </a:xfrm>
          <a:prstGeom prst="roundRect">
            <a:avLst>
              <a:gd name="adj" fmla="val 19601"/>
            </a:avLst>
          </a:prstGeom>
          <a:solidFill>
            <a:schemeClr val="accent3">
              <a:lumMod val="20000"/>
              <a:lumOff val="8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HTTP Codec</a:t>
            </a:r>
            <a:endParaRPr kumimoji="1" lang="ko-KR" altLang="en-US" sz="800">
              <a:solidFill>
                <a:schemeClr val="tx1"/>
              </a:solidFill>
            </a:endParaRPr>
          </a:p>
        </p:txBody>
      </p:sp>
      <p:sp>
        <p:nvSpPr>
          <p:cNvPr id="38" name="타원 37">
            <a:extLst>
              <a:ext uri="{FF2B5EF4-FFF2-40B4-BE49-F238E27FC236}">
                <a16:creationId xmlns:a16="http://schemas.microsoft.com/office/drawing/2014/main" id="{C9B23DBF-EF07-C6A9-C0DA-7F8E3597F4EE}"/>
              </a:ext>
            </a:extLst>
          </p:cNvPr>
          <p:cNvSpPr/>
          <p:nvPr/>
        </p:nvSpPr>
        <p:spPr>
          <a:xfrm flipH="1" flipV="1">
            <a:off x="4120335" y="1429246"/>
            <a:ext cx="51681" cy="45719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39" name="타원 38">
            <a:extLst>
              <a:ext uri="{FF2B5EF4-FFF2-40B4-BE49-F238E27FC236}">
                <a16:creationId xmlns:a16="http://schemas.microsoft.com/office/drawing/2014/main" id="{36D4E2AF-D264-9F97-BA19-6DB1A8289DD7}"/>
              </a:ext>
            </a:extLst>
          </p:cNvPr>
          <p:cNvSpPr/>
          <p:nvPr/>
        </p:nvSpPr>
        <p:spPr>
          <a:xfrm flipH="1" flipV="1">
            <a:off x="4216166" y="1429719"/>
            <a:ext cx="51681" cy="45719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40" name="타원 39">
            <a:extLst>
              <a:ext uri="{FF2B5EF4-FFF2-40B4-BE49-F238E27FC236}">
                <a16:creationId xmlns:a16="http://schemas.microsoft.com/office/drawing/2014/main" id="{F18172E4-1F29-B2A2-5C1A-F092932F0C98}"/>
              </a:ext>
            </a:extLst>
          </p:cNvPr>
          <p:cNvSpPr/>
          <p:nvPr/>
        </p:nvSpPr>
        <p:spPr>
          <a:xfrm flipH="1" flipV="1">
            <a:off x="4311996" y="1429245"/>
            <a:ext cx="51681" cy="45719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50" name="모서리가 둥근 직사각형 49">
            <a:extLst>
              <a:ext uri="{FF2B5EF4-FFF2-40B4-BE49-F238E27FC236}">
                <a16:creationId xmlns:a16="http://schemas.microsoft.com/office/drawing/2014/main" id="{CB3BFB09-35F5-3362-D0CB-7C5E2D209262}"/>
              </a:ext>
            </a:extLst>
          </p:cNvPr>
          <p:cNvSpPr/>
          <p:nvPr/>
        </p:nvSpPr>
        <p:spPr>
          <a:xfrm>
            <a:off x="2280818" y="3161120"/>
            <a:ext cx="3865553" cy="1521424"/>
          </a:xfrm>
          <a:prstGeom prst="roundRect">
            <a:avLst>
              <a:gd name="adj" fmla="val 6920"/>
            </a:avLst>
          </a:prstGeom>
          <a:noFill/>
          <a:ln w="12700"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r"/>
            <a:r>
              <a:rPr kumimoji="1" lang="en-US" altLang="ko-KR" sz="800">
                <a:solidFill>
                  <a:schemeClr val="tx1"/>
                </a:solidFill>
              </a:rPr>
              <a:t>Per Downstream Request/Stream Instances</a:t>
            </a:r>
            <a:endParaRPr kumimoji="1" lang="ko-KR" altLang="en-US" sz="800">
              <a:solidFill>
                <a:schemeClr val="tx1"/>
              </a:solidFill>
            </a:endParaRPr>
          </a:p>
        </p:txBody>
      </p:sp>
      <p:sp>
        <p:nvSpPr>
          <p:cNvPr id="51" name="모서리가 둥근 직사각형 50">
            <a:extLst>
              <a:ext uri="{FF2B5EF4-FFF2-40B4-BE49-F238E27FC236}">
                <a16:creationId xmlns:a16="http://schemas.microsoft.com/office/drawing/2014/main" id="{D7986511-9ED7-0472-4405-496086F0B0BC}"/>
              </a:ext>
            </a:extLst>
          </p:cNvPr>
          <p:cNvSpPr/>
          <p:nvPr/>
        </p:nvSpPr>
        <p:spPr>
          <a:xfrm>
            <a:off x="2370857" y="3446726"/>
            <a:ext cx="3687591" cy="1147893"/>
          </a:xfrm>
          <a:prstGeom prst="roundRect">
            <a:avLst>
              <a:gd name="adj" fmla="val 7615"/>
            </a:avLst>
          </a:prstGeom>
          <a:solidFill>
            <a:schemeClr val="bg2"/>
          </a:solidFill>
          <a:ln w="12700"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Downstream HTTP Filters</a:t>
            </a:r>
            <a:endParaRPr kumimoji="1" lang="ko-KR" altLang="en-US" sz="800">
              <a:solidFill>
                <a:schemeClr val="tx1"/>
              </a:solidFill>
            </a:endParaRPr>
          </a:p>
        </p:txBody>
      </p:sp>
      <p:sp>
        <p:nvSpPr>
          <p:cNvPr id="52" name="모서리가 둥근 직사각형 51">
            <a:extLst>
              <a:ext uri="{FF2B5EF4-FFF2-40B4-BE49-F238E27FC236}">
                <a16:creationId xmlns:a16="http://schemas.microsoft.com/office/drawing/2014/main" id="{CAEBA344-2477-2F8B-D882-AD19ADADF914}"/>
              </a:ext>
            </a:extLst>
          </p:cNvPr>
          <p:cNvSpPr/>
          <p:nvPr/>
        </p:nvSpPr>
        <p:spPr>
          <a:xfrm>
            <a:off x="5164717" y="3709121"/>
            <a:ext cx="801642" cy="306783"/>
          </a:xfrm>
          <a:prstGeom prst="roundRect">
            <a:avLst>
              <a:gd name="adj" fmla="val 19601"/>
            </a:avLst>
          </a:prstGeom>
          <a:solidFill>
            <a:schemeClr val="accent3">
              <a:lumMod val="20000"/>
              <a:lumOff val="8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Rate Limit</a:t>
            </a:r>
            <a:endParaRPr kumimoji="1" lang="ko-KR" altLang="en-US" sz="800">
              <a:solidFill>
                <a:schemeClr val="tx1"/>
              </a:solidFill>
            </a:endParaRPr>
          </a:p>
        </p:txBody>
      </p:sp>
      <p:sp>
        <p:nvSpPr>
          <p:cNvPr id="53" name="타원 52">
            <a:extLst>
              <a:ext uri="{FF2B5EF4-FFF2-40B4-BE49-F238E27FC236}">
                <a16:creationId xmlns:a16="http://schemas.microsoft.com/office/drawing/2014/main" id="{2E9D6202-5BA8-2675-54F2-0AADC25423C4}"/>
              </a:ext>
            </a:extLst>
          </p:cNvPr>
          <p:cNvSpPr/>
          <p:nvPr/>
        </p:nvSpPr>
        <p:spPr>
          <a:xfrm flipH="1" flipV="1">
            <a:off x="3056260" y="2335529"/>
            <a:ext cx="51681" cy="45719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54" name="타원 53">
            <a:extLst>
              <a:ext uri="{FF2B5EF4-FFF2-40B4-BE49-F238E27FC236}">
                <a16:creationId xmlns:a16="http://schemas.microsoft.com/office/drawing/2014/main" id="{5A51C044-604C-F9C2-1752-C3F7EE9EF6EA}"/>
              </a:ext>
            </a:extLst>
          </p:cNvPr>
          <p:cNvSpPr/>
          <p:nvPr/>
        </p:nvSpPr>
        <p:spPr>
          <a:xfrm flipH="1" flipV="1">
            <a:off x="3152091" y="2336002"/>
            <a:ext cx="51681" cy="45719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55" name="타원 54">
            <a:extLst>
              <a:ext uri="{FF2B5EF4-FFF2-40B4-BE49-F238E27FC236}">
                <a16:creationId xmlns:a16="http://schemas.microsoft.com/office/drawing/2014/main" id="{C7FE31F2-52DE-CFDE-51E7-C899B8A833CC}"/>
              </a:ext>
            </a:extLst>
          </p:cNvPr>
          <p:cNvSpPr/>
          <p:nvPr/>
        </p:nvSpPr>
        <p:spPr>
          <a:xfrm flipH="1" flipV="1">
            <a:off x="3247921" y="2335528"/>
            <a:ext cx="51681" cy="45719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56" name="모서리가 둥근 직사각형 55">
            <a:extLst>
              <a:ext uri="{FF2B5EF4-FFF2-40B4-BE49-F238E27FC236}">
                <a16:creationId xmlns:a16="http://schemas.microsoft.com/office/drawing/2014/main" id="{2278D5C8-7660-92E3-052F-68E2F3A356C0}"/>
              </a:ext>
            </a:extLst>
          </p:cNvPr>
          <p:cNvSpPr/>
          <p:nvPr/>
        </p:nvSpPr>
        <p:spPr>
          <a:xfrm>
            <a:off x="2099365" y="1363300"/>
            <a:ext cx="1008576" cy="427640"/>
          </a:xfrm>
          <a:prstGeom prst="roundRect">
            <a:avLst>
              <a:gd name="adj" fmla="val 12191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Downstream Transport Socket</a:t>
            </a:r>
            <a:endParaRPr kumimoji="1" lang="ko-KR" altLang="en-US" sz="800">
              <a:solidFill>
                <a:schemeClr val="tx1"/>
              </a:solidFill>
            </a:endParaRPr>
          </a:p>
        </p:txBody>
      </p:sp>
      <p:sp>
        <p:nvSpPr>
          <p:cNvPr id="9" name="모서리가 둥근 직사각형 8">
            <a:extLst>
              <a:ext uri="{FF2B5EF4-FFF2-40B4-BE49-F238E27FC236}">
                <a16:creationId xmlns:a16="http://schemas.microsoft.com/office/drawing/2014/main" id="{9B850938-A6B3-FD7F-1764-AEB8D9CC49C3}"/>
              </a:ext>
            </a:extLst>
          </p:cNvPr>
          <p:cNvSpPr/>
          <p:nvPr/>
        </p:nvSpPr>
        <p:spPr>
          <a:xfrm>
            <a:off x="2466364" y="3709122"/>
            <a:ext cx="801642" cy="306783"/>
          </a:xfrm>
          <a:prstGeom prst="roundRect">
            <a:avLst>
              <a:gd name="adj" fmla="val 19601"/>
            </a:avLst>
          </a:prstGeom>
          <a:solidFill>
            <a:schemeClr val="accent3">
              <a:lumMod val="20000"/>
              <a:lumOff val="8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CORS</a:t>
            </a:r>
            <a:endParaRPr kumimoji="1" lang="ko-KR" altLang="en-US" sz="800">
              <a:solidFill>
                <a:schemeClr val="tx1"/>
              </a:solidFill>
            </a:endParaRPr>
          </a:p>
        </p:txBody>
      </p:sp>
      <p:cxnSp>
        <p:nvCxnSpPr>
          <p:cNvPr id="10" name="직선 화살표 연결선 9">
            <a:extLst>
              <a:ext uri="{FF2B5EF4-FFF2-40B4-BE49-F238E27FC236}">
                <a16:creationId xmlns:a16="http://schemas.microsoft.com/office/drawing/2014/main" id="{4AAC684D-3954-56C7-3B01-88799355F03A}"/>
              </a:ext>
            </a:extLst>
          </p:cNvPr>
          <p:cNvCxnSpPr>
            <a:cxnSpLocks/>
            <a:stCxn id="44" idx="3"/>
            <a:endCxn id="43" idx="1"/>
          </p:cNvCxnSpPr>
          <p:nvPr/>
        </p:nvCxnSpPr>
        <p:spPr>
          <a:xfrm>
            <a:off x="2996533" y="2459309"/>
            <a:ext cx="360901" cy="1"/>
          </a:xfrm>
          <a:prstGeom prst="straightConnector1">
            <a:avLst/>
          </a:prstGeom>
          <a:ln w="127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직선 화살표 연결선 12">
            <a:extLst>
              <a:ext uri="{FF2B5EF4-FFF2-40B4-BE49-F238E27FC236}">
                <a16:creationId xmlns:a16="http://schemas.microsoft.com/office/drawing/2014/main" id="{A8BF222E-7D56-3CA0-6E22-784F117A9113}"/>
              </a:ext>
            </a:extLst>
          </p:cNvPr>
          <p:cNvCxnSpPr>
            <a:cxnSpLocks/>
            <a:stCxn id="43" idx="3"/>
            <a:endCxn id="21" idx="1"/>
          </p:cNvCxnSpPr>
          <p:nvPr/>
        </p:nvCxnSpPr>
        <p:spPr>
          <a:xfrm flipV="1">
            <a:off x="4159076" y="2459308"/>
            <a:ext cx="176506" cy="2"/>
          </a:xfrm>
          <a:prstGeom prst="straightConnector1">
            <a:avLst/>
          </a:prstGeom>
          <a:ln w="127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모서리가 둥근 직사각형 16">
            <a:extLst>
              <a:ext uri="{FF2B5EF4-FFF2-40B4-BE49-F238E27FC236}">
                <a16:creationId xmlns:a16="http://schemas.microsoft.com/office/drawing/2014/main" id="{57EAE5C2-C7A8-5FBB-A093-9F12C69E20E5}"/>
              </a:ext>
            </a:extLst>
          </p:cNvPr>
          <p:cNvSpPr/>
          <p:nvPr/>
        </p:nvSpPr>
        <p:spPr>
          <a:xfrm>
            <a:off x="4265817" y="3709121"/>
            <a:ext cx="801642" cy="306783"/>
          </a:xfrm>
          <a:prstGeom prst="roundRect">
            <a:avLst>
              <a:gd name="adj" fmla="val 19601"/>
            </a:avLst>
          </a:prstGeom>
          <a:solidFill>
            <a:schemeClr val="accent3">
              <a:lumMod val="20000"/>
              <a:lumOff val="8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RBAC (L7)</a:t>
            </a:r>
            <a:endParaRPr kumimoji="1" lang="ko-KR" altLang="en-US" sz="800">
              <a:solidFill>
                <a:schemeClr val="tx1"/>
              </a:solidFill>
            </a:endParaRPr>
          </a:p>
        </p:txBody>
      </p:sp>
      <p:sp>
        <p:nvSpPr>
          <p:cNvPr id="21" name="모서리가 둥근 직사각형 20">
            <a:extLst>
              <a:ext uri="{FF2B5EF4-FFF2-40B4-BE49-F238E27FC236}">
                <a16:creationId xmlns:a16="http://schemas.microsoft.com/office/drawing/2014/main" id="{B6ABFD8E-4F0A-66D0-08A4-4962734852A0}"/>
              </a:ext>
            </a:extLst>
          </p:cNvPr>
          <p:cNvSpPr/>
          <p:nvPr/>
        </p:nvSpPr>
        <p:spPr>
          <a:xfrm>
            <a:off x="4335582" y="2305916"/>
            <a:ext cx="801642" cy="306783"/>
          </a:xfrm>
          <a:prstGeom prst="roundRect">
            <a:avLst>
              <a:gd name="adj" fmla="val 19601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WASM</a:t>
            </a:r>
            <a:endParaRPr kumimoji="1" lang="ko-KR" altLang="en-US" sz="800">
              <a:solidFill>
                <a:schemeClr val="tx1"/>
              </a:solidFill>
            </a:endParaRPr>
          </a:p>
        </p:txBody>
      </p:sp>
      <p:cxnSp>
        <p:nvCxnSpPr>
          <p:cNvPr id="26" name="직선 화살표 연결선 25">
            <a:extLst>
              <a:ext uri="{FF2B5EF4-FFF2-40B4-BE49-F238E27FC236}">
                <a16:creationId xmlns:a16="http://schemas.microsoft.com/office/drawing/2014/main" id="{79193C2F-51AF-C9D3-3027-A71BDB323604}"/>
              </a:ext>
            </a:extLst>
          </p:cNvPr>
          <p:cNvCxnSpPr>
            <a:cxnSpLocks/>
            <a:stCxn id="21" idx="3"/>
            <a:endCxn id="45" idx="1"/>
          </p:cNvCxnSpPr>
          <p:nvPr/>
        </p:nvCxnSpPr>
        <p:spPr>
          <a:xfrm>
            <a:off x="5137224" y="2459308"/>
            <a:ext cx="176615" cy="0"/>
          </a:xfrm>
          <a:prstGeom prst="straightConnector1">
            <a:avLst/>
          </a:prstGeom>
          <a:ln w="127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모서리가 둥근 직사각형 28">
            <a:extLst>
              <a:ext uri="{FF2B5EF4-FFF2-40B4-BE49-F238E27FC236}">
                <a16:creationId xmlns:a16="http://schemas.microsoft.com/office/drawing/2014/main" id="{77F12620-AF1A-4F76-26A1-C27577919ADC}"/>
              </a:ext>
            </a:extLst>
          </p:cNvPr>
          <p:cNvSpPr/>
          <p:nvPr/>
        </p:nvSpPr>
        <p:spPr>
          <a:xfrm>
            <a:off x="5164717" y="4194052"/>
            <a:ext cx="801642" cy="306783"/>
          </a:xfrm>
          <a:prstGeom prst="roundRect">
            <a:avLst>
              <a:gd name="adj" fmla="val 19601"/>
            </a:avLst>
          </a:prstGeom>
          <a:solidFill>
            <a:schemeClr val="accent3">
              <a:lumMod val="20000"/>
              <a:lumOff val="8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800" b="1" u="sng">
                <a:solidFill>
                  <a:schemeClr val="tx1"/>
                </a:solidFill>
              </a:rPr>
              <a:t>Router</a:t>
            </a:r>
            <a:endParaRPr kumimoji="1" lang="ko-KR" altLang="en-US" sz="800" b="1" u="sng">
              <a:solidFill>
                <a:schemeClr val="tx1"/>
              </a:solidFill>
            </a:endParaRPr>
          </a:p>
        </p:txBody>
      </p:sp>
      <p:sp>
        <p:nvSpPr>
          <p:cNvPr id="32" name="모서리가 둥근 직사각형 31">
            <a:extLst>
              <a:ext uri="{FF2B5EF4-FFF2-40B4-BE49-F238E27FC236}">
                <a16:creationId xmlns:a16="http://schemas.microsoft.com/office/drawing/2014/main" id="{334BA92E-554E-E2EF-89DA-2613626B7B89}"/>
              </a:ext>
            </a:extLst>
          </p:cNvPr>
          <p:cNvSpPr/>
          <p:nvPr/>
        </p:nvSpPr>
        <p:spPr>
          <a:xfrm>
            <a:off x="4265817" y="4187745"/>
            <a:ext cx="801642" cy="306783"/>
          </a:xfrm>
          <a:prstGeom prst="roundRect">
            <a:avLst>
              <a:gd name="adj" fmla="val 19601"/>
            </a:avLst>
          </a:prstGeom>
          <a:solidFill>
            <a:schemeClr val="accent3">
              <a:lumMod val="20000"/>
              <a:lumOff val="8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LUA</a:t>
            </a:r>
            <a:endParaRPr kumimoji="1" lang="ko-KR" altLang="en-US" sz="800">
              <a:solidFill>
                <a:schemeClr val="tx1"/>
              </a:solidFill>
            </a:endParaRPr>
          </a:p>
        </p:txBody>
      </p:sp>
      <p:sp>
        <p:nvSpPr>
          <p:cNvPr id="33" name="모서리가 둥근 직사각형 32">
            <a:extLst>
              <a:ext uri="{FF2B5EF4-FFF2-40B4-BE49-F238E27FC236}">
                <a16:creationId xmlns:a16="http://schemas.microsoft.com/office/drawing/2014/main" id="{AFD05732-B471-681C-3AD4-3F5F4B4D33D4}"/>
              </a:ext>
            </a:extLst>
          </p:cNvPr>
          <p:cNvSpPr/>
          <p:nvPr/>
        </p:nvSpPr>
        <p:spPr>
          <a:xfrm>
            <a:off x="2466364" y="4187191"/>
            <a:ext cx="801642" cy="306783"/>
          </a:xfrm>
          <a:prstGeom prst="roundRect">
            <a:avLst>
              <a:gd name="adj" fmla="val 19601"/>
            </a:avLst>
          </a:prstGeom>
          <a:solidFill>
            <a:schemeClr val="accent3">
              <a:lumMod val="20000"/>
              <a:lumOff val="8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Local Rate Limit (L7)</a:t>
            </a:r>
            <a:endParaRPr kumimoji="1" lang="ko-KR" altLang="en-US" sz="800">
              <a:solidFill>
                <a:schemeClr val="tx1"/>
              </a:solidFill>
            </a:endParaRPr>
          </a:p>
        </p:txBody>
      </p:sp>
      <p:sp>
        <p:nvSpPr>
          <p:cNvPr id="46" name="모서리가 둥근 직사각형 45">
            <a:extLst>
              <a:ext uri="{FF2B5EF4-FFF2-40B4-BE49-F238E27FC236}">
                <a16:creationId xmlns:a16="http://schemas.microsoft.com/office/drawing/2014/main" id="{0CF836AE-0C73-9711-A239-096DED5A6EA5}"/>
              </a:ext>
            </a:extLst>
          </p:cNvPr>
          <p:cNvSpPr/>
          <p:nvPr/>
        </p:nvSpPr>
        <p:spPr>
          <a:xfrm>
            <a:off x="3363512" y="4187745"/>
            <a:ext cx="801642" cy="306783"/>
          </a:xfrm>
          <a:prstGeom prst="roundRect">
            <a:avLst>
              <a:gd name="adj" fmla="val 19601"/>
            </a:avLst>
          </a:prstGeom>
          <a:solidFill>
            <a:schemeClr val="accent3">
              <a:lumMod val="20000"/>
              <a:lumOff val="8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Compressor</a:t>
            </a:r>
            <a:endParaRPr kumimoji="1" lang="ko-KR" altLang="en-US" sz="800">
              <a:solidFill>
                <a:schemeClr val="tx1"/>
              </a:solidFill>
            </a:endParaRPr>
          </a:p>
        </p:txBody>
      </p:sp>
      <p:sp>
        <p:nvSpPr>
          <p:cNvPr id="48" name="타원 47">
            <a:extLst>
              <a:ext uri="{FF2B5EF4-FFF2-40B4-BE49-F238E27FC236}">
                <a16:creationId xmlns:a16="http://schemas.microsoft.com/office/drawing/2014/main" id="{5AE8D5B8-DE64-7B4F-E25F-A32B40801860}"/>
              </a:ext>
            </a:extLst>
          </p:cNvPr>
          <p:cNvSpPr/>
          <p:nvPr/>
        </p:nvSpPr>
        <p:spPr>
          <a:xfrm flipH="1" flipV="1">
            <a:off x="3649356" y="3775689"/>
            <a:ext cx="51681" cy="45719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49" name="타원 48">
            <a:extLst>
              <a:ext uri="{FF2B5EF4-FFF2-40B4-BE49-F238E27FC236}">
                <a16:creationId xmlns:a16="http://schemas.microsoft.com/office/drawing/2014/main" id="{DCF586E8-ED2E-5580-5B4E-DC2EECC53647}"/>
              </a:ext>
            </a:extLst>
          </p:cNvPr>
          <p:cNvSpPr/>
          <p:nvPr/>
        </p:nvSpPr>
        <p:spPr>
          <a:xfrm flipH="1" flipV="1">
            <a:off x="3745187" y="3776162"/>
            <a:ext cx="51681" cy="45719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57" name="타원 56">
            <a:extLst>
              <a:ext uri="{FF2B5EF4-FFF2-40B4-BE49-F238E27FC236}">
                <a16:creationId xmlns:a16="http://schemas.microsoft.com/office/drawing/2014/main" id="{49544F9F-CE18-1462-4A7C-26F88F165173}"/>
              </a:ext>
            </a:extLst>
          </p:cNvPr>
          <p:cNvSpPr/>
          <p:nvPr/>
        </p:nvSpPr>
        <p:spPr>
          <a:xfrm flipH="1" flipV="1">
            <a:off x="3841017" y="3775688"/>
            <a:ext cx="51681" cy="45719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cxnSp>
        <p:nvCxnSpPr>
          <p:cNvPr id="58" name="직선 화살표 연결선 57">
            <a:extLst>
              <a:ext uri="{FF2B5EF4-FFF2-40B4-BE49-F238E27FC236}">
                <a16:creationId xmlns:a16="http://schemas.microsoft.com/office/drawing/2014/main" id="{3474999B-A8D6-DB8D-9B81-D2231EDADF55}"/>
              </a:ext>
            </a:extLst>
          </p:cNvPr>
          <p:cNvCxnSpPr>
            <a:cxnSpLocks/>
            <a:stCxn id="36" idx="3"/>
            <a:endCxn id="35" idx="1"/>
          </p:cNvCxnSpPr>
          <p:nvPr/>
        </p:nvCxnSpPr>
        <p:spPr>
          <a:xfrm>
            <a:off x="4065366" y="1556031"/>
            <a:ext cx="385054" cy="0"/>
          </a:xfrm>
          <a:prstGeom prst="straightConnector1">
            <a:avLst/>
          </a:prstGeom>
          <a:ln w="127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직선 화살표 연결선 60">
            <a:extLst>
              <a:ext uri="{FF2B5EF4-FFF2-40B4-BE49-F238E27FC236}">
                <a16:creationId xmlns:a16="http://schemas.microsoft.com/office/drawing/2014/main" id="{D7C3D962-7AAD-CAB8-7957-1F59EBE256CF}"/>
              </a:ext>
            </a:extLst>
          </p:cNvPr>
          <p:cNvCxnSpPr>
            <a:cxnSpLocks/>
            <a:stCxn id="35" idx="3"/>
            <a:endCxn id="34" idx="1"/>
          </p:cNvCxnSpPr>
          <p:nvPr/>
        </p:nvCxnSpPr>
        <p:spPr>
          <a:xfrm flipV="1">
            <a:off x="5252062" y="1554267"/>
            <a:ext cx="171845" cy="1764"/>
          </a:xfrm>
          <a:prstGeom prst="straightConnector1">
            <a:avLst/>
          </a:prstGeom>
          <a:ln w="127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모서리가 둥근 직사각형 63">
            <a:extLst>
              <a:ext uri="{FF2B5EF4-FFF2-40B4-BE49-F238E27FC236}">
                <a16:creationId xmlns:a16="http://schemas.microsoft.com/office/drawing/2014/main" id="{85D956D1-8AE6-3E37-86C8-6DB26F8F3F54}"/>
              </a:ext>
            </a:extLst>
          </p:cNvPr>
          <p:cNvSpPr/>
          <p:nvPr/>
        </p:nvSpPr>
        <p:spPr>
          <a:xfrm>
            <a:off x="6679601" y="4405327"/>
            <a:ext cx="995752" cy="427640"/>
          </a:xfrm>
          <a:prstGeom prst="roundRect">
            <a:avLst>
              <a:gd name="adj" fmla="val 12191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Upstream Transport Socket</a:t>
            </a:r>
            <a:endParaRPr kumimoji="1" lang="ko-KR" altLang="en-US" sz="800">
              <a:solidFill>
                <a:schemeClr val="tx1"/>
              </a:solidFill>
            </a:endParaRPr>
          </a:p>
        </p:txBody>
      </p:sp>
      <p:cxnSp>
        <p:nvCxnSpPr>
          <p:cNvPr id="65" name="직선 화살표 연결선 64">
            <a:extLst>
              <a:ext uri="{FF2B5EF4-FFF2-40B4-BE49-F238E27FC236}">
                <a16:creationId xmlns:a16="http://schemas.microsoft.com/office/drawing/2014/main" id="{6F7734F0-8C16-CA51-2B63-69E76C8ECE5C}"/>
              </a:ext>
            </a:extLst>
          </p:cNvPr>
          <p:cNvCxnSpPr>
            <a:cxnSpLocks/>
            <a:stCxn id="17" idx="3"/>
            <a:endCxn id="52" idx="1"/>
          </p:cNvCxnSpPr>
          <p:nvPr/>
        </p:nvCxnSpPr>
        <p:spPr>
          <a:xfrm>
            <a:off x="5067459" y="3862513"/>
            <a:ext cx="97258" cy="0"/>
          </a:xfrm>
          <a:prstGeom prst="straightConnector1">
            <a:avLst/>
          </a:prstGeom>
          <a:ln w="127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직선 화살표 연결선 67">
            <a:extLst>
              <a:ext uri="{FF2B5EF4-FFF2-40B4-BE49-F238E27FC236}">
                <a16:creationId xmlns:a16="http://schemas.microsoft.com/office/drawing/2014/main" id="{71118B5E-F36C-995E-3F85-78D778B9E858}"/>
              </a:ext>
            </a:extLst>
          </p:cNvPr>
          <p:cNvCxnSpPr>
            <a:cxnSpLocks/>
            <a:stCxn id="32" idx="3"/>
            <a:endCxn id="29" idx="1"/>
          </p:cNvCxnSpPr>
          <p:nvPr/>
        </p:nvCxnSpPr>
        <p:spPr>
          <a:xfrm>
            <a:off x="5067459" y="4341137"/>
            <a:ext cx="97258" cy="6307"/>
          </a:xfrm>
          <a:prstGeom prst="straightConnector1">
            <a:avLst/>
          </a:prstGeom>
          <a:ln w="127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직선 화살표 연결선 70">
            <a:extLst>
              <a:ext uri="{FF2B5EF4-FFF2-40B4-BE49-F238E27FC236}">
                <a16:creationId xmlns:a16="http://schemas.microsoft.com/office/drawing/2014/main" id="{983E1A6F-CF31-5B74-C180-05C8EF0BF7FD}"/>
              </a:ext>
            </a:extLst>
          </p:cNvPr>
          <p:cNvCxnSpPr>
            <a:cxnSpLocks/>
            <a:stCxn id="46" idx="3"/>
            <a:endCxn id="32" idx="1"/>
          </p:cNvCxnSpPr>
          <p:nvPr/>
        </p:nvCxnSpPr>
        <p:spPr>
          <a:xfrm>
            <a:off x="4165154" y="4341137"/>
            <a:ext cx="100663" cy="0"/>
          </a:xfrm>
          <a:prstGeom prst="straightConnector1">
            <a:avLst/>
          </a:prstGeom>
          <a:ln w="127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직선 화살표 연결선 73">
            <a:extLst>
              <a:ext uri="{FF2B5EF4-FFF2-40B4-BE49-F238E27FC236}">
                <a16:creationId xmlns:a16="http://schemas.microsoft.com/office/drawing/2014/main" id="{D7E5D2F2-882D-1B39-9312-890CFAA626D4}"/>
              </a:ext>
            </a:extLst>
          </p:cNvPr>
          <p:cNvCxnSpPr>
            <a:cxnSpLocks/>
            <a:stCxn id="33" idx="3"/>
            <a:endCxn id="46" idx="1"/>
          </p:cNvCxnSpPr>
          <p:nvPr/>
        </p:nvCxnSpPr>
        <p:spPr>
          <a:xfrm>
            <a:off x="3268006" y="4340583"/>
            <a:ext cx="95506" cy="554"/>
          </a:xfrm>
          <a:prstGeom prst="straightConnector1">
            <a:avLst/>
          </a:prstGeom>
          <a:ln w="127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직선 화살표 연결선 77">
            <a:extLst>
              <a:ext uri="{FF2B5EF4-FFF2-40B4-BE49-F238E27FC236}">
                <a16:creationId xmlns:a16="http://schemas.microsoft.com/office/drawing/2014/main" id="{77C5A3D1-BF41-CF12-77D6-8B81D9944D3A}"/>
              </a:ext>
            </a:extLst>
          </p:cNvPr>
          <p:cNvCxnSpPr>
            <a:cxnSpLocks/>
            <a:stCxn id="9" idx="3"/>
            <a:endCxn id="17" idx="1"/>
          </p:cNvCxnSpPr>
          <p:nvPr/>
        </p:nvCxnSpPr>
        <p:spPr>
          <a:xfrm flipV="1">
            <a:off x="3268006" y="3862513"/>
            <a:ext cx="997811" cy="1"/>
          </a:xfrm>
          <a:prstGeom prst="straightConnector1">
            <a:avLst/>
          </a:prstGeom>
          <a:ln w="127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꺾인 연결선[E] 81">
            <a:extLst>
              <a:ext uri="{FF2B5EF4-FFF2-40B4-BE49-F238E27FC236}">
                <a16:creationId xmlns:a16="http://schemas.microsoft.com/office/drawing/2014/main" id="{5E355697-185C-E247-C4F1-E56E29548FED}"/>
              </a:ext>
            </a:extLst>
          </p:cNvPr>
          <p:cNvCxnSpPr>
            <a:stCxn id="45" idx="2"/>
            <a:endCxn id="47" idx="0"/>
          </p:cNvCxnSpPr>
          <p:nvPr/>
        </p:nvCxnSpPr>
        <p:spPr>
          <a:xfrm rot="5400000">
            <a:off x="4105976" y="1188363"/>
            <a:ext cx="184348" cy="3033020"/>
          </a:xfrm>
          <a:prstGeom prst="bentConnector3">
            <a:avLst>
              <a:gd name="adj1" fmla="val 23427"/>
            </a:avLst>
          </a:prstGeom>
          <a:ln w="127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꺾인 연결선[E] 83">
            <a:extLst>
              <a:ext uri="{FF2B5EF4-FFF2-40B4-BE49-F238E27FC236}">
                <a16:creationId xmlns:a16="http://schemas.microsoft.com/office/drawing/2014/main" id="{C193C49A-10AD-8647-E7D2-CC768A443D3C}"/>
              </a:ext>
            </a:extLst>
          </p:cNvPr>
          <p:cNvCxnSpPr>
            <a:cxnSpLocks/>
            <a:stCxn id="2" idx="2"/>
            <a:endCxn id="56" idx="1"/>
          </p:cNvCxnSpPr>
          <p:nvPr/>
        </p:nvCxnSpPr>
        <p:spPr>
          <a:xfrm rot="16200000" flipH="1">
            <a:off x="1301582" y="779336"/>
            <a:ext cx="763129" cy="832438"/>
          </a:xfrm>
          <a:prstGeom prst="bentConnector2">
            <a:avLst/>
          </a:prstGeom>
          <a:ln w="127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직선 화살표 연결선 95">
            <a:extLst>
              <a:ext uri="{FF2B5EF4-FFF2-40B4-BE49-F238E27FC236}">
                <a16:creationId xmlns:a16="http://schemas.microsoft.com/office/drawing/2014/main" id="{DBF96B5A-EAFD-1564-48F7-7F9EC50ED0C9}"/>
              </a:ext>
            </a:extLst>
          </p:cNvPr>
          <p:cNvCxnSpPr>
            <a:cxnSpLocks/>
          </p:cNvCxnSpPr>
          <p:nvPr/>
        </p:nvCxnSpPr>
        <p:spPr>
          <a:xfrm flipH="1">
            <a:off x="2470644" y="1790940"/>
            <a:ext cx="7941" cy="514977"/>
          </a:xfrm>
          <a:prstGeom prst="straightConnector1">
            <a:avLst/>
          </a:prstGeom>
          <a:ln w="127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꺾인 연결선[E] 102">
            <a:extLst>
              <a:ext uri="{FF2B5EF4-FFF2-40B4-BE49-F238E27FC236}">
                <a16:creationId xmlns:a16="http://schemas.microsoft.com/office/drawing/2014/main" id="{6ED587AB-D7D2-2402-F611-04831794DAA4}"/>
              </a:ext>
            </a:extLst>
          </p:cNvPr>
          <p:cNvCxnSpPr>
            <a:cxnSpLocks/>
            <a:stCxn id="47" idx="2"/>
            <a:endCxn id="9" idx="0"/>
          </p:cNvCxnSpPr>
          <p:nvPr/>
        </p:nvCxnSpPr>
        <p:spPr>
          <a:xfrm rot="16200000" flipH="1">
            <a:off x="2471766" y="3313703"/>
            <a:ext cx="605292" cy="185545"/>
          </a:xfrm>
          <a:prstGeom prst="bentConnector3">
            <a:avLst>
              <a:gd name="adj1" fmla="val 50000"/>
            </a:avLst>
          </a:prstGeom>
          <a:ln w="127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꺾인 연결선[E] 105">
            <a:extLst>
              <a:ext uri="{FF2B5EF4-FFF2-40B4-BE49-F238E27FC236}">
                <a16:creationId xmlns:a16="http://schemas.microsoft.com/office/drawing/2014/main" id="{81E0DC5B-CE2A-F76C-93CE-21E25390DC7F}"/>
              </a:ext>
            </a:extLst>
          </p:cNvPr>
          <p:cNvCxnSpPr>
            <a:cxnSpLocks/>
            <a:stCxn id="52" idx="2"/>
            <a:endCxn id="33" idx="0"/>
          </p:cNvCxnSpPr>
          <p:nvPr/>
        </p:nvCxnSpPr>
        <p:spPr>
          <a:xfrm rot="5400000">
            <a:off x="4130719" y="2752371"/>
            <a:ext cx="171287" cy="2698353"/>
          </a:xfrm>
          <a:prstGeom prst="bentConnector3">
            <a:avLst>
              <a:gd name="adj1" fmla="val 38395"/>
            </a:avLst>
          </a:prstGeom>
          <a:ln w="127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3" name="모서리가 둥근 직사각형 122">
            <a:extLst>
              <a:ext uri="{FF2B5EF4-FFF2-40B4-BE49-F238E27FC236}">
                <a16:creationId xmlns:a16="http://schemas.microsoft.com/office/drawing/2014/main" id="{5274C4EC-565A-0FAB-F553-0A23B52A06E1}"/>
              </a:ext>
            </a:extLst>
          </p:cNvPr>
          <p:cNvSpPr/>
          <p:nvPr/>
        </p:nvSpPr>
        <p:spPr>
          <a:xfrm>
            <a:off x="8016787" y="4402354"/>
            <a:ext cx="970252" cy="427639"/>
          </a:xfrm>
          <a:prstGeom prst="roundRect">
            <a:avLst>
              <a:gd name="adj" fmla="val 12191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Upstream</a:t>
            </a:r>
          </a:p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(Server)</a:t>
            </a:r>
            <a:endParaRPr kumimoji="1" lang="ko-KR" altLang="en-US" sz="800">
              <a:solidFill>
                <a:schemeClr val="tx1"/>
              </a:solidFill>
            </a:endParaRPr>
          </a:p>
        </p:txBody>
      </p:sp>
      <p:sp>
        <p:nvSpPr>
          <p:cNvPr id="125" name="모서리가 둥근 직사각형 124">
            <a:extLst>
              <a:ext uri="{FF2B5EF4-FFF2-40B4-BE49-F238E27FC236}">
                <a16:creationId xmlns:a16="http://schemas.microsoft.com/office/drawing/2014/main" id="{CABC5850-3495-D840-6FC2-CC08A2C505D0}"/>
              </a:ext>
            </a:extLst>
          </p:cNvPr>
          <p:cNvSpPr/>
          <p:nvPr/>
        </p:nvSpPr>
        <p:spPr>
          <a:xfrm>
            <a:off x="6584598" y="2021680"/>
            <a:ext cx="1171499" cy="2224263"/>
          </a:xfrm>
          <a:prstGeom prst="roundRect">
            <a:avLst>
              <a:gd name="adj" fmla="val 6920"/>
            </a:avLst>
          </a:prstGeom>
          <a:solidFill>
            <a:schemeClr val="bg1"/>
          </a:solidFill>
          <a:ln w="12700"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Per Upstream Request/Stream Instances</a:t>
            </a:r>
            <a:endParaRPr kumimoji="1" lang="ko-KR" altLang="en-US" sz="800">
              <a:solidFill>
                <a:schemeClr val="tx1"/>
              </a:solidFill>
            </a:endParaRPr>
          </a:p>
        </p:txBody>
      </p:sp>
      <p:sp>
        <p:nvSpPr>
          <p:cNvPr id="126" name="모서리가 둥근 직사각형 125">
            <a:extLst>
              <a:ext uri="{FF2B5EF4-FFF2-40B4-BE49-F238E27FC236}">
                <a16:creationId xmlns:a16="http://schemas.microsoft.com/office/drawing/2014/main" id="{083392BD-D62A-713D-B9F1-B8B233F96597}"/>
              </a:ext>
            </a:extLst>
          </p:cNvPr>
          <p:cNvSpPr/>
          <p:nvPr/>
        </p:nvSpPr>
        <p:spPr>
          <a:xfrm>
            <a:off x="6679601" y="2591993"/>
            <a:ext cx="995752" cy="1572693"/>
          </a:xfrm>
          <a:prstGeom prst="roundRect">
            <a:avLst>
              <a:gd name="adj" fmla="val 5954"/>
            </a:avLst>
          </a:prstGeom>
          <a:solidFill>
            <a:schemeClr val="bg2"/>
          </a:solidFill>
          <a:ln w="12700"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Upstream HTTP Filters</a:t>
            </a:r>
            <a:endParaRPr kumimoji="1" lang="ko-KR" altLang="en-US" sz="800">
              <a:solidFill>
                <a:schemeClr val="tx1"/>
              </a:solidFill>
            </a:endParaRPr>
          </a:p>
        </p:txBody>
      </p:sp>
      <p:sp>
        <p:nvSpPr>
          <p:cNvPr id="127" name="모서리가 둥근 직사각형 126">
            <a:extLst>
              <a:ext uri="{FF2B5EF4-FFF2-40B4-BE49-F238E27FC236}">
                <a16:creationId xmlns:a16="http://schemas.microsoft.com/office/drawing/2014/main" id="{1603F408-0462-1CD0-174B-748788E2FC27}"/>
              </a:ext>
            </a:extLst>
          </p:cNvPr>
          <p:cNvSpPr/>
          <p:nvPr/>
        </p:nvSpPr>
        <p:spPr>
          <a:xfrm>
            <a:off x="6781188" y="2940093"/>
            <a:ext cx="801642" cy="306783"/>
          </a:xfrm>
          <a:prstGeom prst="roundRect">
            <a:avLst>
              <a:gd name="adj" fmla="val 19601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Header Mutation</a:t>
            </a:r>
            <a:endParaRPr kumimoji="1" lang="ko-KR" altLang="en-US" sz="800">
              <a:solidFill>
                <a:schemeClr val="tx1"/>
              </a:solidFill>
            </a:endParaRPr>
          </a:p>
        </p:txBody>
      </p:sp>
      <p:sp>
        <p:nvSpPr>
          <p:cNvPr id="128" name="모서리가 둥근 직사각형 127">
            <a:extLst>
              <a:ext uri="{FF2B5EF4-FFF2-40B4-BE49-F238E27FC236}">
                <a16:creationId xmlns:a16="http://schemas.microsoft.com/office/drawing/2014/main" id="{FCC11296-02FC-60D4-A0D2-30BFD085EF01}"/>
              </a:ext>
            </a:extLst>
          </p:cNvPr>
          <p:cNvSpPr/>
          <p:nvPr/>
        </p:nvSpPr>
        <p:spPr>
          <a:xfrm>
            <a:off x="6781188" y="3764120"/>
            <a:ext cx="801642" cy="306783"/>
          </a:xfrm>
          <a:prstGeom prst="roundRect">
            <a:avLst>
              <a:gd name="adj" fmla="val 19601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Upstream Code Filter</a:t>
            </a:r>
            <a:endParaRPr kumimoji="1" lang="ko-KR" altLang="en-US" sz="800">
              <a:solidFill>
                <a:schemeClr val="tx1"/>
              </a:solidFill>
            </a:endParaRPr>
          </a:p>
        </p:txBody>
      </p:sp>
      <p:sp>
        <p:nvSpPr>
          <p:cNvPr id="133" name="타원 132">
            <a:extLst>
              <a:ext uri="{FF2B5EF4-FFF2-40B4-BE49-F238E27FC236}">
                <a16:creationId xmlns:a16="http://schemas.microsoft.com/office/drawing/2014/main" id="{A7B9C4B6-2236-F35A-E0C1-FE4D5522C9BB}"/>
              </a:ext>
            </a:extLst>
          </p:cNvPr>
          <p:cNvSpPr/>
          <p:nvPr/>
        </p:nvSpPr>
        <p:spPr>
          <a:xfrm flipH="1" flipV="1">
            <a:off x="7020337" y="3597525"/>
            <a:ext cx="51681" cy="45719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134" name="타원 133">
            <a:extLst>
              <a:ext uri="{FF2B5EF4-FFF2-40B4-BE49-F238E27FC236}">
                <a16:creationId xmlns:a16="http://schemas.microsoft.com/office/drawing/2014/main" id="{7F21B91B-9E76-07E6-9663-9E0E294C0645}"/>
              </a:ext>
            </a:extLst>
          </p:cNvPr>
          <p:cNvSpPr/>
          <p:nvPr/>
        </p:nvSpPr>
        <p:spPr>
          <a:xfrm flipH="1" flipV="1">
            <a:off x="7020336" y="3493923"/>
            <a:ext cx="51681" cy="45719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135" name="타원 134">
            <a:extLst>
              <a:ext uri="{FF2B5EF4-FFF2-40B4-BE49-F238E27FC236}">
                <a16:creationId xmlns:a16="http://schemas.microsoft.com/office/drawing/2014/main" id="{5378AF8E-7A28-21F9-DD98-D59BE1A85238}"/>
              </a:ext>
            </a:extLst>
          </p:cNvPr>
          <p:cNvSpPr/>
          <p:nvPr/>
        </p:nvSpPr>
        <p:spPr>
          <a:xfrm flipH="1" flipV="1">
            <a:off x="7020338" y="3389807"/>
            <a:ext cx="51681" cy="45719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cxnSp>
        <p:nvCxnSpPr>
          <p:cNvPr id="136" name="직선 화살표 연결선 135">
            <a:extLst>
              <a:ext uri="{FF2B5EF4-FFF2-40B4-BE49-F238E27FC236}">
                <a16:creationId xmlns:a16="http://schemas.microsoft.com/office/drawing/2014/main" id="{5F185B56-6C89-875A-EEDB-F4F5599C4F60}"/>
              </a:ext>
            </a:extLst>
          </p:cNvPr>
          <p:cNvCxnSpPr>
            <a:cxnSpLocks/>
            <a:stCxn id="127" idx="2"/>
            <a:endCxn id="128" idx="0"/>
          </p:cNvCxnSpPr>
          <p:nvPr/>
        </p:nvCxnSpPr>
        <p:spPr>
          <a:xfrm>
            <a:off x="7182009" y="3246876"/>
            <a:ext cx="0" cy="517244"/>
          </a:xfrm>
          <a:prstGeom prst="straightConnector1">
            <a:avLst/>
          </a:prstGeom>
          <a:ln w="127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2" name="꺾인 연결선[E] 141">
            <a:extLst>
              <a:ext uri="{FF2B5EF4-FFF2-40B4-BE49-F238E27FC236}">
                <a16:creationId xmlns:a16="http://schemas.microsoft.com/office/drawing/2014/main" id="{8314AA4A-6920-F285-8B25-59E5A9E23704}"/>
              </a:ext>
            </a:extLst>
          </p:cNvPr>
          <p:cNvCxnSpPr>
            <a:cxnSpLocks/>
          </p:cNvCxnSpPr>
          <p:nvPr/>
        </p:nvCxnSpPr>
        <p:spPr>
          <a:xfrm flipV="1">
            <a:off x="5966359" y="3045983"/>
            <a:ext cx="814829" cy="1253959"/>
          </a:xfrm>
          <a:prstGeom prst="bentConnector3">
            <a:avLst>
              <a:gd name="adj1" fmla="val 63716"/>
            </a:avLst>
          </a:prstGeom>
          <a:ln w="127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9" name="직선 화살표 연결선 148">
            <a:extLst>
              <a:ext uri="{FF2B5EF4-FFF2-40B4-BE49-F238E27FC236}">
                <a16:creationId xmlns:a16="http://schemas.microsoft.com/office/drawing/2014/main" id="{FFA4F388-502B-D558-7B02-BF215433BFFA}"/>
              </a:ext>
            </a:extLst>
          </p:cNvPr>
          <p:cNvCxnSpPr>
            <a:cxnSpLocks/>
            <a:stCxn id="128" idx="2"/>
            <a:endCxn id="64" idx="0"/>
          </p:cNvCxnSpPr>
          <p:nvPr/>
        </p:nvCxnSpPr>
        <p:spPr>
          <a:xfrm flipH="1">
            <a:off x="7177477" y="4070903"/>
            <a:ext cx="4532" cy="334424"/>
          </a:xfrm>
          <a:prstGeom prst="straightConnector1">
            <a:avLst/>
          </a:prstGeom>
          <a:ln w="127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5" name="직선 화살표 연결선 154">
            <a:extLst>
              <a:ext uri="{FF2B5EF4-FFF2-40B4-BE49-F238E27FC236}">
                <a16:creationId xmlns:a16="http://schemas.microsoft.com/office/drawing/2014/main" id="{398F419D-F81A-98E3-4AA2-0DEFA88B8607}"/>
              </a:ext>
            </a:extLst>
          </p:cNvPr>
          <p:cNvCxnSpPr>
            <a:cxnSpLocks/>
            <a:stCxn id="64" idx="3"/>
            <a:endCxn id="123" idx="1"/>
          </p:cNvCxnSpPr>
          <p:nvPr/>
        </p:nvCxnSpPr>
        <p:spPr>
          <a:xfrm flipV="1">
            <a:off x="7675353" y="4616174"/>
            <a:ext cx="341434" cy="2973"/>
          </a:xfrm>
          <a:prstGeom prst="straightConnector1">
            <a:avLst/>
          </a:prstGeom>
          <a:ln w="127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8" name="꺾인 연결선[E] 167">
            <a:extLst>
              <a:ext uri="{FF2B5EF4-FFF2-40B4-BE49-F238E27FC236}">
                <a16:creationId xmlns:a16="http://schemas.microsoft.com/office/drawing/2014/main" id="{3A835AE5-789F-B5FB-8DB2-C5341C5A10EE}"/>
              </a:ext>
            </a:extLst>
          </p:cNvPr>
          <p:cNvCxnSpPr>
            <a:cxnSpLocks/>
          </p:cNvCxnSpPr>
          <p:nvPr/>
        </p:nvCxnSpPr>
        <p:spPr>
          <a:xfrm rot="16200000" flipH="1">
            <a:off x="2262808" y="-74429"/>
            <a:ext cx="588648" cy="2365487"/>
          </a:xfrm>
          <a:prstGeom prst="bentConnector3">
            <a:avLst>
              <a:gd name="adj1" fmla="val 77340"/>
            </a:avLst>
          </a:prstGeom>
          <a:ln w="127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9" name="직선 화살표 연결선 178">
            <a:extLst>
              <a:ext uri="{FF2B5EF4-FFF2-40B4-BE49-F238E27FC236}">
                <a16:creationId xmlns:a16="http://schemas.microsoft.com/office/drawing/2014/main" id="{E8BB3EFE-1E7A-E109-C9FC-2A0FA20A3E06}"/>
              </a:ext>
            </a:extLst>
          </p:cNvPr>
          <p:cNvCxnSpPr>
            <a:cxnSpLocks/>
            <a:endCxn id="182" idx="1"/>
          </p:cNvCxnSpPr>
          <p:nvPr/>
        </p:nvCxnSpPr>
        <p:spPr>
          <a:xfrm>
            <a:off x="832221" y="1888406"/>
            <a:ext cx="337895" cy="0"/>
          </a:xfrm>
          <a:prstGeom prst="straightConnector1">
            <a:avLst/>
          </a:prstGeom>
          <a:ln w="127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2" name="모서리가 둥근 직사각형 181">
            <a:extLst>
              <a:ext uri="{FF2B5EF4-FFF2-40B4-BE49-F238E27FC236}">
                <a16:creationId xmlns:a16="http://schemas.microsoft.com/office/drawing/2014/main" id="{C94F45B8-7367-72A6-7F2A-8D7FC7F09D71}"/>
              </a:ext>
            </a:extLst>
          </p:cNvPr>
          <p:cNvSpPr/>
          <p:nvPr/>
        </p:nvSpPr>
        <p:spPr>
          <a:xfrm>
            <a:off x="1170116" y="1795611"/>
            <a:ext cx="755077" cy="185590"/>
          </a:xfrm>
          <a:prstGeom prst="roundRect">
            <a:avLst>
              <a:gd name="adj" fmla="val 12191"/>
            </a:avLst>
          </a:prstGeom>
          <a:noFill/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TCP Syn</a:t>
            </a:r>
            <a:endParaRPr kumimoji="1" lang="ko-KR" altLang="en-US" sz="800">
              <a:solidFill>
                <a:schemeClr val="tx1"/>
              </a:solidFill>
            </a:endParaRPr>
          </a:p>
        </p:txBody>
      </p:sp>
      <p:cxnSp>
        <p:nvCxnSpPr>
          <p:cNvPr id="185" name="직선 화살표 연결선 184">
            <a:extLst>
              <a:ext uri="{FF2B5EF4-FFF2-40B4-BE49-F238E27FC236}">
                <a16:creationId xmlns:a16="http://schemas.microsoft.com/office/drawing/2014/main" id="{B5C878B0-BEAE-1A35-A811-04D4671F7E07}"/>
              </a:ext>
            </a:extLst>
          </p:cNvPr>
          <p:cNvCxnSpPr>
            <a:cxnSpLocks/>
            <a:endCxn id="186" idx="1"/>
          </p:cNvCxnSpPr>
          <p:nvPr/>
        </p:nvCxnSpPr>
        <p:spPr>
          <a:xfrm>
            <a:off x="830925" y="2272553"/>
            <a:ext cx="337895" cy="0"/>
          </a:xfrm>
          <a:prstGeom prst="straightConnector1">
            <a:avLst/>
          </a:prstGeom>
          <a:ln w="127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6" name="모서리가 둥근 직사각형 185">
            <a:extLst>
              <a:ext uri="{FF2B5EF4-FFF2-40B4-BE49-F238E27FC236}">
                <a16:creationId xmlns:a16="http://schemas.microsoft.com/office/drawing/2014/main" id="{82454EF8-F351-B71D-516C-763809FE0D1E}"/>
              </a:ext>
            </a:extLst>
          </p:cNvPr>
          <p:cNvSpPr/>
          <p:nvPr/>
        </p:nvSpPr>
        <p:spPr>
          <a:xfrm>
            <a:off x="1168820" y="2179758"/>
            <a:ext cx="755077" cy="185590"/>
          </a:xfrm>
          <a:prstGeom prst="roundRect">
            <a:avLst>
              <a:gd name="adj" fmla="val 12191"/>
            </a:avLst>
          </a:prstGeom>
          <a:noFill/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TLS Client Hello</a:t>
            </a:r>
            <a:endParaRPr kumimoji="1" lang="ko-KR" altLang="en-US" sz="800">
              <a:solidFill>
                <a:schemeClr val="tx1"/>
              </a:solidFill>
            </a:endParaRPr>
          </a:p>
        </p:txBody>
      </p:sp>
      <p:cxnSp>
        <p:nvCxnSpPr>
          <p:cNvPr id="189" name="직선 화살표 연결선 188">
            <a:extLst>
              <a:ext uri="{FF2B5EF4-FFF2-40B4-BE49-F238E27FC236}">
                <a16:creationId xmlns:a16="http://schemas.microsoft.com/office/drawing/2014/main" id="{DB68B8B5-C0C7-D69C-D117-3F4F8EE13985}"/>
              </a:ext>
            </a:extLst>
          </p:cNvPr>
          <p:cNvCxnSpPr>
            <a:cxnSpLocks/>
            <a:endCxn id="190" idx="1"/>
          </p:cNvCxnSpPr>
          <p:nvPr/>
        </p:nvCxnSpPr>
        <p:spPr>
          <a:xfrm>
            <a:off x="829987" y="2651330"/>
            <a:ext cx="337895" cy="0"/>
          </a:xfrm>
          <a:prstGeom prst="straightConnector1">
            <a:avLst/>
          </a:prstGeom>
          <a:ln w="127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0" name="모서리가 둥근 직사각형 189">
            <a:extLst>
              <a:ext uri="{FF2B5EF4-FFF2-40B4-BE49-F238E27FC236}">
                <a16:creationId xmlns:a16="http://schemas.microsoft.com/office/drawing/2014/main" id="{AEA1E59C-92D9-36EF-5DDC-08E8E000EAA8}"/>
              </a:ext>
            </a:extLst>
          </p:cNvPr>
          <p:cNvSpPr/>
          <p:nvPr/>
        </p:nvSpPr>
        <p:spPr>
          <a:xfrm>
            <a:off x="1167882" y="2558535"/>
            <a:ext cx="755077" cy="185590"/>
          </a:xfrm>
          <a:prstGeom prst="roundRect">
            <a:avLst>
              <a:gd name="adj" fmla="val 12191"/>
            </a:avLst>
          </a:prstGeom>
          <a:noFill/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HTTP Requests</a:t>
            </a:r>
            <a:endParaRPr kumimoji="1" lang="ko-KR" altLang="en-US" sz="800">
              <a:solidFill>
                <a:schemeClr val="tx1"/>
              </a:solidFill>
            </a:endParaRPr>
          </a:p>
        </p:txBody>
      </p:sp>
      <p:sp>
        <p:nvSpPr>
          <p:cNvPr id="192" name="타원 191">
            <a:extLst>
              <a:ext uri="{FF2B5EF4-FFF2-40B4-BE49-F238E27FC236}">
                <a16:creationId xmlns:a16="http://schemas.microsoft.com/office/drawing/2014/main" id="{2832ED0A-BEB7-E01B-1E54-FA442931EDBF}"/>
              </a:ext>
            </a:extLst>
          </p:cNvPr>
          <p:cNvSpPr/>
          <p:nvPr/>
        </p:nvSpPr>
        <p:spPr>
          <a:xfrm>
            <a:off x="1331640" y="742146"/>
            <a:ext cx="159548" cy="168437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3</a:t>
            </a:r>
            <a:endParaRPr kumimoji="1" lang="ko-KR" altLang="en-US" sz="800">
              <a:solidFill>
                <a:schemeClr val="tx1"/>
              </a:solidFill>
            </a:endParaRPr>
          </a:p>
        </p:txBody>
      </p:sp>
      <p:sp>
        <p:nvSpPr>
          <p:cNvPr id="193" name="타원 192">
            <a:extLst>
              <a:ext uri="{FF2B5EF4-FFF2-40B4-BE49-F238E27FC236}">
                <a16:creationId xmlns:a16="http://schemas.microsoft.com/office/drawing/2014/main" id="{2B070F3F-CD0F-4379-CB5A-711046613BD6}"/>
              </a:ext>
            </a:extLst>
          </p:cNvPr>
          <p:cNvSpPr/>
          <p:nvPr/>
        </p:nvSpPr>
        <p:spPr>
          <a:xfrm>
            <a:off x="1152220" y="742147"/>
            <a:ext cx="168437" cy="168437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accent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5</a:t>
            </a:r>
            <a:endParaRPr kumimoji="1" lang="ko-KR" altLang="en-US" sz="800">
              <a:solidFill>
                <a:schemeClr val="tx1"/>
              </a:solidFill>
            </a:endParaRPr>
          </a:p>
        </p:txBody>
      </p:sp>
      <p:sp>
        <p:nvSpPr>
          <p:cNvPr id="194" name="타원 193">
            <a:extLst>
              <a:ext uri="{FF2B5EF4-FFF2-40B4-BE49-F238E27FC236}">
                <a16:creationId xmlns:a16="http://schemas.microsoft.com/office/drawing/2014/main" id="{EFAF5CA7-BC0B-E878-70A8-C094728D31AC}"/>
              </a:ext>
            </a:extLst>
          </p:cNvPr>
          <p:cNvSpPr/>
          <p:nvPr/>
        </p:nvSpPr>
        <p:spPr>
          <a:xfrm>
            <a:off x="1672279" y="511280"/>
            <a:ext cx="159548" cy="168437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1</a:t>
            </a:r>
            <a:endParaRPr kumimoji="1" lang="ko-KR" altLang="en-US" sz="800">
              <a:solidFill>
                <a:schemeClr val="tx1"/>
              </a:solidFill>
            </a:endParaRPr>
          </a:p>
        </p:txBody>
      </p:sp>
      <p:cxnSp>
        <p:nvCxnSpPr>
          <p:cNvPr id="3" name="꺾인 연결선[E] 2">
            <a:extLst>
              <a:ext uri="{FF2B5EF4-FFF2-40B4-BE49-F238E27FC236}">
                <a16:creationId xmlns:a16="http://schemas.microsoft.com/office/drawing/2014/main" id="{F3E49686-DC12-4CBF-4FDE-676FAB650CFF}"/>
              </a:ext>
            </a:extLst>
          </p:cNvPr>
          <p:cNvCxnSpPr>
            <a:cxnSpLocks/>
            <a:stCxn id="5" idx="3"/>
            <a:endCxn id="7" idx="0"/>
          </p:cNvCxnSpPr>
          <p:nvPr/>
        </p:nvCxnSpPr>
        <p:spPr>
          <a:xfrm>
            <a:off x="4208531" y="600173"/>
            <a:ext cx="537176" cy="548100"/>
          </a:xfrm>
          <a:prstGeom prst="bentConnector2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꺾인 연결선[E] 11">
            <a:extLst>
              <a:ext uri="{FF2B5EF4-FFF2-40B4-BE49-F238E27FC236}">
                <a16:creationId xmlns:a16="http://schemas.microsoft.com/office/drawing/2014/main" id="{F2EA32A8-598F-3DC0-9C06-0D3CA4373670}"/>
              </a:ext>
            </a:extLst>
          </p:cNvPr>
          <p:cNvCxnSpPr>
            <a:cxnSpLocks/>
            <a:stCxn id="18" idx="2"/>
            <a:endCxn id="41" idx="0"/>
          </p:cNvCxnSpPr>
          <p:nvPr/>
        </p:nvCxnSpPr>
        <p:spPr>
          <a:xfrm rot="5400000">
            <a:off x="5575950" y="420152"/>
            <a:ext cx="234109" cy="2968946"/>
          </a:xfrm>
          <a:prstGeom prst="bentConnector3">
            <a:avLst>
              <a:gd name="adj1" fmla="val 50000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모서리가 둥근 직사각형 17">
            <a:extLst>
              <a:ext uri="{FF2B5EF4-FFF2-40B4-BE49-F238E27FC236}">
                <a16:creationId xmlns:a16="http://schemas.microsoft.com/office/drawing/2014/main" id="{C1D7E2A1-CACF-F8E3-A913-9664B12544A7}"/>
              </a:ext>
            </a:extLst>
          </p:cNvPr>
          <p:cNvSpPr/>
          <p:nvPr/>
        </p:nvSpPr>
        <p:spPr>
          <a:xfrm>
            <a:off x="6679601" y="1359931"/>
            <a:ext cx="995752" cy="427640"/>
          </a:xfrm>
          <a:prstGeom prst="roundRect">
            <a:avLst>
              <a:gd name="adj" fmla="val 12191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Filter Chain</a:t>
            </a:r>
          </a:p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Manager</a:t>
            </a:r>
            <a:endParaRPr kumimoji="1" lang="ko-KR" altLang="en-US" sz="800">
              <a:solidFill>
                <a:schemeClr val="tx1"/>
              </a:solidFill>
            </a:endParaRPr>
          </a:p>
        </p:txBody>
      </p:sp>
      <p:cxnSp>
        <p:nvCxnSpPr>
          <p:cNvPr id="30" name="꺾인 연결선[E] 29">
            <a:extLst>
              <a:ext uri="{FF2B5EF4-FFF2-40B4-BE49-F238E27FC236}">
                <a16:creationId xmlns:a16="http://schemas.microsoft.com/office/drawing/2014/main" id="{60322DF1-6E47-8611-733A-1ECC6F492411}"/>
              </a:ext>
            </a:extLst>
          </p:cNvPr>
          <p:cNvCxnSpPr>
            <a:cxnSpLocks/>
            <a:stCxn id="18" idx="2"/>
            <a:endCxn id="56" idx="2"/>
          </p:cNvCxnSpPr>
          <p:nvPr/>
        </p:nvCxnSpPr>
        <p:spPr>
          <a:xfrm rot="5400000">
            <a:off x="4888881" y="-497657"/>
            <a:ext cx="3369" cy="4573824"/>
          </a:xfrm>
          <a:prstGeom prst="bentConnector3">
            <a:avLst>
              <a:gd name="adj1" fmla="val 3370614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직선 화살표 연결선 107">
            <a:extLst>
              <a:ext uri="{FF2B5EF4-FFF2-40B4-BE49-F238E27FC236}">
                <a16:creationId xmlns:a16="http://schemas.microsoft.com/office/drawing/2014/main" id="{656A506A-0B96-32E2-D16A-D2DD3203AC51}"/>
              </a:ext>
            </a:extLst>
          </p:cNvPr>
          <p:cNvCxnSpPr>
            <a:cxnSpLocks/>
            <a:endCxn id="109" idx="1"/>
          </p:cNvCxnSpPr>
          <p:nvPr/>
        </p:nvCxnSpPr>
        <p:spPr>
          <a:xfrm>
            <a:off x="825282" y="3041789"/>
            <a:ext cx="337895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9" name="모서리가 둥근 직사각형 108">
            <a:extLst>
              <a:ext uri="{FF2B5EF4-FFF2-40B4-BE49-F238E27FC236}">
                <a16:creationId xmlns:a16="http://schemas.microsoft.com/office/drawing/2014/main" id="{593FF171-DE69-5393-8216-4CC451EF105D}"/>
              </a:ext>
            </a:extLst>
          </p:cNvPr>
          <p:cNvSpPr/>
          <p:nvPr/>
        </p:nvSpPr>
        <p:spPr>
          <a:xfrm>
            <a:off x="1163177" y="2948994"/>
            <a:ext cx="755077" cy="185590"/>
          </a:xfrm>
          <a:prstGeom prst="roundRect">
            <a:avLst>
              <a:gd name="adj" fmla="val 12191"/>
            </a:avLst>
          </a:prstGeom>
          <a:noFill/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Create</a:t>
            </a:r>
            <a:endParaRPr kumimoji="1" lang="ko-KR" altLang="en-US" sz="800">
              <a:solidFill>
                <a:schemeClr val="tx1"/>
              </a:solidFill>
            </a:endParaRPr>
          </a:p>
        </p:txBody>
      </p:sp>
      <p:sp>
        <p:nvSpPr>
          <p:cNvPr id="110" name="타원 109">
            <a:extLst>
              <a:ext uri="{FF2B5EF4-FFF2-40B4-BE49-F238E27FC236}">
                <a16:creationId xmlns:a16="http://schemas.microsoft.com/office/drawing/2014/main" id="{4D6FCC36-0306-C353-1B50-121D4B6DE376}"/>
              </a:ext>
            </a:extLst>
          </p:cNvPr>
          <p:cNvSpPr/>
          <p:nvPr/>
        </p:nvSpPr>
        <p:spPr>
          <a:xfrm>
            <a:off x="4134826" y="511280"/>
            <a:ext cx="159548" cy="168437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2</a:t>
            </a:r>
            <a:endParaRPr kumimoji="1" lang="ko-KR" altLang="en-US" sz="800">
              <a:solidFill>
                <a:schemeClr val="tx1"/>
              </a:solidFill>
            </a:endParaRPr>
          </a:p>
        </p:txBody>
      </p:sp>
      <p:sp>
        <p:nvSpPr>
          <p:cNvPr id="111" name="타원 110">
            <a:extLst>
              <a:ext uri="{FF2B5EF4-FFF2-40B4-BE49-F238E27FC236}">
                <a16:creationId xmlns:a16="http://schemas.microsoft.com/office/drawing/2014/main" id="{20E2093A-F37C-1353-7616-77AAFFC136D0}"/>
              </a:ext>
            </a:extLst>
          </p:cNvPr>
          <p:cNvSpPr/>
          <p:nvPr/>
        </p:nvSpPr>
        <p:spPr>
          <a:xfrm>
            <a:off x="7092712" y="1706721"/>
            <a:ext cx="159548" cy="168437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4</a:t>
            </a:r>
            <a:endParaRPr kumimoji="1" lang="ko-KR" altLang="en-US" sz="800">
              <a:solidFill>
                <a:schemeClr val="tx1"/>
              </a:solidFill>
            </a:endParaRPr>
          </a:p>
        </p:txBody>
      </p:sp>
      <p:cxnSp>
        <p:nvCxnSpPr>
          <p:cNvPr id="113" name="꺾인 연결선[E] 112">
            <a:extLst>
              <a:ext uri="{FF2B5EF4-FFF2-40B4-BE49-F238E27FC236}">
                <a16:creationId xmlns:a16="http://schemas.microsoft.com/office/drawing/2014/main" id="{D101BF22-723F-806E-FAA6-3F58FA374A03}"/>
              </a:ext>
            </a:extLst>
          </p:cNvPr>
          <p:cNvCxnSpPr>
            <a:cxnSpLocks/>
            <a:stCxn id="29" idx="3"/>
            <a:endCxn id="126" idx="1"/>
          </p:cNvCxnSpPr>
          <p:nvPr/>
        </p:nvCxnSpPr>
        <p:spPr>
          <a:xfrm flipV="1">
            <a:off x="5966359" y="3378340"/>
            <a:ext cx="713242" cy="969104"/>
          </a:xfrm>
          <a:prstGeom prst="bentConnector3">
            <a:avLst>
              <a:gd name="adj1" fmla="val 80061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576115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1EEEF2-0A0B-6026-59B8-A2BD401D91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모서리가 둥근 직사각형 1">
            <a:extLst>
              <a:ext uri="{FF2B5EF4-FFF2-40B4-BE49-F238E27FC236}">
                <a16:creationId xmlns:a16="http://schemas.microsoft.com/office/drawing/2014/main" id="{B5F93256-3DCD-68C8-6FE8-D5245F19349B}"/>
              </a:ext>
            </a:extLst>
          </p:cNvPr>
          <p:cNvSpPr/>
          <p:nvPr/>
        </p:nvSpPr>
        <p:spPr>
          <a:xfrm>
            <a:off x="781801" y="386352"/>
            <a:ext cx="970252" cy="427639"/>
          </a:xfrm>
          <a:prstGeom prst="roundRect">
            <a:avLst>
              <a:gd name="adj" fmla="val 12191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Downstream</a:t>
            </a:r>
          </a:p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(Client)</a:t>
            </a:r>
            <a:endParaRPr kumimoji="1" lang="ko-KR" altLang="en-US" sz="800">
              <a:solidFill>
                <a:schemeClr val="tx1"/>
              </a:solidFill>
            </a:endParaRPr>
          </a:p>
        </p:txBody>
      </p:sp>
      <p:sp>
        <p:nvSpPr>
          <p:cNvPr id="4" name="모서리가 둥근 직사각형 3">
            <a:extLst>
              <a:ext uri="{FF2B5EF4-FFF2-40B4-BE49-F238E27FC236}">
                <a16:creationId xmlns:a16="http://schemas.microsoft.com/office/drawing/2014/main" id="{5DA8C20A-DB2C-8705-7D7B-102D5FEDC15A}"/>
              </a:ext>
            </a:extLst>
          </p:cNvPr>
          <p:cNvSpPr/>
          <p:nvPr/>
        </p:nvSpPr>
        <p:spPr>
          <a:xfrm>
            <a:off x="1923898" y="376238"/>
            <a:ext cx="5921044" cy="4470081"/>
          </a:xfrm>
          <a:prstGeom prst="roundRect">
            <a:avLst>
              <a:gd name="adj" fmla="val 2047"/>
            </a:avLst>
          </a:prstGeom>
          <a:solidFill>
            <a:schemeClr val="bg1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r"/>
            <a:r>
              <a:rPr kumimoji="1" lang="en-US" altLang="ko-KR" sz="900" b="1">
                <a:solidFill>
                  <a:schemeClr val="tx1"/>
                </a:solidFill>
              </a:rPr>
              <a:t>Worker Thread</a:t>
            </a:r>
            <a:endParaRPr kumimoji="1" lang="ko-KR" altLang="en-US" sz="900" b="1">
              <a:solidFill>
                <a:schemeClr val="tx1"/>
              </a:solidFill>
            </a:endParaRPr>
          </a:p>
        </p:txBody>
      </p:sp>
      <p:sp>
        <p:nvSpPr>
          <p:cNvPr id="5" name="모서리가 둥근 직사각형 4">
            <a:extLst>
              <a:ext uri="{FF2B5EF4-FFF2-40B4-BE49-F238E27FC236}">
                <a16:creationId xmlns:a16="http://schemas.microsoft.com/office/drawing/2014/main" id="{3ED785C6-3C8A-CE92-8DFE-CA318ADFD565}"/>
              </a:ext>
            </a:extLst>
          </p:cNvPr>
          <p:cNvSpPr/>
          <p:nvPr/>
        </p:nvSpPr>
        <p:spPr>
          <a:xfrm>
            <a:off x="2099365" y="446781"/>
            <a:ext cx="1008714" cy="306783"/>
          </a:xfrm>
          <a:prstGeom prst="roundRect">
            <a:avLst>
              <a:gd name="adj" fmla="val 12191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Listener</a:t>
            </a:r>
          </a:p>
        </p:txBody>
      </p:sp>
      <p:cxnSp>
        <p:nvCxnSpPr>
          <p:cNvPr id="8" name="직선 화살표 연결선 7">
            <a:extLst>
              <a:ext uri="{FF2B5EF4-FFF2-40B4-BE49-F238E27FC236}">
                <a16:creationId xmlns:a16="http://schemas.microsoft.com/office/drawing/2014/main" id="{A70D10FD-0180-C2D0-535B-EF47408DD6A4}"/>
              </a:ext>
            </a:extLst>
          </p:cNvPr>
          <p:cNvCxnSpPr>
            <a:cxnSpLocks/>
            <a:stCxn id="2" idx="3"/>
          </p:cNvCxnSpPr>
          <p:nvPr/>
        </p:nvCxnSpPr>
        <p:spPr>
          <a:xfrm>
            <a:off x="1752053" y="600172"/>
            <a:ext cx="347312" cy="0"/>
          </a:xfrm>
          <a:prstGeom prst="straightConnector1">
            <a:avLst/>
          </a:prstGeom>
          <a:ln w="127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모서리가 둥근 직사각형 36">
            <a:extLst>
              <a:ext uri="{FF2B5EF4-FFF2-40B4-BE49-F238E27FC236}">
                <a16:creationId xmlns:a16="http://schemas.microsoft.com/office/drawing/2014/main" id="{DF9D902F-68EE-9055-D9F4-CCAF191817BB}"/>
              </a:ext>
            </a:extLst>
          </p:cNvPr>
          <p:cNvSpPr/>
          <p:nvPr/>
        </p:nvSpPr>
        <p:spPr>
          <a:xfrm>
            <a:off x="2014062" y="843558"/>
            <a:ext cx="4378494" cy="3923703"/>
          </a:xfrm>
          <a:prstGeom prst="roundRect">
            <a:avLst>
              <a:gd name="adj" fmla="val 1832"/>
            </a:avLst>
          </a:prstGeom>
          <a:solidFill>
            <a:schemeClr val="bg1"/>
          </a:solidFill>
          <a:ln w="12700"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kumimoji="1" lang="en-US" altLang="ko-KR" sz="900">
                <a:solidFill>
                  <a:schemeClr val="tx1"/>
                </a:solidFill>
              </a:rPr>
              <a:t>Per Downstream Connection Instances</a:t>
            </a:r>
            <a:endParaRPr kumimoji="1" lang="ko-KR" altLang="en-US" sz="900">
              <a:solidFill>
                <a:schemeClr val="tx1"/>
              </a:solidFill>
            </a:endParaRPr>
          </a:p>
        </p:txBody>
      </p:sp>
      <p:sp>
        <p:nvSpPr>
          <p:cNvPr id="7" name="모서리가 둥근 직사각형 6">
            <a:extLst>
              <a:ext uri="{FF2B5EF4-FFF2-40B4-BE49-F238E27FC236}">
                <a16:creationId xmlns:a16="http://schemas.microsoft.com/office/drawing/2014/main" id="{6CDD750D-C835-365A-DEAC-B50D0A70CB1E}"/>
              </a:ext>
            </a:extLst>
          </p:cNvPr>
          <p:cNvSpPr/>
          <p:nvPr/>
        </p:nvSpPr>
        <p:spPr>
          <a:xfrm>
            <a:off x="3177762" y="1148273"/>
            <a:ext cx="3135890" cy="639298"/>
          </a:xfrm>
          <a:prstGeom prst="roundRect">
            <a:avLst>
              <a:gd name="adj" fmla="val 11036"/>
            </a:avLst>
          </a:prstGeom>
          <a:solidFill>
            <a:schemeClr val="bg2"/>
          </a:solidFill>
          <a:ln w="12700"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kumimoji="1" lang="en-US" altLang="ko-KR" sz="900">
                <a:solidFill>
                  <a:schemeClr val="tx1"/>
                </a:solidFill>
              </a:rPr>
              <a:t>Listener Filters</a:t>
            </a:r>
            <a:endParaRPr kumimoji="1" lang="ko-KR" altLang="en-US" sz="900">
              <a:solidFill>
                <a:schemeClr val="tx1"/>
              </a:solidFill>
            </a:endParaRPr>
          </a:p>
        </p:txBody>
      </p:sp>
      <p:sp>
        <p:nvSpPr>
          <p:cNvPr id="41" name="모서리가 둥근 직사각형 40">
            <a:extLst>
              <a:ext uri="{FF2B5EF4-FFF2-40B4-BE49-F238E27FC236}">
                <a16:creationId xmlns:a16="http://schemas.microsoft.com/office/drawing/2014/main" id="{AFC38AA7-63DB-3D1F-3C73-ABF6BBD5F81D}"/>
              </a:ext>
            </a:extLst>
          </p:cNvPr>
          <p:cNvSpPr/>
          <p:nvPr/>
        </p:nvSpPr>
        <p:spPr>
          <a:xfrm>
            <a:off x="2103410" y="1888406"/>
            <a:ext cx="4210242" cy="2808313"/>
          </a:xfrm>
          <a:prstGeom prst="roundRect">
            <a:avLst>
              <a:gd name="adj" fmla="val 2818"/>
            </a:avLst>
          </a:prstGeom>
          <a:solidFill>
            <a:schemeClr val="bg2"/>
          </a:solidFill>
          <a:ln w="12700"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kumimoji="1" lang="en-US" altLang="ko-KR" sz="900">
                <a:solidFill>
                  <a:schemeClr val="tx1"/>
                </a:solidFill>
              </a:rPr>
              <a:t>Network Filters</a:t>
            </a:r>
            <a:endParaRPr kumimoji="1" lang="ko-KR" altLang="en-US" sz="900">
              <a:solidFill>
                <a:schemeClr val="tx1"/>
              </a:solidFill>
            </a:endParaRPr>
          </a:p>
        </p:txBody>
      </p:sp>
      <p:sp>
        <p:nvSpPr>
          <p:cNvPr id="42" name="모서리가 둥근 직사각형 41">
            <a:extLst>
              <a:ext uri="{FF2B5EF4-FFF2-40B4-BE49-F238E27FC236}">
                <a16:creationId xmlns:a16="http://schemas.microsoft.com/office/drawing/2014/main" id="{AAE05885-4B05-A40D-0A2C-1B67CBB59800}"/>
              </a:ext>
            </a:extLst>
          </p:cNvPr>
          <p:cNvSpPr/>
          <p:nvPr/>
        </p:nvSpPr>
        <p:spPr>
          <a:xfrm>
            <a:off x="2190779" y="2576891"/>
            <a:ext cx="4037654" cy="2042715"/>
          </a:xfrm>
          <a:prstGeom prst="roundRect">
            <a:avLst>
              <a:gd name="adj" fmla="val 5488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r"/>
            <a:r>
              <a:rPr kumimoji="1" lang="en-US" altLang="ko-KR" sz="800" b="1" u="sng">
                <a:solidFill>
                  <a:schemeClr val="tx1"/>
                </a:solidFill>
              </a:rPr>
              <a:t>HCM</a:t>
            </a:r>
            <a:r>
              <a:rPr kumimoji="1" lang="en-US" altLang="ko-KR" sz="800">
                <a:solidFill>
                  <a:schemeClr val="tx1"/>
                </a:solidFill>
              </a:rPr>
              <a:t> (HTTP Connection Manager) </a:t>
            </a:r>
          </a:p>
          <a:p>
            <a:pPr algn="r"/>
            <a:r>
              <a:rPr kumimoji="1" lang="en-US" altLang="ko-KR" sz="800">
                <a:solidFill>
                  <a:schemeClr val="tx1"/>
                </a:solidFill>
              </a:rPr>
              <a:t>/ Terminator Filter</a:t>
            </a:r>
            <a:endParaRPr kumimoji="1" lang="ko-KR" altLang="en-US" sz="800">
              <a:solidFill>
                <a:schemeClr val="tx1"/>
              </a:solidFill>
            </a:endParaRPr>
          </a:p>
        </p:txBody>
      </p:sp>
      <p:sp>
        <p:nvSpPr>
          <p:cNvPr id="43" name="모서리가 둥근 직사각형 42">
            <a:extLst>
              <a:ext uri="{FF2B5EF4-FFF2-40B4-BE49-F238E27FC236}">
                <a16:creationId xmlns:a16="http://schemas.microsoft.com/office/drawing/2014/main" id="{18E80160-7F7D-0C05-EA7B-D73FD1FB0F3F}"/>
              </a:ext>
            </a:extLst>
          </p:cNvPr>
          <p:cNvSpPr/>
          <p:nvPr/>
        </p:nvSpPr>
        <p:spPr>
          <a:xfrm>
            <a:off x="3357434" y="2172644"/>
            <a:ext cx="801642" cy="306783"/>
          </a:xfrm>
          <a:prstGeom prst="roundRect">
            <a:avLst>
              <a:gd name="adj" fmla="val 19601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RBAC (L4)</a:t>
            </a:r>
            <a:endParaRPr kumimoji="1" lang="ko-KR" altLang="en-US" sz="800">
              <a:solidFill>
                <a:schemeClr val="tx1"/>
              </a:solidFill>
            </a:endParaRPr>
          </a:p>
        </p:txBody>
      </p:sp>
      <p:sp>
        <p:nvSpPr>
          <p:cNvPr id="44" name="모서리가 둥근 직사각형 43">
            <a:extLst>
              <a:ext uri="{FF2B5EF4-FFF2-40B4-BE49-F238E27FC236}">
                <a16:creationId xmlns:a16="http://schemas.microsoft.com/office/drawing/2014/main" id="{CDF8E74B-D6E2-1111-5F13-20C8CADF5AF7}"/>
              </a:ext>
            </a:extLst>
          </p:cNvPr>
          <p:cNvSpPr/>
          <p:nvPr/>
        </p:nvSpPr>
        <p:spPr>
          <a:xfrm>
            <a:off x="2194891" y="2172643"/>
            <a:ext cx="801642" cy="306783"/>
          </a:xfrm>
          <a:prstGeom prst="roundRect">
            <a:avLst>
              <a:gd name="adj" fmla="val 19601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Connection</a:t>
            </a:r>
          </a:p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Limit</a:t>
            </a:r>
            <a:endParaRPr kumimoji="1" lang="ko-KR" altLang="en-US" sz="800">
              <a:solidFill>
                <a:schemeClr val="tx1"/>
              </a:solidFill>
            </a:endParaRPr>
          </a:p>
        </p:txBody>
      </p:sp>
      <p:sp>
        <p:nvSpPr>
          <p:cNvPr id="45" name="모서리가 둥근 직사각형 44">
            <a:extLst>
              <a:ext uri="{FF2B5EF4-FFF2-40B4-BE49-F238E27FC236}">
                <a16:creationId xmlns:a16="http://schemas.microsoft.com/office/drawing/2014/main" id="{5D172FD6-652C-001B-E842-4189B0730CC0}"/>
              </a:ext>
            </a:extLst>
          </p:cNvPr>
          <p:cNvSpPr/>
          <p:nvPr/>
        </p:nvSpPr>
        <p:spPr>
          <a:xfrm>
            <a:off x="5313839" y="2172642"/>
            <a:ext cx="801642" cy="306783"/>
          </a:xfrm>
          <a:prstGeom prst="roundRect">
            <a:avLst>
              <a:gd name="adj" fmla="val 19601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Local Rate Limit (L4)</a:t>
            </a:r>
            <a:endParaRPr kumimoji="1" lang="ko-KR" altLang="en-US" sz="800">
              <a:solidFill>
                <a:schemeClr val="tx1"/>
              </a:solidFill>
            </a:endParaRPr>
          </a:p>
        </p:txBody>
      </p:sp>
      <p:sp>
        <p:nvSpPr>
          <p:cNvPr id="34" name="모서리가 둥근 직사각형 33">
            <a:extLst>
              <a:ext uri="{FF2B5EF4-FFF2-40B4-BE49-F238E27FC236}">
                <a16:creationId xmlns:a16="http://schemas.microsoft.com/office/drawing/2014/main" id="{1AC94828-F6C3-384B-24BA-2EE5D7915A8A}"/>
              </a:ext>
            </a:extLst>
          </p:cNvPr>
          <p:cNvSpPr/>
          <p:nvPr/>
        </p:nvSpPr>
        <p:spPr>
          <a:xfrm>
            <a:off x="5423907" y="1400875"/>
            <a:ext cx="801642" cy="306783"/>
          </a:xfrm>
          <a:prstGeom prst="roundRect">
            <a:avLst>
              <a:gd name="adj" fmla="val 19601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TLS Inspector</a:t>
            </a:r>
            <a:endParaRPr kumimoji="1" lang="ko-KR" altLang="en-US" sz="800">
              <a:solidFill>
                <a:schemeClr val="tx1"/>
              </a:solidFill>
            </a:endParaRPr>
          </a:p>
        </p:txBody>
      </p:sp>
      <p:sp>
        <p:nvSpPr>
          <p:cNvPr id="35" name="모서리가 둥근 직사각형 34">
            <a:extLst>
              <a:ext uri="{FF2B5EF4-FFF2-40B4-BE49-F238E27FC236}">
                <a16:creationId xmlns:a16="http://schemas.microsoft.com/office/drawing/2014/main" id="{9B071102-B7EA-1BE6-64A4-01017E6D3067}"/>
              </a:ext>
            </a:extLst>
          </p:cNvPr>
          <p:cNvSpPr/>
          <p:nvPr/>
        </p:nvSpPr>
        <p:spPr>
          <a:xfrm>
            <a:off x="4450420" y="1402639"/>
            <a:ext cx="801642" cy="306783"/>
          </a:xfrm>
          <a:prstGeom prst="roundRect">
            <a:avLst>
              <a:gd name="adj" fmla="val 19601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Proxy</a:t>
            </a:r>
          </a:p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Protocol</a:t>
            </a:r>
            <a:endParaRPr kumimoji="1" lang="ko-KR" altLang="en-US" sz="800">
              <a:solidFill>
                <a:schemeClr val="tx1"/>
              </a:solidFill>
            </a:endParaRPr>
          </a:p>
        </p:txBody>
      </p:sp>
      <p:sp>
        <p:nvSpPr>
          <p:cNvPr id="36" name="모서리가 둥근 직사각형 35">
            <a:extLst>
              <a:ext uri="{FF2B5EF4-FFF2-40B4-BE49-F238E27FC236}">
                <a16:creationId xmlns:a16="http://schemas.microsoft.com/office/drawing/2014/main" id="{EB449BD2-61FD-BE97-3B38-E509AD85F8E4}"/>
              </a:ext>
            </a:extLst>
          </p:cNvPr>
          <p:cNvSpPr/>
          <p:nvPr/>
        </p:nvSpPr>
        <p:spPr>
          <a:xfrm>
            <a:off x="3263724" y="1402639"/>
            <a:ext cx="801642" cy="306783"/>
          </a:xfrm>
          <a:prstGeom prst="roundRect">
            <a:avLst>
              <a:gd name="adj" fmla="val 19601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Original</a:t>
            </a:r>
          </a:p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Dst</a:t>
            </a:r>
            <a:endParaRPr kumimoji="1" lang="ko-KR" altLang="en-US" sz="800">
              <a:solidFill>
                <a:schemeClr val="tx1"/>
              </a:solidFill>
            </a:endParaRPr>
          </a:p>
        </p:txBody>
      </p:sp>
      <p:sp>
        <p:nvSpPr>
          <p:cNvPr id="47" name="모서리가 둥근 직사각형 46">
            <a:extLst>
              <a:ext uri="{FF2B5EF4-FFF2-40B4-BE49-F238E27FC236}">
                <a16:creationId xmlns:a16="http://schemas.microsoft.com/office/drawing/2014/main" id="{58B8749D-2B1A-D93B-4A3C-79B70FDBCC0D}"/>
              </a:ext>
            </a:extLst>
          </p:cNvPr>
          <p:cNvSpPr/>
          <p:nvPr/>
        </p:nvSpPr>
        <p:spPr>
          <a:xfrm>
            <a:off x="2280819" y="2663773"/>
            <a:ext cx="801642" cy="306783"/>
          </a:xfrm>
          <a:prstGeom prst="roundRect">
            <a:avLst>
              <a:gd name="adj" fmla="val 19601"/>
            </a:avLst>
          </a:prstGeom>
          <a:solidFill>
            <a:schemeClr val="accent3">
              <a:lumMod val="20000"/>
              <a:lumOff val="8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HTTP Codec</a:t>
            </a:r>
            <a:endParaRPr kumimoji="1" lang="ko-KR" altLang="en-US" sz="800">
              <a:solidFill>
                <a:schemeClr val="tx1"/>
              </a:solidFill>
            </a:endParaRPr>
          </a:p>
        </p:txBody>
      </p:sp>
      <p:sp>
        <p:nvSpPr>
          <p:cNvPr id="38" name="타원 37">
            <a:extLst>
              <a:ext uri="{FF2B5EF4-FFF2-40B4-BE49-F238E27FC236}">
                <a16:creationId xmlns:a16="http://schemas.microsoft.com/office/drawing/2014/main" id="{E08EF826-0282-C06E-791F-CFC9F28D11CA}"/>
              </a:ext>
            </a:extLst>
          </p:cNvPr>
          <p:cNvSpPr/>
          <p:nvPr/>
        </p:nvSpPr>
        <p:spPr>
          <a:xfrm flipH="1" flipV="1">
            <a:off x="4120335" y="1429246"/>
            <a:ext cx="51681" cy="45719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39" name="타원 38">
            <a:extLst>
              <a:ext uri="{FF2B5EF4-FFF2-40B4-BE49-F238E27FC236}">
                <a16:creationId xmlns:a16="http://schemas.microsoft.com/office/drawing/2014/main" id="{05393B33-F958-8CB8-C1C7-8FA316EDB850}"/>
              </a:ext>
            </a:extLst>
          </p:cNvPr>
          <p:cNvSpPr/>
          <p:nvPr/>
        </p:nvSpPr>
        <p:spPr>
          <a:xfrm flipH="1" flipV="1">
            <a:off x="4216166" y="1429719"/>
            <a:ext cx="51681" cy="45719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40" name="타원 39">
            <a:extLst>
              <a:ext uri="{FF2B5EF4-FFF2-40B4-BE49-F238E27FC236}">
                <a16:creationId xmlns:a16="http://schemas.microsoft.com/office/drawing/2014/main" id="{EE884B3B-7507-23DB-1FA4-F223312731C3}"/>
              </a:ext>
            </a:extLst>
          </p:cNvPr>
          <p:cNvSpPr/>
          <p:nvPr/>
        </p:nvSpPr>
        <p:spPr>
          <a:xfrm flipH="1" flipV="1">
            <a:off x="4311996" y="1429245"/>
            <a:ext cx="51681" cy="45719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50" name="모서리가 둥근 직사각형 49">
            <a:extLst>
              <a:ext uri="{FF2B5EF4-FFF2-40B4-BE49-F238E27FC236}">
                <a16:creationId xmlns:a16="http://schemas.microsoft.com/office/drawing/2014/main" id="{6EE77615-2F40-064D-A0B8-AEE39D6E170D}"/>
              </a:ext>
            </a:extLst>
          </p:cNvPr>
          <p:cNvSpPr/>
          <p:nvPr/>
        </p:nvSpPr>
        <p:spPr>
          <a:xfrm>
            <a:off x="2280818" y="3027846"/>
            <a:ext cx="3865553" cy="1521424"/>
          </a:xfrm>
          <a:prstGeom prst="roundRect">
            <a:avLst>
              <a:gd name="adj" fmla="val 6920"/>
            </a:avLst>
          </a:prstGeom>
          <a:noFill/>
          <a:ln w="12700"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Per Downstream Request/Stream Instances</a:t>
            </a:r>
            <a:endParaRPr kumimoji="1" lang="ko-KR" altLang="en-US" sz="800">
              <a:solidFill>
                <a:schemeClr val="tx1"/>
              </a:solidFill>
            </a:endParaRPr>
          </a:p>
        </p:txBody>
      </p:sp>
      <p:sp>
        <p:nvSpPr>
          <p:cNvPr id="51" name="모서리가 둥근 직사각형 50">
            <a:extLst>
              <a:ext uri="{FF2B5EF4-FFF2-40B4-BE49-F238E27FC236}">
                <a16:creationId xmlns:a16="http://schemas.microsoft.com/office/drawing/2014/main" id="{D8173D54-B0D3-7D17-4A98-C3377EA23044}"/>
              </a:ext>
            </a:extLst>
          </p:cNvPr>
          <p:cNvSpPr/>
          <p:nvPr/>
        </p:nvSpPr>
        <p:spPr>
          <a:xfrm>
            <a:off x="2370857" y="3313452"/>
            <a:ext cx="3687591" cy="1147893"/>
          </a:xfrm>
          <a:prstGeom prst="roundRect">
            <a:avLst>
              <a:gd name="adj" fmla="val 7615"/>
            </a:avLst>
          </a:prstGeom>
          <a:solidFill>
            <a:schemeClr val="bg2"/>
          </a:solidFill>
          <a:ln w="12700"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Downstream HTTP Filters</a:t>
            </a:r>
            <a:endParaRPr kumimoji="1" lang="ko-KR" altLang="en-US" sz="800">
              <a:solidFill>
                <a:schemeClr val="tx1"/>
              </a:solidFill>
            </a:endParaRPr>
          </a:p>
        </p:txBody>
      </p:sp>
      <p:sp>
        <p:nvSpPr>
          <p:cNvPr id="52" name="모서리가 둥근 직사각형 51">
            <a:extLst>
              <a:ext uri="{FF2B5EF4-FFF2-40B4-BE49-F238E27FC236}">
                <a16:creationId xmlns:a16="http://schemas.microsoft.com/office/drawing/2014/main" id="{61A2502D-523F-50A2-7C86-E4C79D988D3C}"/>
              </a:ext>
            </a:extLst>
          </p:cNvPr>
          <p:cNvSpPr/>
          <p:nvPr/>
        </p:nvSpPr>
        <p:spPr>
          <a:xfrm>
            <a:off x="5164717" y="3575847"/>
            <a:ext cx="801642" cy="306783"/>
          </a:xfrm>
          <a:prstGeom prst="roundRect">
            <a:avLst>
              <a:gd name="adj" fmla="val 19601"/>
            </a:avLst>
          </a:prstGeom>
          <a:solidFill>
            <a:schemeClr val="accent3">
              <a:lumMod val="20000"/>
              <a:lumOff val="8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Rate Limit</a:t>
            </a:r>
            <a:endParaRPr kumimoji="1" lang="ko-KR" altLang="en-US" sz="800">
              <a:solidFill>
                <a:schemeClr val="tx1"/>
              </a:solidFill>
            </a:endParaRPr>
          </a:p>
        </p:txBody>
      </p:sp>
      <p:sp>
        <p:nvSpPr>
          <p:cNvPr id="53" name="타원 52">
            <a:extLst>
              <a:ext uri="{FF2B5EF4-FFF2-40B4-BE49-F238E27FC236}">
                <a16:creationId xmlns:a16="http://schemas.microsoft.com/office/drawing/2014/main" id="{EE4BF15A-D518-B083-186A-325E8E5041BF}"/>
              </a:ext>
            </a:extLst>
          </p:cNvPr>
          <p:cNvSpPr/>
          <p:nvPr/>
        </p:nvSpPr>
        <p:spPr>
          <a:xfrm flipH="1" flipV="1">
            <a:off x="3056260" y="2202255"/>
            <a:ext cx="51681" cy="45719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54" name="타원 53">
            <a:extLst>
              <a:ext uri="{FF2B5EF4-FFF2-40B4-BE49-F238E27FC236}">
                <a16:creationId xmlns:a16="http://schemas.microsoft.com/office/drawing/2014/main" id="{AB6BF4EE-62DA-CC3E-41F2-87AF2E0E9B0A}"/>
              </a:ext>
            </a:extLst>
          </p:cNvPr>
          <p:cNvSpPr/>
          <p:nvPr/>
        </p:nvSpPr>
        <p:spPr>
          <a:xfrm flipH="1" flipV="1">
            <a:off x="3152091" y="2202728"/>
            <a:ext cx="51681" cy="45719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55" name="타원 54">
            <a:extLst>
              <a:ext uri="{FF2B5EF4-FFF2-40B4-BE49-F238E27FC236}">
                <a16:creationId xmlns:a16="http://schemas.microsoft.com/office/drawing/2014/main" id="{53083B53-01D3-5A1B-5602-F74D6B603FF7}"/>
              </a:ext>
            </a:extLst>
          </p:cNvPr>
          <p:cNvSpPr/>
          <p:nvPr/>
        </p:nvSpPr>
        <p:spPr>
          <a:xfrm flipH="1" flipV="1">
            <a:off x="3247921" y="2202254"/>
            <a:ext cx="51681" cy="45719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56" name="모서리가 둥근 직사각형 55">
            <a:extLst>
              <a:ext uri="{FF2B5EF4-FFF2-40B4-BE49-F238E27FC236}">
                <a16:creationId xmlns:a16="http://schemas.microsoft.com/office/drawing/2014/main" id="{5585589C-A876-CB3E-B1AB-320495FDB560}"/>
              </a:ext>
            </a:extLst>
          </p:cNvPr>
          <p:cNvSpPr/>
          <p:nvPr/>
        </p:nvSpPr>
        <p:spPr>
          <a:xfrm>
            <a:off x="2099365" y="1363300"/>
            <a:ext cx="1008576" cy="427640"/>
          </a:xfrm>
          <a:prstGeom prst="roundRect">
            <a:avLst>
              <a:gd name="adj" fmla="val 12191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Downstream Transport Socket</a:t>
            </a:r>
            <a:endParaRPr kumimoji="1" lang="ko-KR" altLang="en-US" sz="800">
              <a:solidFill>
                <a:schemeClr val="tx1"/>
              </a:solidFill>
            </a:endParaRPr>
          </a:p>
        </p:txBody>
      </p:sp>
      <p:sp>
        <p:nvSpPr>
          <p:cNvPr id="9" name="모서리가 둥근 직사각형 8">
            <a:extLst>
              <a:ext uri="{FF2B5EF4-FFF2-40B4-BE49-F238E27FC236}">
                <a16:creationId xmlns:a16="http://schemas.microsoft.com/office/drawing/2014/main" id="{93C04865-7782-97C8-4FEC-8B0230A80A7F}"/>
              </a:ext>
            </a:extLst>
          </p:cNvPr>
          <p:cNvSpPr/>
          <p:nvPr/>
        </p:nvSpPr>
        <p:spPr>
          <a:xfrm>
            <a:off x="2466364" y="3575848"/>
            <a:ext cx="801642" cy="306783"/>
          </a:xfrm>
          <a:prstGeom prst="roundRect">
            <a:avLst>
              <a:gd name="adj" fmla="val 19601"/>
            </a:avLst>
          </a:prstGeom>
          <a:solidFill>
            <a:schemeClr val="accent3">
              <a:lumMod val="20000"/>
              <a:lumOff val="8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CORS</a:t>
            </a:r>
            <a:endParaRPr kumimoji="1" lang="ko-KR" altLang="en-US" sz="800">
              <a:solidFill>
                <a:schemeClr val="tx1"/>
              </a:solidFill>
            </a:endParaRPr>
          </a:p>
        </p:txBody>
      </p:sp>
      <p:cxnSp>
        <p:nvCxnSpPr>
          <p:cNvPr id="10" name="직선 화살표 연결선 9">
            <a:extLst>
              <a:ext uri="{FF2B5EF4-FFF2-40B4-BE49-F238E27FC236}">
                <a16:creationId xmlns:a16="http://schemas.microsoft.com/office/drawing/2014/main" id="{C33EFF58-4EB8-1C29-B34D-6A61F800C9A4}"/>
              </a:ext>
            </a:extLst>
          </p:cNvPr>
          <p:cNvCxnSpPr>
            <a:cxnSpLocks/>
            <a:stCxn id="44" idx="3"/>
            <a:endCxn id="43" idx="1"/>
          </p:cNvCxnSpPr>
          <p:nvPr/>
        </p:nvCxnSpPr>
        <p:spPr>
          <a:xfrm>
            <a:off x="2996533" y="2326035"/>
            <a:ext cx="360901" cy="1"/>
          </a:xfrm>
          <a:prstGeom prst="straightConnector1">
            <a:avLst/>
          </a:prstGeom>
          <a:ln w="127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직선 화살표 연결선 12">
            <a:extLst>
              <a:ext uri="{FF2B5EF4-FFF2-40B4-BE49-F238E27FC236}">
                <a16:creationId xmlns:a16="http://schemas.microsoft.com/office/drawing/2014/main" id="{CAB03C2B-867B-FD86-01EF-21C1BE2D39BD}"/>
              </a:ext>
            </a:extLst>
          </p:cNvPr>
          <p:cNvCxnSpPr>
            <a:cxnSpLocks/>
            <a:stCxn id="43" idx="3"/>
            <a:endCxn id="21" idx="1"/>
          </p:cNvCxnSpPr>
          <p:nvPr/>
        </p:nvCxnSpPr>
        <p:spPr>
          <a:xfrm flipV="1">
            <a:off x="4159076" y="2326034"/>
            <a:ext cx="176506" cy="2"/>
          </a:xfrm>
          <a:prstGeom prst="straightConnector1">
            <a:avLst/>
          </a:prstGeom>
          <a:ln w="127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모서리가 둥근 직사각형 16">
            <a:extLst>
              <a:ext uri="{FF2B5EF4-FFF2-40B4-BE49-F238E27FC236}">
                <a16:creationId xmlns:a16="http://schemas.microsoft.com/office/drawing/2014/main" id="{780D78E6-DAA9-5196-3B69-54E76D48F369}"/>
              </a:ext>
            </a:extLst>
          </p:cNvPr>
          <p:cNvSpPr/>
          <p:nvPr/>
        </p:nvSpPr>
        <p:spPr>
          <a:xfrm>
            <a:off x="4265817" y="3575847"/>
            <a:ext cx="801642" cy="306783"/>
          </a:xfrm>
          <a:prstGeom prst="roundRect">
            <a:avLst>
              <a:gd name="adj" fmla="val 19601"/>
            </a:avLst>
          </a:prstGeom>
          <a:solidFill>
            <a:schemeClr val="accent3">
              <a:lumMod val="20000"/>
              <a:lumOff val="8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RBAC (L7)</a:t>
            </a:r>
            <a:endParaRPr kumimoji="1" lang="ko-KR" altLang="en-US" sz="800">
              <a:solidFill>
                <a:schemeClr val="tx1"/>
              </a:solidFill>
            </a:endParaRPr>
          </a:p>
        </p:txBody>
      </p:sp>
      <p:sp>
        <p:nvSpPr>
          <p:cNvPr id="21" name="모서리가 둥근 직사각형 20">
            <a:extLst>
              <a:ext uri="{FF2B5EF4-FFF2-40B4-BE49-F238E27FC236}">
                <a16:creationId xmlns:a16="http://schemas.microsoft.com/office/drawing/2014/main" id="{798F564A-7846-46AB-F31D-E5628745735C}"/>
              </a:ext>
            </a:extLst>
          </p:cNvPr>
          <p:cNvSpPr/>
          <p:nvPr/>
        </p:nvSpPr>
        <p:spPr>
          <a:xfrm>
            <a:off x="4335582" y="2172642"/>
            <a:ext cx="801642" cy="306783"/>
          </a:xfrm>
          <a:prstGeom prst="roundRect">
            <a:avLst>
              <a:gd name="adj" fmla="val 19601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WASM</a:t>
            </a:r>
            <a:endParaRPr kumimoji="1" lang="ko-KR" altLang="en-US" sz="800">
              <a:solidFill>
                <a:schemeClr val="tx1"/>
              </a:solidFill>
            </a:endParaRPr>
          </a:p>
        </p:txBody>
      </p:sp>
      <p:cxnSp>
        <p:nvCxnSpPr>
          <p:cNvPr id="26" name="직선 화살표 연결선 25">
            <a:extLst>
              <a:ext uri="{FF2B5EF4-FFF2-40B4-BE49-F238E27FC236}">
                <a16:creationId xmlns:a16="http://schemas.microsoft.com/office/drawing/2014/main" id="{76DC29CD-D1C3-4913-6043-77409C2750B4}"/>
              </a:ext>
            </a:extLst>
          </p:cNvPr>
          <p:cNvCxnSpPr>
            <a:cxnSpLocks/>
            <a:stCxn id="21" idx="3"/>
            <a:endCxn id="45" idx="1"/>
          </p:cNvCxnSpPr>
          <p:nvPr/>
        </p:nvCxnSpPr>
        <p:spPr>
          <a:xfrm>
            <a:off x="5137224" y="2326034"/>
            <a:ext cx="176615" cy="0"/>
          </a:xfrm>
          <a:prstGeom prst="straightConnector1">
            <a:avLst/>
          </a:prstGeom>
          <a:ln w="127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모서리가 둥근 직사각형 28">
            <a:extLst>
              <a:ext uri="{FF2B5EF4-FFF2-40B4-BE49-F238E27FC236}">
                <a16:creationId xmlns:a16="http://schemas.microsoft.com/office/drawing/2014/main" id="{04F01126-FF99-0B7B-A2E0-54ADCD8DBD08}"/>
              </a:ext>
            </a:extLst>
          </p:cNvPr>
          <p:cNvSpPr/>
          <p:nvPr/>
        </p:nvSpPr>
        <p:spPr>
          <a:xfrm>
            <a:off x="5164717" y="4060778"/>
            <a:ext cx="801642" cy="306783"/>
          </a:xfrm>
          <a:prstGeom prst="roundRect">
            <a:avLst>
              <a:gd name="adj" fmla="val 19601"/>
            </a:avLst>
          </a:prstGeom>
          <a:solidFill>
            <a:schemeClr val="accent3">
              <a:lumMod val="20000"/>
              <a:lumOff val="8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800" b="1" u="sng">
                <a:solidFill>
                  <a:schemeClr val="tx1"/>
                </a:solidFill>
              </a:rPr>
              <a:t>Router</a:t>
            </a:r>
            <a:endParaRPr kumimoji="1" lang="ko-KR" altLang="en-US" sz="800" b="1" u="sng">
              <a:solidFill>
                <a:schemeClr val="tx1"/>
              </a:solidFill>
            </a:endParaRPr>
          </a:p>
        </p:txBody>
      </p:sp>
      <p:sp>
        <p:nvSpPr>
          <p:cNvPr id="32" name="모서리가 둥근 직사각형 31">
            <a:extLst>
              <a:ext uri="{FF2B5EF4-FFF2-40B4-BE49-F238E27FC236}">
                <a16:creationId xmlns:a16="http://schemas.microsoft.com/office/drawing/2014/main" id="{C04AF7CE-BCB1-9A0B-CECC-7C23DFD974BD}"/>
              </a:ext>
            </a:extLst>
          </p:cNvPr>
          <p:cNvSpPr/>
          <p:nvPr/>
        </p:nvSpPr>
        <p:spPr>
          <a:xfrm>
            <a:off x="4265817" y="4054471"/>
            <a:ext cx="801642" cy="306783"/>
          </a:xfrm>
          <a:prstGeom prst="roundRect">
            <a:avLst>
              <a:gd name="adj" fmla="val 19601"/>
            </a:avLst>
          </a:prstGeom>
          <a:solidFill>
            <a:schemeClr val="accent3">
              <a:lumMod val="20000"/>
              <a:lumOff val="8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LUA</a:t>
            </a:r>
            <a:endParaRPr kumimoji="1" lang="ko-KR" altLang="en-US" sz="800">
              <a:solidFill>
                <a:schemeClr val="tx1"/>
              </a:solidFill>
            </a:endParaRPr>
          </a:p>
        </p:txBody>
      </p:sp>
      <p:sp>
        <p:nvSpPr>
          <p:cNvPr id="33" name="모서리가 둥근 직사각형 32">
            <a:extLst>
              <a:ext uri="{FF2B5EF4-FFF2-40B4-BE49-F238E27FC236}">
                <a16:creationId xmlns:a16="http://schemas.microsoft.com/office/drawing/2014/main" id="{D1FD9889-DC4E-5441-B185-3E626B8E68E6}"/>
              </a:ext>
            </a:extLst>
          </p:cNvPr>
          <p:cNvSpPr/>
          <p:nvPr/>
        </p:nvSpPr>
        <p:spPr>
          <a:xfrm>
            <a:off x="2466364" y="4053917"/>
            <a:ext cx="801642" cy="306783"/>
          </a:xfrm>
          <a:prstGeom prst="roundRect">
            <a:avLst>
              <a:gd name="adj" fmla="val 19601"/>
            </a:avLst>
          </a:prstGeom>
          <a:solidFill>
            <a:schemeClr val="accent3">
              <a:lumMod val="20000"/>
              <a:lumOff val="8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Local Rate Limit (L7)</a:t>
            </a:r>
            <a:endParaRPr kumimoji="1" lang="ko-KR" altLang="en-US" sz="800">
              <a:solidFill>
                <a:schemeClr val="tx1"/>
              </a:solidFill>
            </a:endParaRPr>
          </a:p>
        </p:txBody>
      </p:sp>
      <p:sp>
        <p:nvSpPr>
          <p:cNvPr id="46" name="모서리가 둥근 직사각형 45">
            <a:extLst>
              <a:ext uri="{FF2B5EF4-FFF2-40B4-BE49-F238E27FC236}">
                <a16:creationId xmlns:a16="http://schemas.microsoft.com/office/drawing/2014/main" id="{0950EDFC-6F22-7284-700A-DC6FB0F113EA}"/>
              </a:ext>
            </a:extLst>
          </p:cNvPr>
          <p:cNvSpPr/>
          <p:nvPr/>
        </p:nvSpPr>
        <p:spPr>
          <a:xfrm>
            <a:off x="3363512" y="4054471"/>
            <a:ext cx="801642" cy="306783"/>
          </a:xfrm>
          <a:prstGeom prst="roundRect">
            <a:avLst>
              <a:gd name="adj" fmla="val 19601"/>
            </a:avLst>
          </a:prstGeom>
          <a:solidFill>
            <a:schemeClr val="accent3">
              <a:lumMod val="20000"/>
              <a:lumOff val="8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Compressor</a:t>
            </a:r>
            <a:endParaRPr kumimoji="1" lang="ko-KR" altLang="en-US" sz="800">
              <a:solidFill>
                <a:schemeClr val="tx1"/>
              </a:solidFill>
            </a:endParaRPr>
          </a:p>
        </p:txBody>
      </p:sp>
      <p:sp>
        <p:nvSpPr>
          <p:cNvPr id="48" name="타원 47">
            <a:extLst>
              <a:ext uri="{FF2B5EF4-FFF2-40B4-BE49-F238E27FC236}">
                <a16:creationId xmlns:a16="http://schemas.microsoft.com/office/drawing/2014/main" id="{3E4DBF58-3CAE-32E2-FA21-D2F3E30095D5}"/>
              </a:ext>
            </a:extLst>
          </p:cNvPr>
          <p:cNvSpPr/>
          <p:nvPr/>
        </p:nvSpPr>
        <p:spPr>
          <a:xfrm flipH="1" flipV="1">
            <a:off x="3649356" y="3642415"/>
            <a:ext cx="51681" cy="45719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49" name="타원 48">
            <a:extLst>
              <a:ext uri="{FF2B5EF4-FFF2-40B4-BE49-F238E27FC236}">
                <a16:creationId xmlns:a16="http://schemas.microsoft.com/office/drawing/2014/main" id="{8C3F6357-2A40-A9C1-3B82-38A472D436F9}"/>
              </a:ext>
            </a:extLst>
          </p:cNvPr>
          <p:cNvSpPr/>
          <p:nvPr/>
        </p:nvSpPr>
        <p:spPr>
          <a:xfrm flipH="1" flipV="1">
            <a:off x="3745187" y="3642888"/>
            <a:ext cx="51681" cy="45719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57" name="타원 56">
            <a:extLst>
              <a:ext uri="{FF2B5EF4-FFF2-40B4-BE49-F238E27FC236}">
                <a16:creationId xmlns:a16="http://schemas.microsoft.com/office/drawing/2014/main" id="{76A501EA-599C-0DDA-A328-0030488063EE}"/>
              </a:ext>
            </a:extLst>
          </p:cNvPr>
          <p:cNvSpPr/>
          <p:nvPr/>
        </p:nvSpPr>
        <p:spPr>
          <a:xfrm flipH="1" flipV="1">
            <a:off x="3841017" y="3642414"/>
            <a:ext cx="51681" cy="45719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cxnSp>
        <p:nvCxnSpPr>
          <p:cNvPr id="58" name="직선 화살표 연결선 57">
            <a:extLst>
              <a:ext uri="{FF2B5EF4-FFF2-40B4-BE49-F238E27FC236}">
                <a16:creationId xmlns:a16="http://schemas.microsoft.com/office/drawing/2014/main" id="{0D6F9A5C-6623-9B07-352C-2B11F16FF840}"/>
              </a:ext>
            </a:extLst>
          </p:cNvPr>
          <p:cNvCxnSpPr>
            <a:cxnSpLocks/>
            <a:stCxn id="36" idx="3"/>
            <a:endCxn id="35" idx="1"/>
          </p:cNvCxnSpPr>
          <p:nvPr/>
        </p:nvCxnSpPr>
        <p:spPr>
          <a:xfrm>
            <a:off x="4065366" y="1556031"/>
            <a:ext cx="385054" cy="0"/>
          </a:xfrm>
          <a:prstGeom prst="straightConnector1">
            <a:avLst/>
          </a:prstGeom>
          <a:ln w="127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직선 화살표 연결선 60">
            <a:extLst>
              <a:ext uri="{FF2B5EF4-FFF2-40B4-BE49-F238E27FC236}">
                <a16:creationId xmlns:a16="http://schemas.microsoft.com/office/drawing/2014/main" id="{1328FA13-57D1-4590-AD28-6F3BE2667960}"/>
              </a:ext>
            </a:extLst>
          </p:cNvPr>
          <p:cNvCxnSpPr>
            <a:cxnSpLocks/>
            <a:stCxn id="35" idx="3"/>
            <a:endCxn id="34" idx="1"/>
          </p:cNvCxnSpPr>
          <p:nvPr/>
        </p:nvCxnSpPr>
        <p:spPr>
          <a:xfrm flipV="1">
            <a:off x="5252062" y="1554267"/>
            <a:ext cx="171845" cy="1764"/>
          </a:xfrm>
          <a:prstGeom prst="straightConnector1">
            <a:avLst/>
          </a:prstGeom>
          <a:ln w="127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모서리가 둥근 직사각형 63">
            <a:extLst>
              <a:ext uri="{FF2B5EF4-FFF2-40B4-BE49-F238E27FC236}">
                <a16:creationId xmlns:a16="http://schemas.microsoft.com/office/drawing/2014/main" id="{675E91B0-FB2C-E8B2-CD2D-F2F054A2D831}"/>
              </a:ext>
            </a:extLst>
          </p:cNvPr>
          <p:cNvSpPr/>
          <p:nvPr/>
        </p:nvSpPr>
        <p:spPr>
          <a:xfrm>
            <a:off x="6679601" y="4272053"/>
            <a:ext cx="995752" cy="427640"/>
          </a:xfrm>
          <a:prstGeom prst="roundRect">
            <a:avLst>
              <a:gd name="adj" fmla="val 12191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Upstream Transport Socket</a:t>
            </a:r>
            <a:endParaRPr kumimoji="1" lang="ko-KR" altLang="en-US" sz="800">
              <a:solidFill>
                <a:schemeClr val="tx1"/>
              </a:solidFill>
            </a:endParaRPr>
          </a:p>
        </p:txBody>
      </p:sp>
      <p:cxnSp>
        <p:nvCxnSpPr>
          <p:cNvPr id="65" name="직선 화살표 연결선 64">
            <a:extLst>
              <a:ext uri="{FF2B5EF4-FFF2-40B4-BE49-F238E27FC236}">
                <a16:creationId xmlns:a16="http://schemas.microsoft.com/office/drawing/2014/main" id="{5EB38523-768D-24ED-557E-EF8C460CB6F9}"/>
              </a:ext>
            </a:extLst>
          </p:cNvPr>
          <p:cNvCxnSpPr>
            <a:cxnSpLocks/>
            <a:stCxn id="17" idx="3"/>
            <a:endCxn id="52" idx="1"/>
          </p:cNvCxnSpPr>
          <p:nvPr/>
        </p:nvCxnSpPr>
        <p:spPr>
          <a:xfrm>
            <a:off x="5067459" y="3729239"/>
            <a:ext cx="97258" cy="0"/>
          </a:xfrm>
          <a:prstGeom prst="straightConnector1">
            <a:avLst/>
          </a:prstGeom>
          <a:ln w="127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직선 화살표 연결선 67">
            <a:extLst>
              <a:ext uri="{FF2B5EF4-FFF2-40B4-BE49-F238E27FC236}">
                <a16:creationId xmlns:a16="http://schemas.microsoft.com/office/drawing/2014/main" id="{D01F9E97-604C-9E60-7409-535577D92294}"/>
              </a:ext>
            </a:extLst>
          </p:cNvPr>
          <p:cNvCxnSpPr>
            <a:cxnSpLocks/>
            <a:stCxn id="32" idx="3"/>
            <a:endCxn id="29" idx="1"/>
          </p:cNvCxnSpPr>
          <p:nvPr/>
        </p:nvCxnSpPr>
        <p:spPr>
          <a:xfrm>
            <a:off x="5067459" y="4207863"/>
            <a:ext cx="97258" cy="6307"/>
          </a:xfrm>
          <a:prstGeom prst="straightConnector1">
            <a:avLst/>
          </a:prstGeom>
          <a:ln w="127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직선 화살표 연결선 70">
            <a:extLst>
              <a:ext uri="{FF2B5EF4-FFF2-40B4-BE49-F238E27FC236}">
                <a16:creationId xmlns:a16="http://schemas.microsoft.com/office/drawing/2014/main" id="{10100A9A-EE0F-7DD8-02CB-4161A677F3DF}"/>
              </a:ext>
            </a:extLst>
          </p:cNvPr>
          <p:cNvCxnSpPr>
            <a:cxnSpLocks/>
            <a:stCxn id="46" idx="3"/>
            <a:endCxn id="32" idx="1"/>
          </p:cNvCxnSpPr>
          <p:nvPr/>
        </p:nvCxnSpPr>
        <p:spPr>
          <a:xfrm>
            <a:off x="4165154" y="4207863"/>
            <a:ext cx="100663" cy="0"/>
          </a:xfrm>
          <a:prstGeom prst="straightConnector1">
            <a:avLst/>
          </a:prstGeom>
          <a:ln w="127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직선 화살표 연결선 73">
            <a:extLst>
              <a:ext uri="{FF2B5EF4-FFF2-40B4-BE49-F238E27FC236}">
                <a16:creationId xmlns:a16="http://schemas.microsoft.com/office/drawing/2014/main" id="{8FF34E08-A763-C22B-F7CF-1AFA29BF6F5A}"/>
              </a:ext>
            </a:extLst>
          </p:cNvPr>
          <p:cNvCxnSpPr>
            <a:cxnSpLocks/>
            <a:stCxn id="33" idx="3"/>
            <a:endCxn id="46" idx="1"/>
          </p:cNvCxnSpPr>
          <p:nvPr/>
        </p:nvCxnSpPr>
        <p:spPr>
          <a:xfrm>
            <a:off x="3268006" y="4207309"/>
            <a:ext cx="95506" cy="554"/>
          </a:xfrm>
          <a:prstGeom prst="straightConnector1">
            <a:avLst/>
          </a:prstGeom>
          <a:ln w="127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직선 화살표 연결선 77">
            <a:extLst>
              <a:ext uri="{FF2B5EF4-FFF2-40B4-BE49-F238E27FC236}">
                <a16:creationId xmlns:a16="http://schemas.microsoft.com/office/drawing/2014/main" id="{964F4361-3C66-91B7-5F23-94EC429C2BFE}"/>
              </a:ext>
            </a:extLst>
          </p:cNvPr>
          <p:cNvCxnSpPr>
            <a:cxnSpLocks/>
            <a:stCxn id="9" idx="3"/>
            <a:endCxn id="17" idx="1"/>
          </p:cNvCxnSpPr>
          <p:nvPr/>
        </p:nvCxnSpPr>
        <p:spPr>
          <a:xfrm flipV="1">
            <a:off x="3268006" y="3729239"/>
            <a:ext cx="997811" cy="1"/>
          </a:xfrm>
          <a:prstGeom prst="straightConnector1">
            <a:avLst/>
          </a:prstGeom>
          <a:ln w="127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꺾인 연결선[E] 81">
            <a:extLst>
              <a:ext uri="{FF2B5EF4-FFF2-40B4-BE49-F238E27FC236}">
                <a16:creationId xmlns:a16="http://schemas.microsoft.com/office/drawing/2014/main" id="{E5F34583-F707-D8E8-22E1-F46029193C54}"/>
              </a:ext>
            </a:extLst>
          </p:cNvPr>
          <p:cNvCxnSpPr>
            <a:stCxn id="45" idx="2"/>
            <a:endCxn id="47" idx="0"/>
          </p:cNvCxnSpPr>
          <p:nvPr/>
        </p:nvCxnSpPr>
        <p:spPr>
          <a:xfrm rot="5400000">
            <a:off x="4105976" y="1055089"/>
            <a:ext cx="184348" cy="3033020"/>
          </a:xfrm>
          <a:prstGeom prst="bentConnector3">
            <a:avLst>
              <a:gd name="adj1" fmla="val 23427"/>
            </a:avLst>
          </a:prstGeom>
          <a:ln w="127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꺾인 연결선[E] 83">
            <a:extLst>
              <a:ext uri="{FF2B5EF4-FFF2-40B4-BE49-F238E27FC236}">
                <a16:creationId xmlns:a16="http://schemas.microsoft.com/office/drawing/2014/main" id="{CDE47669-951D-681C-2CF7-49AF36C1142A}"/>
              </a:ext>
            </a:extLst>
          </p:cNvPr>
          <p:cNvCxnSpPr>
            <a:cxnSpLocks/>
            <a:stCxn id="2" idx="2"/>
            <a:endCxn id="56" idx="1"/>
          </p:cNvCxnSpPr>
          <p:nvPr/>
        </p:nvCxnSpPr>
        <p:spPr>
          <a:xfrm rot="16200000" flipH="1">
            <a:off x="1301582" y="779336"/>
            <a:ext cx="763129" cy="832438"/>
          </a:xfrm>
          <a:prstGeom prst="bentConnector2">
            <a:avLst/>
          </a:prstGeom>
          <a:ln w="127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직선 화살표 연결선 95">
            <a:extLst>
              <a:ext uri="{FF2B5EF4-FFF2-40B4-BE49-F238E27FC236}">
                <a16:creationId xmlns:a16="http://schemas.microsoft.com/office/drawing/2014/main" id="{E3D9BBE5-66D2-2A21-7313-DDBB666D3FFF}"/>
              </a:ext>
            </a:extLst>
          </p:cNvPr>
          <p:cNvCxnSpPr>
            <a:cxnSpLocks/>
            <a:stCxn id="56" idx="2"/>
            <a:endCxn id="44" idx="0"/>
          </p:cNvCxnSpPr>
          <p:nvPr/>
        </p:nvCxnSpPr>
        <p:spPr>
          <a:xfrm flipH="1">
            <a:off x="2595712" y="1790940"/>
            <a:ext cx="7941" cy="381703"/>
          </a:xfrm>
          <a:prstGeom prst="straightConnector1">
            <a:avLst/>
          </a:prstGeom>
          <a:ln w="127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꺾인 연결선[E] 102">
            <a:extLst>
              <a:ext uri="{FF2B5EF4-FFF2-40B4-BE49-F238E27FC236}">
                <a16:creationId xmlns:a16="http://schemas.microsoft.com/office/drawing/2014/main" id="{01A8D22D-82D5-80DC-88C4-178E91746A25}"/>
              </a:ext>
            </a:extLst>
          </p:cNvPr>
          <p:cNvCxnSpPr>
            <a:cxnSpLocks/>
            <a:stCxn id="47" idx="2"/>
            <a:endCxn id="9" idx="0"/>
          </p:cNvCxnSpPr>
          <p:nvPr/>
        </p:nvCxnSpPr>
        <p:spPr>
          <a:xfrm rot="16200000" flipH="1">
            <a:off x="2471766" y="3180429"/>
            <a:ext cx="605292" cy="185545"/>
          </a:xfrm>
          <a:prstGeom prst="bentConnector3">
            <a:avLst>
              <a:gd name="adj1" fmla="val 50000"/>
            </a:avLst>
          </a:prstGeom>
          <a:ln w="127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꺾인 연결선[E] 105">
            <a:extLst>
              <a:ext uri="{FF2B5EF4-FFF2-40B4-BE49-F238E27FC236}">
                <a16:creationId xmlns:a16="http://schemas.microsoft.com/office/drawing/2014/main" id="{C3F62324-EA0B-DA60-12D8-BC5955BBD4A8}"/>
              </a:ext>
            </a:extLst>
          </p:cNvPr>
          <p:cNvCxnSpPr>
            <a:cxnSpLocks/>
            <a:stCxn id="52" idx="2"/>
            <a:endCxn id="33" idx="0"/>
          </p:cNvCxnSpPr>
          <p:nvPr/>
        </p:nvCxnSpPr>
        <p:spPr>
          <a:xfrm rot="5400000">
            <a:off x="4130719" y="2619097"/>
            <a:ext cx="171287" cy="2698353"/>
          </a:xfrm>
          <a:prstGeom prst="bentConnector3">
            <a:avLst>
              <a:gd name="adj1" fmla="val 38395"/>
            </a:avLst>
          </a:prstGeom>
          <a:ln w="127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3" name="모서리가 둥근 직사각형 122">
            <a:extLst>
              <a:ext uri="{FF2B5EF4-FFF2-40B4-BE49-F238E27FC236}">
                <a16:creationId xmlns:a16="http://schemas.microsoft.com/office/drawing/2014/main" id="{56BE5B51-1503-9098-CDCC-82AEC9B1E1DD}"/>
              </a:ext>
            </a:extLst>
          </p:cNvPr>
          <p:cNvSpPr/>
          <p:nvPr/>
        </p:nvSpPr>
        <p:spPr>
          <a:xfrm>
            <a:off x="8016787" y="4269080"/>
            <a:ext cx="970252" cy="427639"/>
          </a:xfrm>
          <a:prstGeom prst="roundRect">
            <a:avLst>
              <a:gd name="adj" fmla="val 12191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Upstream</a:t>
            </a:r>
          </a:p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(Server)</a:t>
            </a:r>
            <a:endParaRPr kumimoji="1" lang="ko-KR" altLang="en-US" sz="800">
              <a:solidFill>
                <a:schemeClr val="tx1"/>
              </a:solidFill>
            </a:endParaRPr>
          </a:p>
        </p:txBody>
      </p:sp>
      <p:sp>
        <p:nvSpPr>
          <p:cNvPr id="125" name="모서리가 둥근 직사각형 124">
            <a:extLst>
              <a:ext uri="{FF2B5EF4-FFF2-40B4-BE49-F238E27FC236}">
                <a16:creationId xmlns:a16="http://schemas.microsoft.com/office/drawing/2014/main" id="{9F5641EF-83A1-305A-689A-BB6B4A9028CC}"/>
              </a:ext>
            </a:extLst>
          </p:cNvPr>
          <p:cNvSpPr/>
          <p:nvPr/>
        </p:nvSpPr>
        <p:spPr>
          <a:xfrm>
            <a:off x="6584598" y="1888406"/>
            <a:ext cx="1171499" cy="2224263"/>
          </a:xfrm>
          <a:prstGeom prst="roundRect">
            <a:avLst>
              <a:gd name="adj" fmla="val 6920"/>
            </a:avLst>
          </a:prstGeom>
          <a:solidFill>
            <a:schemeClr val="bg1"/>
          </a:solidFill>
          <a:ln w="12700"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Per Upstream Request/Stream Instances</a:t>
            </a:r>
            <a:endParaRPr kumimoji="1" lang="ko-KR" altLang="en-US" sz="800">
              <a:solidFill>
                <a:schemeClr val="tx1"/>
              </a:solidFill>
            </a:endParaRPr>
          </a:p>
        </p:txBody>
      </p:sp>
      <p:sp>
        <p:nvSpPr>
          <p:cNvPr id="126" name="모서리가 둥근 직사각형 125">
            <a:extLst>
              <a:ext uri="{FF2B5EF4-FFF2-40B4-BE49-F238E27FC236}">
                <a16:creationId xmlns:a16="http://schemas.microsoft.com/office/drawing/2014/main" id="{73395843-5918-F792-E5D3-54296F61EC79}"/>
              </a:ext>
            </a:extLst>
          </p:cNvPr>
          <p:cNvSpPr/>
          <p:nvPr/>
        </p:nvSpPr>
        <p:spPr>
          <a:xfrm>
            <a:off x="6679601" y="2458719"/>
            <a:ext cx="995752" cy="1572693"/>
          </a:xfrm>
          <a:prstGeom prst="roundRect">
            <a:avLst>
              <a:gd name="adj" fmla="val 5954"/>
            </a:avLst>
          </a:prstGeom>
          <a:solidFill>
            <a:schemeClr val="bg2"/>
          </a:solidFill>
          <a:ln w="12700"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Upstream HTTP Filters</a:t>
            </a:r>
            <a:endParaRPr kumimoji="1" lang="ko-KR" altLang="en-US" sz="800">
              <a:solidFill>
                <a:schemeClr val="tx1"/>
              </a:solidFill>
            </a:endParaRPr>
          </a:p>
        </p:txBody>
      </p:sp>
      <p:sp>
        <p:nvSpPr>
          <p:cNvPr id="127" name="모서리가 둥근 직사각형 126">
            <a:extLst>
              <a:ext uri="{FF2B5EF4-FFF2-40B4-BE49-F238E27FC236}">
                <a16:creationId xmlns:a16="http://schemas.microsoft.com/office/drawing/2014/main" id="{9CB3148A-8AD6-3D85-09A3-7143B32F863B}"/>
              </a:ext>
            </a:extLst>
          </p:cNvPr>
          <p:cNvSpPr/>
          <p:nvPr/>
        </p:nvSpPr>
        <p:spPr>
          <a:xfrm>
            <a:off x="6781188" y="2806819"/>
            <a:ext cx="801642" cy="306783"/>
          </a:xfrm>
          <a:prstGeom prst="roundRect">
            <a:avLst>
              <a:gd name="adj" fmla="val 19601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Header Mutation</a:t>
            </a:r>
            <a:endParaRPr kumimoji="1" lang="ko-KR" altLang="en-US" sz="800">
              <a:solidFill>
                <a:schemeClr val="tx1"/>
              </a:solidFill>
            </a:endParaRPr>
          </a:p>
        </p:txBody>
      </p:sp>
      <p:sp>
        <p:nvSpPr>
          <p:cNvPr id="128" name="모서리가 둥근 직사각형 127">
            <a:extLst>
              <a:ext uri="{FF2B5EF4-FFF2-40B4-BE49-F238E27FC236}">
                <a16:creationId xmlns:a16="http://schemas.microsoft.com/office/drawing/2014/main" id="{A9F3EA2E-97AA-40D4-0B56-4B6C8E58330B}"/>
              </a:ext>
            </a:extLst>
          </p:cNvPr>
          <p:cNvSpPr/>
          <p:nvPr/>
        </p:nvSpPr>
        <p:spPr>
          <a:xfrm>
            <a:off x="6781188" y="3630846"/>
            <a:ext cx="801642" cy="306783"/>
          </a:xfrm>
          <a:prstGeom prst="roundRect">
            <a:avLst>
              <a:gd name="adj" fmla="val 19601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Upstream Code Filter</a:t>
            </a:r>
            <a:endParaRPr kumimoji="1" lang="ko-KR" altLang="en-US" sz="800">
              <a:solidFill>
                <a:schemeClr val="tx1"/>
              </a:solidFill>
            </a:endParaRPr>
          </a:p>
        </p:txBody>
      </p:sp>
      <p:sp>
        <p:nvSpPr>
          <p:cNvPr id="133" name="타원 132">
            <a:extLst>
              <a:ext uri="{FF2B5EF4-FFF2-40B4-BE49-F238E27FC236}">
                <a16:creationId xmlns:a16="http://schemas.microsoft.com/office/drawing/2014/main" id="{07247AE6-205F-E97D-6597-9DE2AB62A645}"/>
              </a:ext>
            </a:extLst>
          </p:cNvPr>
          <p:cNvSpPr/>
          <p:nvPr/>
        </p:nvSpPr>
        <p:spPr>
          <a:xfrm flipH="1" flipV="1">
            <a:off x="7020337" y="3464251"/>
            <a:ext cx="51681" cy="45719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134" name="타원 133">
            <a:extLst>
              <a:ext uri="{FF2B5EF4-FFF2-40B4-BE49-F238E27FC236}">
                <a16:creationId xmlns:a16="http://schemas.microsoft.com/office/drawing/2014/main" id="{7BF892AB-6909-012E-26AA-49EE39A5A642}"/>
              </a:ext>
            </a:extLst>
          </p:cNvPr>
          <p:cNvSpPr/>
          <p:nvPr/>
        </p:nvSpPr>
        <p:spPr>
          <a:xfrm flipH="1" flipV="1">
            <a:off x="7020336" y="3360649"/>
            <a:ext cx="51681" cy="45719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135" name="타원 134">
            <a:extLst>
              <a:ext uri="{FF2B5EF4-FFF2-40B4-BE49-F238E27FC236}">
                <a16:creationId xmlns:a16="http://schemas.microsoft.com/office/drawing/2014/main" id="{10A8A495-C4E7-A89A-6D7D-045F5EA27A49}"/>
              </a:ext>
            </a:extLst>
          </p:cNvPr>
          <p:cNvSpPr/>
          <p:nvPr/>
        </p:nvSpPr>
        <p:spPr>
          <a:xfrm flipH="1" flipV="1">
            <a:off x="7020338" y="3256533"/>
            <a:ext cx="51681" cy="45719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cxnSp>
        <p:nvCxnSpPr>
          <p:cNvPr id="136" name="직선 화살표 연결선 135">
            <a:extLst>
              <a:ext uri="{FF2B5EF4-FFF2-40B4-BE49-F238E27FC236}">
                <a16:creationId xmlns:a16="http://schemas.microsoft.com/office/drawing/2014/main" id="{307E41E5-2532-8368-7048-309C60AB26EF}"/>
              </a:ext>
            </a:extLst>
          </p:cNvPr>
          <p:cNvCxnSpPr>
            <a:cxnSpLocks/>
            <a:stCxn id="127" idx="2"/>
            <a:endCxn id="128" idx="0"/>
          </p:cNvCxnSpPr>
          <p:nvPr/>
        </p:nvCxnSpPr>
        <p:spPr>
          <a:xfrm>
            <a:off x="7182009" y="3113602"/>
            <a:ext cx="0" cy="517244"/>
          </a:xfrm>
          <a:prstGeom prst="straightConnector1">
            <a:avLst/>
          </a:prstGeom>
          <a:ln w="127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2" name="꺾인 연결선[E] 141">
            <a:extLst>
              <a:ext uri="{FF2B5EF4-FFF2-40B4-BE49-F238E27FC236}">
                <a16:creationId xmlns:a16="http://schemas.microsoft.com/office/drawing/2014/main" id="{A531DB10-EE77-0288-40A9-C284882AE69B}"/>
              </a:ext>
            </a:extLst>
          </p:cNvPr>
          <p:cNvCxnSpPr>
            <a:cxnSpLocks/>
            <a:stCxn id="29" idx="3"/>
            <a:endCxn id="127" idx="1"/>
          </p:cNvCxnSpPr>
          <p:nvPr/>
        </p:nvCxnSpPr>
        <p:spPr>
          <a:xfrm flipV="1">
            <a:off x="5966359" y="2960211"/>
            <a:ext cx="814829" cy="1253959"/>
          </a:xfrm>
          <a:prstGeom prst="bentConnector3">
            <a:avLst>
              <a:gd name="adj1" fmla="val 63716"/>
            </a:avLst>
          </a:prstGeom>
          <a:ln w="127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9" name="직선 화살표 연결선 148">
            <a:extLst>
              <a:ext uri="{FF2B5EF4-FFF2-40B4-BE49-F238E27FC236}">
                <a16:creationId xmlns:a16="http://schemas.microsoft.com/office/drawing/2014/main" id="{6B575AF9-3A28-0158-0F49-4E6E80334E49}"/>
              </a:ext>
            </a:extLst>
          </p:cNvPr>
          <p:cNvCxnSpPr>
            <a:cxnSpLocks/>
            <a:stCxn id="128" idx="2"/>
            <a:endCxn id="64" idx="0"/>
          </p:cNvCxnSpPr>
          <p:nvPr/>
        </p:nvCxnSpPr>
        <p:spPr>
          <a:xfrm flipH="1">
            <a:off x="7177477" y="3937629"/>
            <a:ext cx="4532" cy="334424"/>
          </a:xfrm>
          <a:prstGeom prst="straightConnector1">
            <a:avLst/>
          </a:prstGeom>
          <a:ln w="127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5" name="직선 화살표 연결선 154">
            <a:extLst>
              <a:ext uri="{FF2B5EF4-FFF2-40B4-BE49-F238E27FC236}">
                <a16:creationId xmlns:a16="http://schemas.microsoft.com/office/drawing/2014/main" id="{E4095A3B-0C8A-EE05-893F-E575B6E4E6C6}"/>
              </a:ext>
            </a:extLst>
          </p:cNvPr>
          <p:cNvCxnSpPr>
            <a:cxnSpLocks/>
            <a:stCxn id="64" idx="3"/>
            <a:endCxn id="123" idx="1"/>
          </p:cNvCxnSpPr>
          <p:nvPr/>
        </p:nvCxnSpPr>
        <p:spPr>
          <a:xfrm flipV="1">
            <a:off x="7675353" y="4482900"/>
            <a:ext cx="341434" cy="2973"/>
          </a:xfrm>
          <a:prstGeom prst="straightConnector1">
            <a:avLst/>
          </a:prstGeom>
          <a:ln w="127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8" name="꺾인 연결선[E] 167">
            <a:extLst>
              <a:ext uri="{FF2B5EF4-FFF2-40B4-BE49-F238E27FC236}">
                <a16:creationId xmlns:a16="http://schemas.microsoft.com/office/drawing/2014/main" id="{7D3EB8DA-F627-085F-D68F-BF6AD89D93BC}"/>
              </a:ext>
            </a:extLst>
          </p:cNvPr>
          <p:cNvCxnSpPr>
            <a:cxnSpLocks/>
          </p:cNvCxnSpPr>
          <p:nvPr/>
        </p:nvCxnSpPr>
        <p:spPr>
          <a:xfrm rot="16200000" flipH="1">
            <a:off x="2262808" y="-74429"/>
            <a:ext cx="588648" cy="2365487"/>
          </a:xfrm>
          <a:prstGeom prst="bentConnector3">
            <a:avLst>
              <a:gd name="adj1" fmla="val 77340"/>
            </a:avLst>
          </a:prstGeom>
          <a:ln w="127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9" name="직선 화살표 연결선 178">
            <a:extLst>
              <a:ext uri="{FF2B5EF4-FFF2-40B4-BE49-F238E27FC236}">
                <a16:creationId xmlns:a16="http://schemas.microsoft.com/office/drawing/2014/main" id="{A5659C0A-72CC-3053-A7E0-BB998753C696}"/>
              </a:ext>
            </a:extLst>
          </p:cNvPr>
          <p:cNvCxnSpPr>
            <a:cxnSpLocks/>
            <a:endCxn id="182" idx="1"/>
          </p:cNvCxnSpPr>
          <p:nvPr/>
        </p:nvCxnSpPr>
        <p:spPr>
          <a:xfrm>
            <a:off x="832221" y="1888406"/>
            <a:ext cx="337895" cy="0"/>
          </a:xfrm>
          <a:prstGeom prst="straightConnector1">
            <a:avLst/>
          </a:prstGeom>
          <a:ln w="127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2" name="모서리가 둥근 직사각형 181">
            <a:extLst>
              <a:ext uri="{FF2B5EF4-FFF2-40B4-BE49-F238E27FC236}">
                <a16:creationId xmlns:a16="http://schemas.microsoft.com/office/drawing/2014/main" id="{6BD99445-5178-2504-A59F-D649FD0AE5EB}"/>
              </a:ext>
            </a:extLst>
          </p:cNvPr>
          <p:cNvSpPr/>
          <p:nvPr/>
        </p:nvSpPr>
        <p:spPr>
          <a:xfrm>
            <a:off x="1170116" y="1795611"/>
            <a:ext cx="755077" cy="185590"/>
          </a:xfrm>
          <a:prstGeom prst="roundRect">
            <a:avLst>
              <a:gd name="adj" fmla="val 12191"/>
            </a:avLst>
          </a:prstGeom>
          <a:noFill/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TCP Syn</a:t>
            </a:r>
            <a:endParaRPr kumimoji="1" lang="ko-KR" altLang="en-US" sz="800">
              <a:solidFill>
                <a:schemeClr val="tx1"/>
              </a:solidFill>
            </a:endParaRPr>
          </a:p>
        </p:txBody>
      </p:sp>
      <p:cxnSp>
        <p:nvCxnSpPr>
          <p:cNvPr id="185" name="직선 화살표 연결선 184">
            <a:extLst>
              <a:ext uri="{FF2B5EF4-FFF2-40B4-BE49-F238E27FC236}">
                <a16:creationId xmlns:a16="http://schemas.microsoft.com/office/drawing/2014/main" id="{473CF68C-2803-F5BC-CFFE-E6A965699143}"/>
              </a:ext>
            </a:extLst>
          </p:cNvPr>
          <p:cNvCxnSpPr>
            <a:cxnSpLocks/>
            <a:endCxn id="186" idx="1"/>
          </p:cNvCxnSpPr>
          <p:nvPr/>
        </p:nvCxnSpPr>
        <p:spPr>
          <a:xfrm>
            <a:off x="830925" y="2272553"/>
            <a:ext cx="337895" cy="0"/>
          </a:xfrm>
          <a:prstGeom prst="straightConnector1">
            <a:avLst/>
          </a:prstGeom>
          <a:ln w="127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6" name="모서리가 둥근 직사각형 185">
            <a:extLst>
              <a:ext uri="{FF2B5EF4-FFF2-40B4-BE49-F238E27FC236}">
                <a16:creationId xmlns:a16="http://schemas.microsoft.com/office/drawing/2014/main" id="{58072A42-AAFD-E6F8-5746-3AE7642A4F45}"/>
              </a:ext>
            </a:extLst>
          </p:cNvPr>
          <p:cNvSpPr/>
          <p:nvPr/>
        </p:nvSpPr>
        <p:spPr>
          <a:xfrm>
            <a:off x="1168820" y="2179758"/>
            <a:ext cx="755077" cy="185590"/>
          </a:xfrm>
          <a:prstGeom prst="roundRect">
            <a:avLst>
              <a:gd name="adj" fmla="val 12191"/>
            </a:avLst>
          </a:prstGeom>
          <a:noFill/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TLS Client Hello</a:t>
            </a:r>
            <a:endParaRPr kumimoji="1" lang="ko-KR" altLang="en-US" sz="800">
              <a:solidFill>
                <a:schemeClr val="tx1"/>
              </a:solidFill>
            </a:endParaRPr>
          </a:p>
        </p:txBody>
      </p:sp>
      <p:cxnSp>
        <p:nvCxnSpPr>
          <p:cNvPr id="189" name="직선 화살표 연결선 188">
            <a:extLst>
              <a:ext uri="{FF2B5EF4-FFF2-40B4-BE49-F238E27FC236}">
                <a16:creationId xmlns:a16="http://schemas.microsoft.com/office/drawing/2014/main" id="{742A8E15-8BA6-0743-770E-31AF5516ECF2}"/>
              </a:ext>
            </a:extLst>
          </p:cNvPr>
          <p:cNvCxnSpPr>
            <a:cxnSpLocks/>
            <a:endCxn id="190" idx="1"/>
          </p:cNvCxnSpPr>
          <p:nvPr/>
        </p:nvCxnSpPr>
        <p:spPr>
          <a:xfrm>
            <a:off x="829987" y="2651330"/>
            <a:ext cx="337895" cy="0"/>
          </a:xfrm>
          <a:prstGeom prst="straightConnector1">
            <a:avLst/>
          </a:prstGeom>
          <a:ln w="127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0" name="모서리가 둥근 직사각형 189">
            <a:extLst>
              <a:ext uri="{FF2B5EF4-FFF2-40B4-BE49-F238E27FC236}">
                <a16:creationId xmlns:a16="http://schemas.microsoft.com/office/drawing/2014/main" id="{1F9E6A80-4F6D-0974-D744-FFC0E52F9FEA}"/>
              </a:ext>
            </a:extLst>
          </p:cNvPr>
          <p:cNvSpPr/>
          <p:nvPr/>
        </p:nvSpPr>
        <p:spPr>
          <a:xfrm>
            <a:off x="1167882" y="2558535"/>
            <a:ext cx="755077" cy="185590"/>
          </a:xfrm>
          <a:prstGeom prst="roundRect">
            <a:avLst>
              <a:gd name="adj" fmla="val 12191"/>
            </a:avLst>
          </a:prstGeom>
          <a:noFill/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HTTP Requests</a:t>
            </a:r>
            <a:endParaRPr kumimoji="1" lang="ko-KR" altLang="en-US" sz="800">
              <a:solidFill>
                <a:schemeClr val="tx1"/>
              </a:solidFill>
            </a:endParaRPr>
          </a:p>
        </p:txBody>
      </p:sp>
      <p:sp>
        <p:nvSpPr>
          <p:cNvPr id="192" name="타원 191">
            <a:extLst>
              <a:ext uri="{FF2B5EF4-FFF2-40B4-BE49-F238E27FC236}">
                <a16:creationId xmlns:a16="http://schemas.microsoft.com/office/drawing/2014/main" id="{F600C28F-FF90-D905-B615-BC7064E753FD}"/>
              </a:ext>
            </a:extLst>
          </p:cNvPr>
          <p:cNvSpPr/>
          <p:nvPr/>
        </p:nvSpPr>
        <p:spPr>
          <a:xfrm>
            <a:off x="1331640" y="742146"/>
            <a:ext cx="159548" cy="168437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2</a:t>
            </a:r>
            <a:endParaRPr kumimoji="1" lang="ko-KR" altLang="en-US" sz="800">
              <a:solidFill>
                <a:schemeClr val="tx1"/>
              </a:solidFill>
            </a:endParaRPr>
          </a:p>
        </p:txBody>
      </p:sp>
      <p:sp>
        <p:nvSpPr>
          <p:cNvPr id="193" name="타원 192">
            <a:extLst>
              <a:ext uri="{FF2B5EF4-FFF2-40B4-BE49-F238E27FC236}">
                <a16:creationId xmlns:a16="http://schemas.microsoft.com/office/drawing/2014/main" id="{11DC89F0-226A-2630-38C8-C3A05D4A2A63}"/>
              </a:ext>
            </a:extLst>
          </p:cNvPr>
          <p:cNvSpPr/>
          <p:nvPr/>
        </p:nvSpPr>
        <p:spPr>
          <a:xfrm>
            <a:off x="1152220" y="742147"/>
            <a:ext cx="168437" cy="168437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accent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3</a:t>
            </a:r>
            <a:endParaRPr kumimoji="1" lang="ko-KR" altLang="en-US" sz="800">
              <a:solidFill>
                <a:schemeClr val="tx1"/>
              </a:solidFill>
            </a:endParaRPr>
          </a:p>
        </p:txBody>
      </p:sp>
      <p:sp>
        <p:nvSpPr>
          <p:cNvPr id="194" name="타원 193">
            <a:extLst>
              <a:ext uri="{FF2B5EF4-FFF2-40B4-BE49-F238E27FC236}">
                <a16:creationId xmlns:a16="http://schemas.microsoft.com/office/drawing/2014/main" id="{683EF117-EB0B-ECB6-12D6-522FB7178CEC}"/>
              </a:ext>
            </a:extLst>
          </p:cNvPr>
          <p:cNvSpPr/>
          <p:nvPr/>
        </p:nvSpPr>
        <p:spPr>
          <a:xfrm>
            <a:off x="1672279" y="511280"/>
            <a:ext cx="159548" cy="168437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1</a:t>
            </a:r>
            <a:endParaRPr kumimoji="1" lang="ko-KR" altLang="en-US" sz="8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557183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822A20-4BA9-BFC7-630D-2E1019B855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모서리가 둥근 직사각형 1">
            <a:extLst>
              <a:ext uri="{FF2B5EF4-FFF2-40B4-BE49-F238E27FC236}">
                <a16:creationId xmlns:a16="http://schemas.microsoft.com/office/drawing/2014/main" id="{34F959C0-5DDC-CD01-C1D6-47806CDC8C48}"/>
              </a:ext>
            </a:extLst>
          </p:cNvPr>
          <p:cNvSpPr/>
          <p:nvPr/>
        </p:nvSpPr>
        <p:spPr>
          <a:xfrm>
            <a:off x="813932" y="386352"/>
            <a:ext cx="970252" cy="427639"/>
          </a:xfrm>
          <a:prstGeom prst="roundRect">
            <a:avLst>
              <a:gd name="adj" fmla="val 12191"/>
            </a:avLst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Downstream</a:t>
            </a:r>
          </a:p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(Client)</a:t>
            </a:r>
            <a:endParaRPr kumimoji="1" lang="ko-KR" altLang="en-US" sz="800">
              <a:solidFill>
                <a:schemeClr val="tx1"/>
              </a:solidFill>
            </a:endParaRPr>
          </a:p>
        </p:txBody>
      </p:sp>
      <p:sp>
        <p:nvSpPr>
          <p:cNvPr id="4" name="모서리가 둥근 직사각형 3">
            <a:extLst>
              <a:ext uri="{FF2B5EF4-FFF2-40B4-BE49-F238E27FC236}">
                <a16:creationId xmlns:a16="http://schemas.microsoft.com/office/drawing/2014/main" id="{4B471A70-292F-E8D7-8384-AE25D14DE2C4}"/>
              </a:ext>
            </a:extLst>
          </p:cNvPr>
          <p:cNvSpPr/>
          <p:nvPr/>
        </p:nvSpPr>
        <p:spPr>
          <a:xfrm>
            <a:off x="1923898" y="376238"/>
            <a:ext cx="5921044" cy="4470081"/>
          </a:xfrm>
          <a:prstGeom prst="roundRect">
            <a:avLst>
              <a:gd name="adj" fmla="val 2047"/>
            </a:avLst>
          </a:prstGeom>
          <a:solidFill>
            <a:schemeClr val="bg1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r"/>
            <a:r>
              <a:rPr kumimoji="1" lang="en-US" altLang="ko-KR" sz="900" b="1">
                <a:solidFill>
                  <a:schemeClr val="tx1"/>
                </a:solidFill>
              </a:rPr>
              <a:t>Worker Thread</a:t>
            </a:r>
            <a:endParaRPr kumimoji="1" lang="ko-KR" altLang="en-US" sz="900" b="1">
              <a:solidFill>
                <a:schemeClr val="tx1"/>
              </a:solidFill>
            </a:endParaRPr>
          </a:p>
        </p:txBody>
      </p:sp>
      <p:sp>
        <p:nvSpPr>
          <p:cNvPr id="5" name="모서리가 둥근 직사각형 4">
            <a:extLst>
              <a:ext uri="{FF2B5EF4-FFF2-40B4-BE49-F238E27FC236}">
                <a16:creationId xmlns:a16="http://schemas.microsoft.com/office/drawing/2014/main" id="{4E430979-D7BD-0357-E443-7354D2814087}"/>
              </a:ext>
            </a:extLst>
          </p:cNvPr>
          <p:cNvSpPr/>
          <p:nvPr/>
        </p:nvSpPr>
        <p:spPr>
          <a:xfrm>
            <a:off x="2099365" y="446781"/>
            <a:ext cx="1008714" cy="306783"/>
          </a:xfrm>
          <a:prstGeom prst="roundRect">
            <a:avLst>
              <a:gd name="adj" fmla="val 12191"/>
            </a:avLst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Listener</a:t>
            </a:r>
          </a:p>
        </p:txBody>
      </p:sp>
      <p:cxnSp>
        <p:nvCxnSpPr>
          <p:cNvPr id="8" name="직선 화살표 연결선 7">
            <a:extLst>
              <a:ext uri="{FF2B5EF4-FFF2-40B4-BE49-F238E27FC236}">
                <a16:creationId xmlns:a16="http://schemas.microsoft.com/office/drawing/2014/main" id="{F6A45F0A-B63D-C1F8-578F-C4F41CEB40B2}"/>
              </a:ext>
            </a:extLst>
          </p:cNvPr>
          <p:cNvCxnSpPr>
            <a:cxnSpLocks/>
            <a:stCxn id="2" idx="3"/>
          </p:cNvCxnSpPr>
          <p:nvPr/>
        </p:nvCxnSpPr>
        <p:spPr>
          <a:xfrm>
            <a:off x="1784184" y="600172"/>
            <a:ext cx="315181" cy="0"/>
          </a:xfrm>
          <a:prstGeom prst="straightConnector1">
            <a:avLst/>
          </a:prstGeom>
          <a:ln w="127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모서리가 둥근 직사각형 29">
            <a:extLst>
              <a:ext uri="{FF2B5EF4-FFF2-40B4-BE49-F238E27FC236}">
                <a16:creationId xmlns:a16="http://schemas.microsoft.com/office/drawing/2014/main" id="{9D7D0D71-2541-3B21-295C-DA530AA772E9}"/>
              </a:ext>
            </a:extLst>
          </p:cNvPr>
          <p:cNvSpPr/>
          <p:nvPr/>
        </p:nvSpPr>
        <p:spPr>
          <a:xfrm>
            <a:off x="7583027" y="-524594"/>
            <a:ext cx="1052864" cy="306783"/>
          </a:xfrm>
          <a:prstGeom prst="roundRect">
            <a:avLst>
              <a:gd name="adj" fmla="val 12191"/>
            </a:avLst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Filter Chain Manager</a:t>
            </a:r>
            <a:endParaRPr kumimoji="1" lang="ko-KR" altLang="en-US" sz="800">
              <a:solidFill>
                <a:schemeClr val="tx1"/>
              </a:solidFill>
            </a:endParaRPr>
          </a:p>
        </p:txBody>
      </p:sp>
      <p:sp>
        <p:nvSpPr>
          <p:cNvPr id="37" name="모서리가 둥근 직사각형 36">
            <a:extLst>
              <a:ext uri="{FF2B5EF4-FFF2-40B4-BE49-F238E27FC236}">
                <a16:creationId xmlns:a16="http://schemas.microsoft.com/office/drawing/2014/main" id="{08618E95-4EB7-F0E0-79F9-548DB594B65D}"/>
              </a:ext>
            </a:extLst>
          </p:cNvPr>
          <p:cNvSpPr/>
          <p:nvPr/>
        </p:nvSpPr>
        <p:spPr>
          <a:xfrm>
            <a:off x="2014062" y="843558"/>
            <a:ext cx="4378494" cy="3923703"/>
          </a:xfrm>
          <a:prstGeom prst="roundRect">
            <a:avLst>
              <a:gd name="adj" fmla="val 1832"/>
            </a:avLst>
          </a:prstGeom>
          <a:solidFill>
            <a:schemeClr val="bg1"/>
          </a:solidFill>
          <a:ln w="12700"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kumimoji="1" lang="en-US" altLang="ko-KR" sz="900" b="1" u="sng">
                <a:solidFill>
                  <a:schemeClr val="tx1"/>
                </a:solidFill>
              </a:rPr>
              <a:t>Per Downstream Connection</a:t>
            </a:r>
            <a:r>
              <a:rPr kumimoji="1" lang="en-US" altLang="ko-KR" sz="900">
                <a:solidFill>
                  <a:schemeClr val="tx1"/>
                </a:solidFill>
              </a:rPr>
              <a:t> Instances</a:t>
            </a:r>
            <a:endParaRPr kumimoji="1" lang="ko-KR" altLang="en-US" sz="900">
              <a:solidFill>
                <a:schemeClr val="tx1"/>
              </a:solidFill>
            </a:endParaRPr>
          </a:p>
        </p:txBody>
      </p:sp>
      <p:sp>
        <p:nvSpPr>
          <p:cNvPr id="7" name="모서리가 둥근 직사각형 6">
            <a:extLst>
              <a:ext uri="{FF2B5EF4-FFF2-40B4-BE49-F238E27FC236}">
                <a16:creationId xmlns:a16="http://schemas.microsoft.com/office/drawing/2014/main" id="{2CEEF17D-D78F-F128-2304-609055E465EA}"/>
              </a:ext>
            </a:extLst>
          </p:cNvPr>
          <p:cNvSpPr/>
          <p:nvPr/>
        </p:nvSpPr>
        <p:spPr>
          <a:xfrm>
            <a:off x="3177762" y="1148273"/>
            <a:ext cx="3135890" cy="639298"/>
          </a:xfrm>
          <a:prstGeom prst="roundRect">
            <a:avLst>
              <a:gd name="adj" fmla="val 11036"/>
            </a:avLst>
          </a:prstGeom>
          <a:solidFill>
            <a:schemeClr val="bg2"/>
          </a:solidFill>
          <a:ln w="12700"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kumimoji="1" lang="en-US" altLang="ko-KR" sz="900">
                <a:solidFill>
                  <a:schemeClr val="tx1"/>
                </a:solidFill>
              </a:rPr>
              <a:t>Listener Filters</a:t>
            </a:r>
            <a:endParaRPr kumimoji="1" lang="ko-KR" altLang="en-US" sz="900">
              <a:solidFill>
                <a:schemeClr val="tx1"/>
              </a:solidFill>
            </a:endParaRPr>
          </a:p>
        </p:txBody>
      </p:sp>
      <p:sp>
        <p:nvSpPr>
          <p:cNvPr id="41" name="모서리가 둥근 직사각형 40">
            <a:extLst>
              <a:ext uri="{FF2B5EF4-FFF2-40B4-BE49-F238E27FC236}">
                <a16:creationId xmlns:a16="http://schemas.microsoft.com/office/drawing/2014/main" id="{3BEA4192-6A72-82EF-8474-65F8C19AF20A}"/>
              </a:ext>
            </a:extLst>
          </p:cNvPr>
          <p:cNvSpPr/>
          <p:nvPr/>
        </p:nvSpPr>
        <p:spPr>
          <a:xfrm>
            <a:off x="2103410" y="1888406"/>
            <a:ext cx="4210242" cy="2808313"/>
          </a:xfrm>
          <a:prstGeom prst="roundRect">
            <a:avLst>
              <a:gd name="adj" fmla="val 2818"/>
            </a:avLst>
          </a:prstGeom>
          <a:solidFill>
            <a:schemeClr val="bg2"/>
          </a:solidFill>
          <a:ln w="12700"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kumimoji="1" lang="en-US" altLang="ko-KR" sz="900">
                <a:solidFill>
                  <a:schemeClr val="tx1"/>
                </a:solidFill>
              </a:rPr>
              <a:t>Network Filters</a:t>
            </a:r>
            <a:endParaRPr kumimoji="1" lang="ko-KR" altLang="en-US" sz="900">
              <a:solidFill>
                <a:schemeClr val="tx1"/>
              </a:solidFill>
            </a:endParaRPr>
          </a:p>
        </p:txBody>
      </p:sp>
      <p:sp>
        <p:nvSpPr>
          <p:cNvPr id="42" name="모서리가 둥근 직사각형 41">
            <a:extLst>
              <a:ext uri="{FF2B5EF4-FFF2-40B4-BE49-F238E27FC236}">
                <a16:creationId xmlns:a16="http://schemas.microsoft.com/office/drawing/2014/main" id="{3D360E6E-1F34-7315-C1B8-B3FFF0BD87AB}"/>
              </a:ext>
            </a:extLst>
          </p:cNvPr>
          <p:cNvSpPr/>
          <p:nvPr/>
        </p:nvSpPr>
        <p:spPr>
          <a:xfrm>
            <a:off x="2190779" y="2576891"/>
            <a:ext cx="4037654" cy="2042715"/>
          </a:xfrm>
          <a:prstGeom prst="roundRect">
            <a:avLst>
              <a:gd name="adj" fmla="val 5488"/>
            </a:avLst>
          </a:prstGeom>
          <a:solidFill>
            <a:schemeClr val="bg1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r"/>
            <a:r>
              <a:rPr kumimoji="1" lang="en-US" altLang="ko-KR" sz="800">
                <a:solidFill>
                  <a:schemeClr val="tx1"/>
                </a:solidFill>
              </a:rPr>
              <a:t>HCM (HTTP Connection Manager) </a:t>
            </a:r>
          </a:p>
          <a:p>
            <a:pPr algn="r"/>
            <a:r>
              <a:rPr kumimoji="1" lang="en-US" altLang="ko-KR" sz="800">
                <a:solidFill>
                  <a:schemeClr val="tx1"/>
                </a:solidFill>
              </a:rPr>
              <a:t>/ Terminator Filter</a:t>
            </a:r>
            <a:endParaRPr kumimoji="1" lang="ko-KR" altLang="en-US" sz="800">
              <a:solidFill>
                <a:schemeClr val="tx1"/>
              </a:solidFill>
            </a:endParaRPr>
          </a:p>
        </p:txBody>
      </p:sp>
      <p:sp>
        <p:nvSpPr>
          <p:cNvPr id="43" name="모서리가 둥근 직사각형 42">
            <a:extLst>
              <a:ext uri="{FF2B5EF4-FFF2-40B4-BE49-F238E27FC236}">
                <a16:creationId xmlns:a16="http://schemas.microsoft.com/office/drawing/2014/main" id="{654904F7-B760-09C4-70D1-1DF7B160AC01}"/>
              </a:ext>
            </a:extLst>
          </p:cNvPr>
          <p:cNvSpPr/>
          <p:nvPr/>
        </p:nvSpPr>
        <p:spPr>
          <a:xfrm>
            <a:off x="3357434" y="2172644"/>
            <a:ext cx="801642" cy="306783"/>
          </a:xfrm>
          <a:prstGeom prst="roundRect">
            <a:avLst>
              <a:gd name="adj" fmla="val 19601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RBAC (L4)</a:t>
            </a:r>
            <a:endParaRPr kumimoji="1" lang="ko-KR" altLang="en-US" sz="800">
              <a:solidFill>
                <a:schemeClr val="tx1"/>
              </a:solidFill>
            </a:endParaRPr>
          </a:p>
        </p:txBody>
      </p:sp>
      <p:sp>
        <p:nvSpPr>
          <p:cNvPr id="44" name="모서리가 둥근 직사각형 43">
            <a:extLst>
              <a:ext uri="{FF2B5EF4-FFF2-40B4-BE49-F238E27FC236}">
                <a16:creationId xmlns:a16="http://schemas.microsoft.com/office/drawing/2014/main" id="{A48D2CC6-AD7C-2E80-1B9F-3C3BC9EA2141}"/>
              </a:ext>
            </a:extLst>
          </p:cNvPr>
          <p:cNvSpPr/>
          <p:nvPr/>
        </p:nvSpPr>
        <p:spPr>
          <a:xfrm>
            <a:off x="2194891" y="2172643"/>
            <a:ext cx="801642" cy="306783"/>
          </a:xfrm>
          <a:prstGeom prst="roundRect">
            <a:avLst>
              <a:gd name="adj" fmla="val 19601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Connection</a:t>
            </a:r>
          </a:p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Limit</a:t>
            </a:r>
            <a:endParaRPr kumimoji="1" lang="ko-KR" altLang="en-US" sz="800">
              <a:solidFill>
                <a:schemeClr val="tx1"/>
              </a:solidFill>
            </a:endParaRPr>
          </a:p>
        </p:txBody>
      </p:sp>
      <p:sp>
        <p:nvSpPr>
          <p:cNvPr id="45" name="모서리가 둥근 직사각형 44">
            <a:extLst>
              <a:ext uri="{FF2B5EF4-FFF2-40B4-BE49-F238E27FC236}">
                <a16:creationId xmlns:a16="http://schemas.microsoft.com/office/drawing/2014/main" id="{B9FCFB66-C13B-9D72-29C5-64B7EFB4092C}"/>
              </a:ext>
            </a:extLst>
          </p:cNvPr>
          <p:cNvSpPr/>
          <p:nvPr/>
        </p:nvSpPr>
        <p:spPr>
          <a:xfrm>
            <a:off x="5313839" y="2172642"/>
            <a:ext cx="801642" cy="306783"/>
          </a:xfrm>
          <a:prstGeom prst="roundRect">
            <a:avLst>
              <a:gd name="adj" fmla="val 19601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Local Rate Limit (L4)</a:t>
            </a:r>
            <a:endParaRPr kumimoji="1" lang="ko-KR" altLang="en-US" sz="800">
              <a:solidFill>
                <a:schemeClr val="tx1"/>
              </a:solidFill>
            </a:endParaRPr>
          </a:p>
        </p:txBody>
      </p:sp>
      <p:sp>
        <p:nvSpPr>
          <p:cNvPr id="34" name="모서리가 둥근 직사각형 33">
            <a:extLst>
              <a:ext uri="{FF2B5EF4-FFF2-40B4-BE49-F238E27FC236}">
                <a16:creationId xmlns:a16="http://schemas.microsoft.com/office/drawing/2014/main" id="{8F67E3FD-6614-EA0F-C7FD-EC986D71381B}"/>
              </a:ext>
            </a:extLst>
          </p:cNvPr>
          <p:cNvSpPr/>
          <p:nvPr/>
        </p:nvSpPr>
        <p:spPr>
          <a:xfrm>
            <a:off x="5423907" y="1400875"/>
            <a:ext cx="801642" cy="306783"/>
          </a:xfrm>
          <a:prstGeom prst="roundRect">
            <a:avLst>
              <a:gd name="adj" fmla="val 19601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TLS Inspector</a:t>
            </a:r>
            <a:endParaRPr kumimoji="1" lang="ko-KR" altLang="en-US" sz="800">
              <a:solidFill>
                <a:schemeClr val="tx1"/>
              </a:solidFill>
            </a:endParaRPr>
          </a:p>
        </p:txBody>
      </p:sp>
      <p:sp>
        <p:nvSpPr>
          <p:cNvPr id="35" name="모서리가 둥근 직사각형 34">
            <a:extLst>
              <a:ext uri="{FF2B5EF4-FFF2-40B4-BE49-F238E27FC236}">
                <a16:creationId xmlns:a16="http://schemas.microsoft.com/office/drawing/2014/main" id="{539B5AED-C92F-ED17-219B-FC1BBD099AFF}"/>
              </a:ext>
            </a:extLst>
          </p:cNvPr>
          <p:cNvSpPr/>
          <p:nvPr/>
        </p:nvSpPr>
        <p:spPr>
          <a:xfrm>
            <a:off x="4450420" y="1402639"/>
            <a:ext cx="801642" cy="306783"/>
          </a:xfrm>
          <a:prstGeom prst="roundRect">
            <a:avLst>
              <a:gd name="adj" fmla="val 19601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Proxy</a:t>
            </a:r>
          </a:p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Protocol</a:t>
            </a:r>
            <a:endParaRPr kumimoji="1" lang="ko-KR" altLang="en-US" sz="800">
              <a:solidFill>
                <a:schemeClr val="tx1"/>
              </a:solidFill>
            </a:endParaRPr>
          </a:p>
        </p:txBody>
      </p:sp>
      <p:sp>
        <p:nvSpPr>
          <p:cNvPr id="36" name="모서리가 둥근 직사각형 35">
            <a:extLst>
              <a:ext uri="{FF2B5EF4-FFF2-40B4-BE49-F238E27FC236}">
                <a16:creationId xmlns:a16="http://schemas.microsoft.com/office/drawing/2014/main" id="{EB208DBB-7549-FA0A-FE6D-25FA9E2A8E98}"/>
              </a:ext>
            </a:extLst>
          </p:cNvPr>
          <p:cNvSpPr/>
          <p:nvPr/>
        </p:nvSpPr>
        <p:spPr>
          <a:xfrm>
            <a:off x="3263724" y="1402639"/>
            <a:ext cx="801642" cy="306783"/>
          </a:xfrm>
          <a:prstGeom prst="roundRect">
            <a:avLst>
              <a:gd name="adj" fmla="val 19601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Original</a:t>
            </a:r>
          </a:p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Dst</a:t>
            </a:r>
            <a:endParaRPr kumimoji="1" lang="ko-KR" altLang="en-US" sz="800">
              <a:solidFill>
                <a:schemeClr val="tx1"/>
              </a:solidFill>
            </a:endParaRPr>
          </a:p>
        </p:txBody>
      </p:sp>
      <p:sp>
        <p:nvSpPr>
          <p:cNvPr id="47" name="모서리가 둥근 직사각형 46">
            <a:extLst>
              <a:ext uri="{FF2B5EF4-FFF2-40B4-BE49-F238E27FC236}">
                <a16:creationId xmlns:a16="http://schemas.microsoft.com/office/drawing/2014/main" id="{0C25EFE3-6917-D099-240B-FA8DACA81BB7}"/>
              </a:ext>
            </a:extLst>
          </p:cNvPr>
          <p:cNvSpPr/>
          <p:nvPr/>
        </p:nvSpPr>
        <p:spPr>
          <a:xfrm>
            <a:off x="2280819" y="2663773"/>
            <a:ext cx="801642" cy="306783"/>
          </a:xfrm>
          <a:prstGeom prst="roundRect">
            <a:avLst>
              <a:gd name="adj" fmla="val 19601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HTTP Codec</a:t>
            </a:r>
            <a:endParaRPr kumimoji="1" lang="ko-KR" altLang="en-US" sz="800">
              <a:solidFill>
                <a:schemeClr val="tx1"/>
              </a:solidFill>
            </a:endParaRPr>
          </a:p>
        </p:txBody>
      </p:sp>
      <p:sp>
        <p:nvSpPr>
          <p:cNvPr id="38" name="타원 37">
            <a:extLst>
              <a:ext uri="{FF2B5EF4-FFF2-40B4-BE49-F238E27FC236}">
                <a16:creationId xmlns:a16="http://schemas.microsoft.com/office/drawing/2014/main" id="{0D2F09C0-90F4-FCBD-3FB7-A5AC94B57973}"/>
              </a:ext>
            </a:extLst>
          </p:cNvPr>
          <p:cNvSpPr/>
          <p:nvPr/>
        </p:nvSpPr>
        <p:spPr>
          <a:xfrm flipH="1" flipV="1">
            <a:off x="4120335" y="1429246"/>
            <a:ext cx="51681" cy="45719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39" name="타원 38">
            <a:extLst>
              <a:ext uri="{FF2B5EF4-FFF2-40B4-BE49-F238E27FC236}">
                <a16:creationId xmlns:a16="http://schemas.microsoft.com/office/drawing/2014/main" id="{7426B6A8-E2B1-AB30-CAE3-6C1A1DECC94E}"/>
              </a:ext>
            </a:extLst>
          </p:cNvPr>
          <p:cNvSpPr/>
          <p:nvPr/>
        </p:nvSpPr>
        <p:spPr>
          <a:xfrm flipH="1" flipV="1">
            <a:off x="4216166" y="1429719"/>
            <a:ext cx="51681" cy="45719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40" name="타원 39">
            <a:extLst>
              <a:ext uri="{FF2B5EF4-FFF2-40B4-BE49-F238E27FC236}">
                <a16:creationId xmlns:a16="http://schemas.microsoft.com/office/drawing/2014/main" id="{4AABA29F-0DFD-F0DB-5DCA-F819AA23847A}"/>
              </a:ext>
            </a:extLst>
          </p:cNvPr>
          <p:cNvSpPr/>
          <p:nvPr/>
        </p:nvSpPr>
        <p:spPr>
          <a:xfrm flipH="1" flipV="1">
            <a:off x="4311996" y="1429245"/>
            <a:ext cx="51681" cy="45719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50" name="모서리가 둥근 직사각형 49">
            <a:extLst>
              <a:ext uri="{FF2B5EF4-FFF2-40B4-BE49-F238E27FC236}">
                <a16:creationId xmlns:a16="http://schemas.microsoft.com/office/drawing/2014/main" id="{7EACD4F8-DE51-5BE5-3910-16D9727E12C4}"/>
              </a:ext>
            </a:extLst>
          </p:cNvPr>
          <p:cNvSpPr/>
          <p:nvPr/>
        </p:nvSpPr>
        <p:spPr>
          <a:xfrm>
            <a:off x="2280818" y="3027846"/>
            <a:ext cx="3865553" cy="1521424"/>
          </a:xfrm>
          <a:prstGeom prst="roundRect">
            <a:avLst>
              <a:gd name="adj" fmla="val 6920"/>
            </a:avLst>
          </a:prstGeom>
          <a:solidFill>
            <a:schemeClr val="bg1"/>
          </a:solidFill>
          <a:ln w="12700"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kumimoji="1" lang="en-US" altLang="ko-KR" sz="800" b="1" u="sng">
                <a:solidFill>
                  <a:schemeClr val="tx1"/>
                </a:solidFill>
              </a:rPr>
              <a:t>Per Downstream Request/Stream</a:t>
            </a:r>
            <a:r>
              <a:rPr kumimoji="1" lang="en-US" altLang="ko-KR" sz="800">
                <a:solidFill>
                  <a:schemeClr val="tx1"/>
                </a:solidFill>
              </a:rPr>
              <a:t> Instances</a:t>
            </a:r>
            <a:endParaRPr kumimoji="1" lang="ko-KR" altLang="en-US" sz="800">
              <a:solidFill>
                <a:schemeClr val="tx1"/>
              </a:solidFill>
            </a:endParaRPr>
          </a:p>
        </p:txBody>
      </p:sp>
      <p:sp>
        <p:nvSpPr>
          <p:cNvPr id="51" name="모서리가 둥근 직사각형 50">
            <a:extLst>
              <a:ext uri="{FF2B5EF4-FFF2-40B4-BE49-F238E27FC236}">
                <a16:creationId xmlns:a16="http://schemas.microsoft.com/office/drawing/2014/main" id="{B04F7DCD-09B0-F8D2-5DD4-C4D67F93E363}"/>
              </a:ext>
            </a:extLst>
          </p:cNvPr>
          <p:cNvSpPr/>
          <p:nvPr/>
        </p:nvSpPr>
        <p:spPr>
          <a:xfrm>
            <a:off x="2370857" y="3313452"/>
            <a:ext cx="3687591" cy="1147893"/>
          </a:xfrm>
          <a:prstGeom prst="roundRect">
            <a:avLst>
              <a:gd name="adj" fmla="val 7615"/>
            </a:avLst>
          </a:prstGeom>
          <a:solidFill>
            <a:schemeClr val="bg2"/>
          </a:solidFill>
          <a:ln w="12700"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Downstream HTTP Filters</a:t>
            </a:r>
            <a:endParaRPr kumimoji="1" lang="ko-KR" altLang="en-US" sz="800">
              <a:solidFill>
                <a:schemeClr val="tx1"/>
              </a:solidFill>
            </a:endParaRPr>
          </a:p>
        </p:txBody>
      </p:sp>
      <p:sp>
        <p:nvSpPr>
          <p:cNvPr id="52" name="모서리가 둥근 직사각형 51">
            <a:extLst>
              <a:ext uri="{FF2B5EF4-FFF2-40B4-BE49-F238E27FC236}">
                <a16:creationId xmlns:a16="http://schemas.microsoft.com/office/drawing/2014/main" id="{EADA5E50-7306-77B0-17B0-2EBBAB81D4B6}"/>
              </a:ext>
            </a:extLst>
          </p:cNvPr>
          <p:cNvSpPr/>
          <p:nvPr/>
        </p:nvSpPr>
        <p:spPr>
          <a:xfrm>
            <a:off x="5164717" y="3575847"/>
            <a:ext cx="801642" cy="306783"/>
          </a:xfrm>
          <a:prstGeom prst="roundRect">
            <a:avLst>
              <a:gd name="adj" fmla="val 19601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Rate Limit</a:t>
            </a:r>
            <a:endParaRPr kumimoji="1" lang="ko-KR" altLang="en-US" sz="800">
              <a:solidFill>
                <a:schemeClr val="tx1"/>
              </a:solidFill>
            </a:endParaRPr>
          </a:p>
        </p:txBody>
      </p:sp>
      <p:sp>
        <p:nvSpPr>
          <p:cNvPr id="53" name="타원 52">
            <a:extLst>
              <a:ext uri="{FF2B5EF4-FFF2-40B4-BE49-F238E27FC236}">
                <a16:creationId xmlns:a16="http://schemas.microsoft.com/office/drawing/2014/main" id="{C58C6E68-A304-AFC0-4F13-2023638FF6AB}"/>
              </a:ext>
            </a:extLst>
          </p:cNvPr>
          <p:cNvSpPr/>
          <p:nvPr/>
        </p:nvSpPr>
        <p:spPr>
          <a:xfrm flipH="1" flipV="1">
            <a:off x="3056260" y="2202255"/>
            <a:ext cx="51681" cy="45719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54" name="타원 53">
            <a:extLst>
              <a:ext uri="{FF2B5EF4-FFF2-40B4-BE49-F238E27FC236}">
                <a16:creationId xmlns:a16="http://schemas.microsoft.com/office/drawing/2014/main" id="{30A0DAD7-FBED-327B-AF48-A00D56906C21}"/>
              </a:ext>
            </a:extLst>
          </p:cNvPr>
          <p:cNvSpPr/>
          <p:nvPr/>
        </p:nvSpPr>
        <p:spPr>
          <a:xfrm flipH="1" flipV="1">
            <a:off x="3152091" y="2202728"/>
            <a:ext cx="51681" cy="45719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55" name="타원 54">
            <a:extLst>
              <a:ext uri="{FF2B5EF4-FFF2-40B4-BE49-F238E27FC236}">
                <a16:creationId xmlns:a16="http://schemas.microsoft.com/office/drawing/2014/main" id="{06129EB6-C4D4-FE31-F225-087135FAEBA0}"/>
              </a:ext>
            </a:extLst>
          </p:cNvPr>
          <p:cNvSpPr/>
          <p:nvPr/>
        </p:nvSpPr>
        <p:spPr>
          <a:xfrm flipH="1" flipV="1">
            <a:off x="3247921" y="2202254"/>
            <a:ext cx="51681" cy="45719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56" name="모서리가 둥근 직사각형 55">
            <a:extLst>
              <a:ext uri="{FF2B5EF4-FFF2-40B4-BE49-F238E27FC236}">
                <a16:creationId xmlns:a16="http://schemas.microsoft.com/office/drawing/2014/main" id="{757D6B80-A2A9-F775-E49E-3101803525BA}"/>
              </a:ext>
            </a:extLst>
          </p:cNvPr>
          <p:cNvSpPr/>
          <p:nvPr/>
        </p:nvSpPr>
        <p:spPr>
          <a:xfrm>
            <a:off x="2099365" y="1363300"/>
            <a:ext cx="1008576" cy="427640"/>
          </a:xfrm>
          <a:prstGeom prst="roundRect">
            <a:avLst>
              <a:gd name="adj" fmla="val 12191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Downstream Transport Socket</a:t>
            </a:r>
            <a:endParaRPr kumimoji="1" lang="ko-KR" altLang="en-US" sz="800">
              <a:solidFill>
                <a:schemeClr val="tx1"/>
              </a:solidFill>
            </a:endParaRPr>
          </a:p>
        </p:txBody>
      </p:sp>
      <p:sp>
        <p:nvSpPr>
          <p:cNvPr id="9" name="모서리가 둥근 직사각형 8">
            <a:extLst>
              <a:ext uri="{FF2B5EF4-FFF2-40B4-BE49-F238E27FC236}">
                <a16:creationId xmlns:a16="http://schemas.microsoft.com/office/drawing/2014/main" id="{DA5122F1-7F74-F618-0534-1F51F44295B9}"/>
              </a:ext>
            </a:extLst>
          </p:cNvPr>
          <p:cNvSpPr/>
          <p:nvPr/>
        </p:nvSpPr>
        <p:spPr>
          <a:xfrm>
            <a:off x="2466364" y="3575848"/>
            <a:ext cx="801642" cy="306783"/>
          </a:xfrm>
          <a:prstGeom prst="roundRect">
            <a:avLst>
              <a:gd name="adj" fmla="val 19601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CORS</a:t>
            </a:r>
            <a:endParaRPr kumimoji="1" lang="ko-KR" altLang="en-US" sz="800">
              <a:solidFill>
                <a:schemeClr val="tx1"/>
              </a:solidFill>
            </a:endParaRPr>
          </a:p>
        </p:txBody>
      </p:sp>
      <p:cxnSp>
        <p:nvCxnSpPr>
          <p:cNvPr id="10" name="직선 화살표 연결선 9">
            <a:extLst>
              <a:ext uri="{FF2B5EF4-FFF2-40B4-BE49-F238E27FC236}">
                <a16:creationId xmlns:a16="http://schemas.microsoft.com/office/drawing/2014/main" id="{BAAA5CF3-194D-049C-1155-3540BC2B21DF}"/>
              </a:ext>
            </a:extLst>
          </p:cNvPr>
          <p:cNvCxnSpPr>
            <a:cxnSpLocks/>
            <a:stCxn id="44" idx="3"/>
            <a:endCxn id="43" idx="1"/>
          </p:cNvCxnSpPr>
          <p:nvPr/>
        </p:nvCxnSpPr>
        <p:spPr>
          <a:xfrm>
            <a:off x="2996533" y="2326035"/>
            <a:ext cx="360901" cy="1"/>
          </a:xfrm>
          <a:prstGeom prst="straightConnector1">
            <a:avLst/>
          </a:prstGeom>
          <a:ln w="127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직선 화살표 연결선 12">
            <a:extLst>
              <a:ext uri="{FF2B5EF4-FFF2-40B4-BE49-F238E27FC236}">
                <a16:creationId xmlns:a16="http://schemas.microsoft.com/office/drawing/2014/main" id="{51A16D1E-952D-0CB4-3660-BE56673A7D84}"/>
              </a:ext>
            </a:extLst>
          </p:cNvPr>
          <p:cNvCxnSpPr>
            <a:cxnSpLocks/>
            <a:stCxn id="43" idx="3"/>
            <a:endCxn id="21" idx="1"/>
          </p:cNvCxnSpPr>
          <p:nvPr/>
        </p:nvCxnSpPr>
        <p:spPr>
          <a:xfrm flipV="1">
            <a:off x="4159076" y="2326034"/>
            <a:ext cx="176506" cy="2"/>
          </a:xfrm>
          <a:prstGeom prst="straightConnector1">
            <a:avLst/>
          </a:prstGeom>
          <a:ln w="127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모서리가 둥근 직사각형 16">
            <a:extLst>
              <a:ext uri="{FF2B5EF4-FFF2-40B4-BE49-F238E27FC236}">
                <a16:creationId xmlns:a16="http://schemas.microsoft.com/office/drawing/2014/main" id="{F2E2CCAE-B971-FB52-E02E-0E0716AC6A31}"/>
              </a:ext>
            </a:extLst>
          </p:cNvPr>
          <p:cNvSpPr/>
          <p:nvPr/>
        </p:nvSpPr>
        <p:spPr>
          <a:xfrm>
            <a:off x="4265817" y="3575847"/>
            <a:ext cx="801642" cy="306783"/>
          </a:xfrm>
          <a:prstGeom prst="roundRect">
            <a:avLst>
              <a:gd name="adj" fmla="val 19601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RBAC (L7)</a:t>
            </a:r>
            <a:endParaRPr kumimoji="1" lang="ko-KR" altLang="en-US" sz="800">
              <a:solidFill>
                <a:schemeClr val="tx1"/>
              </a:solidFill>
            </a:endParaRPr>
          </a:p>
        </p:txBody>
      </p:sp>
      <p:sp>
        <p:nvSpPr>
          <p:cNvPr id="21" name="모서리가 둥근 직사각형 20">
            <a:extLst>
              <a:ext uri="{FF2B5EF4-FFF2-40B4-BE49-F238E27FC236}">
                <a16:creationId xmlns:a16="http://schemas.microsoft.com/office/drawing/2014/main" id="{5505858E-F8B8-2113-B135-DC75C16A574E}"/>
              </a:ext>
            </a:extLst>
          </p:cNvPr>
          <p:cNvSpPr/>
          <p:nvPr/>
        </p:nvSpPr>
        <p:spPr>
          <a:xfrm>
            <a:off x="4335582" y="2172642"/>
            <a:ext cx="801642" cy="306783"/>
          </a:xfrm>
          <a:prstGeom prst="roundRect">
            <a:avLst>
              <a:gd name="adj" fmla="val 19601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WASM</a:t>
            </a:r>
            <a:endParaRPr kumimoji="1" lang="ko-KR" altLang="en-US" sz="800">
              <a:solidFill>
                <a:schemeClr val="tx1"/>
              </a:solidFill>
            </a:endParaRPr>
          </a:p>
        </p:txBody>
      </p:sp>
      <p:cxnSp>
        <p:nvCxnSpPr>
          <p:cNvPr id="26" name="직선 화살표 연결선 25">
            <a:extLst>
              <a:ext uri="{FF2B5EF4-FFF2-40B4-BE49-F238E27FC236}">
                <a16:creationId xmlns:a16="http://schemas.microsoft.com/office/drawing/2014/main" id="{559C099F-E3C6-F694-CD45-F9B2401A25CC}"/>
              </a:ext>
            </a:extLst>
          </p:cNvPr>
          <p:cNvCxnSpPr>
            <a:cxnSpLocks/>
            <a:stCxn id="21" idx="3"/>
            <a:endCxn id="45" idx="1"/>
          </p:cNvCxnSpPr>
          <p:nvPr/>
        </p:nvCxnSpPr>
        <p:spPr>
          <a:xfrm>
            <a:off x="5137224" y="2326034"/>
            <a:ext cx="176615" cy="0"/>
          </a:xfrm>
          <a:prstGeom prst="straightConnector1">
            <a:avLst/>
          </a:prstGeom>
          <a:ln w="127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모서리가 둥근 직사각형 28">
            <a:extLst>
              <a:ext uri="{FF2B5EF4-FFF2-40B4-BE49-F238E27FC236}">
                <a16:creationId xmlns:a16="http://schemas.microsoft.com/office/drawing/2014/main" id="{45979155-8987-6D9F-DAE2-0402109188D1}"/>
              </a:ext>
            </a:extLst>
          </p:cNvPr>
          <p:cNvSpPr/>
          <p:nvPr/>
        </p:nvSpPr>
        <p:spPr>
          <a:xfrm>
            <a:off x="5164717" y="4060778"/>
            <a:ext cx="801642" cy="306783"/>
          </a:xfrm>
          <a:prstGeom prst="roundRect">
            <a:avLst>
              <a:gd name="adj" fmla="val 19601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800" b="1" u="sng">
                <a:solidFill>
                  <a:schemeClr val="tx1"/>
                </a:solidFill>
              </a:rPr>
              <a:t>Router</a:t>
            </a:r>
            <a:endParaRPr kumimoji="1" lang="ko-KR" altLang="en-US" sz="800" b="1" u="sng">
              <a:solidFill>
                <a:schemeClr val="tx1"/>
              </a:solidFill>
            </a:endParaRPr>
          </a:p>
        </p:txBody>
      </p:sp>
      <p:sp>
        <p:nvSpPr>
          <p:cNvPr id="32" name="모서리가 둥근 직사각형 31">
            <a:extLst>
              <a:ext uri="{FF2B5EF4-FFF2-40B4-BE49-F238E27FC236}">
                <a16:creationId xmlns:a16="http://schemas.microsoft.com/office/drawing/2014/main" id="{C67554E4-8590-CBD3-604E-2B0BED7C7918}"/>
              </a:ext>
            </a:extLst>
          </p:cNvPr>
          <p:cNvSpPr/>
          <p:nvPr/>
        </p:nvSpPr>
        <p:spPr>
          <a:xfrm>
            <a:off x="4265817" y="4054471"/>
            <a:ext cx="801642" cy="306783"/>
          </a:xfrm>
          <a:prstGeom prst="roundRect">
            <a:avLst>
              <a:gd name="adj" fmla="val 19601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LUA</a:t>
            </a:r>
            <a:endParaRPr kumimoji="1" lang="ko-KR" altLang="en-US" sz="800">
              <a:solidFill>
                <a:schemeClr val="tx1"/>
              </a:solidFill>
            </a:endParaRPr>
          </a:p>
        </p:txBody>
      </p:sp>
      <p:sp>
        <p:nvSpPr>
          <p:cNvPr id="33" name="모서리가 둥근 직사각형 32">
            <a:extLst>
              <a:ext uri="{FF2B5EF4-FFF2-40B4-BE49-F238E27FC236}">
                <a16:creationId xmlns:a16="http://schemas.microsoft.com/office/drawing/2014/main" id="{A0F3E3E3-52FB-0660-D17D-646B77674DA2}"/>
              </a:ext>
            </a:extLst>
          </p:cNvPr>
          <p:cNvSpPr/>
          <p:nvPr/>
        </p:nvSpPr>
        <p:spPr>
          <a:xfrm>
            <a:off x="2466364" y="4053917"/>
            <a:ext cx="801642" cy="306783"/>
          </a:xfrm>
          <a:prstGeom prst="roundRect">
            <a:avLst>
              <a:gd name="adj" fmla="val 19601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Local Rate Limit (L7)</a:t>
            </a:r>
            <a:endParaRPr kumimoji="1" lang="ko-KR" altLang="en-US" sz="800">
              <a:solidFill>
                <a:schemeClr val="tx1"/>
              </a:solidFill>
            </a:endParaRPr>
          </a:p>
        </p:txBody>
      </p:sp>
      <p:sp>
        <p:nvSpPr>
          <p:cNvPr id="46" name="모서리가 둥근 직사각형 45">
            <a:extLst>
              <a:ext uri="{FF2B5EF4-FFF2-40B4-BE49-F238E27FC236}">
                <a16:creationId xmlns:a16="http://schemas.microsoft.com/office/drawing/2014/main" id="{D215F2F6-B398-B0D0-0E61-2701B0D23E52}"/>
              </a:ext>
            </a:extLst>
          </p:cNvPr>
          <p:cNvSpPr/>
          <p:nvPr/>
        </p:nvSpPr>
        <p:spPr>
          <a:xfrm>
            <a:off x="3363512" y="4054471"/>
            <a:ext cx="801642" cy="306783"/>
          </a:xfrm>
          <a:prstGeom prst="roundRect">
            <a:avLst>
              <a:gd name="adj" fmla="val 19601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Compressor</a:t>
            </a:r>
            <a:endParaRPr kumimoji="1" lang="ko-KR" altLang="en-US" sz="800">
              <a:solidFill>
                <a:schemeClr val="tx1"/>
              </a:solidFill>
            </a:endParaRPr>
          </a:p>
        </p:txBody>
      </p:sp>
      <p:sp>
        <p:nvSpPr>
          <p:cNvPr id="48" name="타원 47">
            <a:extLst>
              <a:ext uri="{FF2B5EF4-FFF2-40B4-BE49-F238E27FC236}">
                <a16:creationId xmlns:a16="http://schemas.microsoft.com/office/drawing/2014/main" id="{583E5BDB-99AA-805F-BABA-F144B9215C2D}"/>
              </a:ext>
            </a:extLst>
          </p:cNvPr>
          <p:cNvSpPr/>
          <p:nvPr/>
        </p:nvSpPr>
        <p:spPr>
          <a:xfrm flipH="1" flipV="1">
            <a:off x="3649356" y="3642415"/>
            <a:ext cx="51681" cy="45719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49" name="타원 48">
            <a:extLst>
              <a:ext uri="{FF2B5EF4-FFF2-40B4-BE49-F238E27FC236}">
                <a16:creationId xmlns:a16="http://schemas.microsoft.com/office/drawing/2014/main" id="{43D93121-B0AC-AFB4-FF41-6FBA986CD8E9}"/>
              </a:ext>
            </a:extLst>
          </p:cNvPr>
          <p:cNvSpPr/>
          <p:nvPr/>
        </p:nvSpPr>
        <p:spPr>
          <a:xfrm flipH="1" flipV="1">
            <a:off x="3745187" y="3642888"/>
            <a:ext cx="51681" cy="45719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57" name="타원 56">
            <a:extLst>
              <a:ext uri="{FF2B5EF4-FFF2-40B4-BE49-F238E27FC236}">
                <a16:creationId xmlns:a16="http://schemas.microsoft.com/office/drawing/2014/main" id="{3EC9DBA6-8379-21EC-F14A-0B34C0C5020C}"/>
              </a:ext>
            </a:extLst>
          </p:cNvPr>
          <p:cNvSpPr/>
          <p:nvPr/>
        </p:nvSpPr>
        <p:spPr>
          <a:xfrm flipH="1" flipV="1">
            <a:off x="3841017" y="3642414"/>
            <a:ext cx="51681" cy="45719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cxnSp>
        <p:nvCxnSpPr>
          <p:cNvPr id="58" name="직선 화살표 연결선 57">
            <a:extLst>
              <a:ext uri="{FF2B5EF4-FFF2-40B4-BE49-F238E27FC236}">
                <a16:creationId xmlns:a16="http://schemas.microsoft.com/office/drawing/2014/main" id="{73EE4DAB-B60F-0792-3095-1E625C3F4E02}"/>
              </a:ext>
            </a:extLst>
          </p:cNvPr>
          <p:cNvCxnSpPr>
            <a:cxnSpLocks/>
            <a:stCxn id="36" idx="3"/>
            <a:endCxn id="35" idx="1"/>
          </p:cNvCxnSpPr>
          <p:nvPr/>
        </p:nvCxnSpPr>
        <p:spPr>
          <a:xfrm>
            <a:off x="4065366" y="1556031"/>
            <a:ext cx="385054" cy="0"/>
          </a:xfrm>
          <a:prstGeom prst="straightConnector1">
            <a:avLst/>
          </a:prstGeom>
          <a:ln w="127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직선 화살표 연결선 60">
            <a:extLst>
              <a:ext uri="{FF2B5EF4-FFF2-40B4-BE49-F238E27FC236}">
                <a16:creationId xmlns:a16="http://schemas.microsoft.com/office/drawing/2014/main" id="{CC68A1F1-1148-5D3C-20EF-9152E008A2AB}"/>
              </a:ext>
            </a:extLst>
          </p:cNvPr>
          <p:cNvCxnSpPr>
            <a:cxnSpLocks/>
            <a:stCxn id="35" idx="3"/>
            <a:endCxn id="34" idx="1"/>
          </p:cNvCxnSpPr>
          <p:nvPr/>
        </p:nvCxnSpPr>
        <p:spPr>
          <a:xfrm flipV="1">
            <a:off x="5252062" y="1554267"/>
            <a:ext cx="171845" cy="1764"/>
          </a:xfrm>
          <a:prstGeom prst="straightConnector1">
            <a:avLst/>
          </a:prstGeom>
          <a:ln w="127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모서리가 둥근 직사각형 63">
            <a:extLst>
              <a:ext uri="{FF2B5EF4-FFF2-40B4-BE49-F238E27FC236}">
                <a16:creationId xmlns:a16="http://schemas.microsoft.com/office/drawing/2014/main" id="{81F1DC8C-45A9-D468-FFD9-EC5075D84105}"/>
              </a:ext>
            </a:extLst>
          </p:cNvPr>
          <p:cNvSpPr/>
          <p:nvPr/>
        </p:nvSpPr>
        <p:spPr>
          <a:xfrm>
            <a:off x="6679601" y="4272053"/>
            <a:ext cx="995752" cy="427640"/>
          </a:xfrm>
          <a:prstGeom prst="roundRect">
            <a:avLst>
              <a:gd name="adj" fmla="val 12191"/>
            </a:avLst>
          </a:prstGeom>
          <a:solidFill>
            <a:schemeClr val="bg1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Upstream Transport Socket</a:t>
            </a:r>
            <a:endParaRPr kumimoji="1" lang="ko-KR" altLang="en-US" sz="800">
              <a:solidFill>
                <a:schemeClr val="tx1"/>
              </a:solidFill>
            </a:endParaRPr>
          </a:p>
        </p:txBody>
      </p:sp>
      <p:cxnSp>
        <p:nvCxnSpPr>
          <p:cNvPr id="65" name="직선 화살표 연결선 64">
            <a:extLst>
              <a:ext uri="{FF2B5EF4-FFF2-40B4-BE49-F238E27FC236}">
                <a16:creationId xmlns:a16="http://schemas.microsoft.com/office/drawing/2014/main" id="{5AB7D7C1-C501-3D04-BE25-C18E66449793}"/>
              </a:ext>
            </a:extLst>
          </p:cNvPr>
          <p:cNvCxnSpPr>
            <a:cxnSpLocks/>
            <a:stCxn id="17" idx="3"/>
            <a:endCxn id="52" idx="1"/>
          </p:cNvCxnSpPr>
          <p:nvPr/>
        </p:nvCxnSpPr>
        <p:spPr>
          <a:xfrm>
            <a:off x="5067459" y="3729239"/>
            <a:ext cx="97258" cy="0"/>
          </a:xfrm>
          <a:prstGeom prst="straightConnector1">
            <a:avLst/>
          </a:prstGeom>
          <a:ln w="127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직선 화살표 연결선 67">
            <a:extLst>
              <a:ext uri="{FF2B5EF4-FFF2-40B4-BE49-F238E27FC236}">
                <a16:creationId xmlns:a16="http://schemas.microsoft.com/office/drawing/2014/main" id="{F50CFDF3-21DE-3360-59EA-3F37B5797844}"/>
              </a:ext>
            </a:extLst>
          </p:cNvPr>
          <p:cNvCxnSpPr>
            <a:cxnSpLocks/>
            <a:stCxn id="32" idx="3"/>
            <a:endCxn id="29" idx="1"/>
          </p:cNvCxnSpPr>
          <p:nvPr/>
        </p:nvCxnSpPr>
        <p:spPr>
          <a:xfrm>
            <a:off x="5067459" y="4207863"/>
            <a:ext cx="97258" cy="6307"/>
          </a:xfrm>
          <a:prstGeom prst="straightConnector1">
            <a:avLst/>
          </a:prstGeom>
          <a:ln w="127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직선 화살표 연결선 70">
            <a:extLst>
              <a:ext uri="{FF2B5EF4-FFF2-40B4-BE49-F238E27FC236}">
                <a16:creationId xmlns:a16="http://schemas.microsoft.com/office/drawing/2014/main" id="{9E8A0326-6C20-4236-EB0D-E1CA12968812}"/>
              </a:ext>
            </a:extLst>
          </p:cNvPr>
          <p:cNvCxnSpPr>
            <a:cxnSpLocks/>
            <a:stCxn id="46" idx="3"/>
            <a:endCxn id="32" idx="1"/>
          </p:cNvCxnSpPr>
          <p:nvPr/>
        </p:nvCxnSpPr>
        <p:spPr>
          <a:xfrm>
            <a:off x="4165154" y="4207863"/>
            <a:ext cx="100663" cy="0"/>
          </a:xfrm>
          <a:prstGeom prst="straightConnector1">
            <a:avLst/>
          </a:prstGeom>
          <a:ln w="127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직선 화살표 연결선 73">
            <a:extLst>
              <a:ext uri="{FF2B5EF4-FFF2-40B4-BE49-F238E27FC236}">
                <a16:creationId xmlns:a16="http://schemas.microsoft.com/office/drawing/2014/main" id="{4F11084A-4792-91DD-E394-65F9EE992D9A}"/>
              </a:ext>
            </a:extLst>
          </p:cNvPr>
          <p:cNvCxnSpPr>
            <a:cxnSpLocks/>
            <a:stCxn id="33" idx="3"/>
            <a:endCxn id="46" idx="1"/>
          </p:cNvCxnSpPr>
          <p:nvPr/>
        </p:nvCxnSpPr>
        <p:spPr>
          <a:xfrm>
            <a:off x="3268006" y="4207309"/>
            <a:ext cx="95506" cy="554"/>
          </a:xfrm>
          <a:prstGeom prst="straightConnector1">
            <a:avLst/>
          </a:prstGeom>
          <a:ln w="127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직선 화살표 연결선 77">
            <a:extLst>
              <a:ext uri="{FF2B5EF4-FFF2-40B4-BE49-F238E27FC236}">
                <a16:creationId xmlns:a16="http://schemas.microsoft.com/office/drawing/2014/main" id="{65DDC7BD-A2F3-066E-F277-831859342DCA}"/>
              </a:ext>
            </a:extLst>
          </p:cNvPr>
          <p:cNvCxnSpPr>
            <a:cxnSpLocks/>
            <a:stCxn id="9" idx="3"/>
            <a:endCxn id="17" idx="1"/>
          </p:cNvCxnSpPr>
          <p:nvPr/>
        </p:nvCxnSpPr>
        <p:spPr>
          <a:xfrm flipV="1">
            <a:off x="3268006" y="3729239"/>
            <a:ext cx="997811" cy="1"/>
          </a:xfrm>
          <a:prstGeom prst="straightConnector1">
            <a:avLst/>
          </a:prstGeom>
          <a:ln w="127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꺾인 연결선[E] 81">
            <a:extLst>
              <a:ext uri="{FF2B5EF4-FFF2-40B4-BE49-F238E27FC236}">
                <a16:creationId xmlns:a16="http://schemas.microsoft.com/office/drawing/2014/main" id="{A7BB54CD-0A18-009D-98AB-78FD81FBEBDB}"/>
              </a:ext>
            </a:extLst>
          </p:cNvPr>
          <p:cNvCxnSpPr>
            <a:stCxn id="45" idx="2"/>
            <a:endCxn id="47" idx="0"/>
          </p:cNvCxnSpPr>
          <p:nvPr/>
        </p:nvCxnSpPr>
        <p:spPr>
          <a:xfrm rot="5400000">
            <a:off x="4105976" y="1055089"/>
            <a:ext cx="184348" cy="3033020"/>
          </a:xfrm>
          <a:prstGeom prst="bentConnector3">
            <a:avLst>
              <a:gd name="adj1" fmla="val 23427"/>
            </a:avLst>
          </a:prstGeom>
          <a:ln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꺾인 연결선[E] 83">
            <a:extLst>
              <a:ext uri="{FF2B5EF4-FFF2-40B4-BE49-F238E27FC236}">
                <a16:creationId xmlns:a16="http://schemas.microsoft.com/office/drawing/2014/main" id="{F50800C9-3299-2C9D-EE64-CB79D84AED30}"/>
              </a:ext>
            </a:extLst>
          </p:cNvPr>
          <p:cNvCxnSpPr>
            <a:cxnSpLocks/>
            <a:stCxn id="2" idx="2"/>
            <a:endCxn id="56" idx="1"/>
          </p:cNvCxnSpPr>
          <p:nvPr/>
        </p:nvCxnSpPr>
        <p:spPr>
          <a:xfrm rot="16200000" flipH="1">
            <a:off x="1317647" y="795401"/>
            <a:ext cx="763129" cy="800307"/>
          </a:xfrm>
          <a:prstGeom prst="bentConnector2">
            <a:avLst/>
          </a:prstGeom>
          <a:ln w="127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직선 화살표 연결선 95">
            <a:extLst>
              <a:ext uri="{FF2B5EF4-FFF2-40B4-BE49-F238E27FC236}">
                <a16:creationId xmlns:a16="http://schemas.microsoft.com/office/drawing/2014/main" id="{C1B64B16-D397-F9DC-18F9-305975F0C26C}"/>
              </a:ext>
            </a:extLst>
          </p:cNvPr>
          <p:cNvCxnSpPr>
            <a:cxnSpLocks/>
            <a:stCxn id="56" idx="2"/>
            <a:endCxn id="44" idx="0"/>
          </p:cNvCxnSpPr>
          <p:nvPr/>
        </p:nvCxnSpPr>
        <p:spPr>
          <a:xfrm flipH="1">
            <a:off x="2595712" y="1790940"/>
            <a:ext cx="7941" cy="381703"/>
          </a:xfrm>
          <a:prstGeom prst="straightConnector1">
            <a:avLst/>
          </a:prstGeom>
          <a:ln w="127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꺾인 연결선[E] 102">
            <a:extLst>
              <a:ext uri="{FF2B5EF4-FFF2-40B4-BE49-F238E27FC236}">
                <a16:creationId xmlns:a16="http://schemas.microsoft.com/office/drawing/2014/main" id="{80B752C0-1C18-B7A2-B23E-3AF68F1FDDF5}"/>
              </a:ext>
            </a:extLst>
          </p:cNvPr>
          <p:cNvCxnSpPr>
            <a:cxnSpLocks/>
            <a:stCxn id="47" idx="2"/>
            <a:endCxn id="9" idx="0"/>
          </p:cNvCxnSpPr>
          <p:nvPr/>
        </p:nvCxnSpPr>
        <p:spPr>
          <a:xfrm rot="16200000" flipH="1">
            <a:off x="2471766" y="3180429"/>
            <a:ext cx="605292" cy="185545"/>
          </a:xfrm>
          <a:prstGeom prst="bentConnector3">
            <a:avLst>
              <a:gd name="adj1" fmla="val 50000"/>
            </a:avLst>
          </a:prstGeom>
          <a:ln w="127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꺾인 연결선[E] 105">
            <a:extLst>
              <a:ext uri="{FF2B5EF4-FFF2-40B4-BE49-F238E27FC236}">
                <a16:creationId xmlns:a16="http://schemas.microsoft.com/office/drawing/2014/main" id="{15784380-76ED-CC63-985C-B0917EEF5287}"/>
              </a:ext>
            </a:extLst>
          </p:cNvPr>
          <p:cNvCxnSpPr>
            <a:cxnSpLocks/>
            <a:stCxn id="52" idx="2"/>
            <a:endCxn id="33" idx="0"/>
          </p:cNvCxnSpPr>
          <p:nvPr/>
        </p:nvCxnSpPr>
        <p:spPr>
          <a:xfrm rot="5400000">
            <a:off x="4130719" y="2619097"/>
            <a:ext cx="171287" cy="2698353"/>
          </a:xfrm>
          <a:prstGeom prst="bentConnector3">
            <a:avLst>
              <a:gd name="adj1" fmla="val 38395"/>
            </a:avLst>
          </a:prstGeom>
          <a:ln w="127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3" name="모서리가 둥근 직사각형 122">
            <a:extLst>
              <a:ext uri="{FF2B5EF4-FFF2-40B4-BE49-F238E27FC236}">
                <a16:creationId xmlns:a16="http://schemas.microsoft.com/office/drawing/2014/main" id="{4E9D52C1-AA4D-5AEA-11E1-2B4F2AE76ABE}"/>
              </a:ext>
            </a:extLst>
          </p:cNvPr>
          <p:cNvSpPr/>
          <p:nvPr/>
        </p:nvSpPr>
        <p:spPr>
          <a:xfrm>
            <a:off x="8016787" y="4269080"/>
            <a:ext cx="970252" cy="427639"/>
          </a:xfrm>
          <a:prstGeom prst="roundRect">
            <a:avLst>
              <a:gd name="adj" fmla="val 12191"/>
            </a:avLst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Upstream</a:t>
            </a:r>
          </a:p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(Server)</a:t>
            </a:r>
            <a:endParaRPr kumimoji="1" lang="ko-KR" altLang="en-US" sz="800">
              <a:solidFill>
                <a:schemeClr val="tx1"/>
              </a:solidFill>
            </a:endParaRPr>
          </a:p>
        </p:txBody>
      </p:sp>
      <p:sp>
        <p:nvSpPr>
          <p:cNvPr id="125" name="모서리가 둥근 직사각형 124">
            <a:extLst>
              <a:ext uri="{FF2B5EF4-FFF2-40B4-BE49-F238E27FC236}">
                <a16:creationId xmlns:a16="http://schemas.microsoft.com/office/drawing/2014/main" id="{983A0138-E3AF-3A75-70E5-0F60B8B9F205}"/>
              </a:ext>
            </a:extLst>
          </p:cNvPr>
          <p:cNvSpPr/>
          <p:nvPr/>
        </p:nvSpPr>
        <p:spPr>
          <a:xfrm>
            <a:off x="6584598" y="1981200"/>
            <a:ext cx="1171499" cy="2131469"/>
          </a:xfrm>
          <a:prstGeom prst="roundRect">
            <a:avLst>
              <a:gd name="adj" fmla="val 6920"/>
            </a:avLst>
          </a:prstGeom>
          <a:solidFill>
            <a:schemeClr val="bg1"/>
          </a:solidFill>
          <a:ln w="12700"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kumimoji="1" lang="en-US" altLang="ko-KR" sz="800" b="1" u="sng">
                <a:solidFill>
                  <a:schemeClr val="tx1"/>
                </a:solidFill>
              </a:rPr>
              <a:t>Per Upstream Request/Stream</a:t>
            </a:r>
            <a:r>
              <a:rPr kumimoji="1" lang="en-US" altLang="ko-KR" sz="800">
                <a:solidFill>
                  <a:schemeClr val="tx1"/>
                </a:solidFill>
              </a:rPr>
              <a:t> Instances</a:t>
            </a:r>
            <a:endParaRPr kumimoji="1" lang="ko-KR" altLang="en-US" sz="800">
              <a:solidFill>
                <a:schemeClr val="tx1"/>
              </a:solidFill>
            </a:endParaRPr>
          </a:p>
        </p:txBody>
      </p:sp>
      <p:sp>
        <p:nvSpPr>
          <p:cNvPr id="126" name="모서리가 둥근 직사각형 125">
            <a:extLst>
              <a:ext uri="{FF2B5EF4-FFF2-40B4-BE49-F238E27FC236}">
                <a16:creationId xmlns:a16="http://schemas.microsoft.com/office/drawing/2014/main" id="{A4E5E7D0-92E5-B90D-A2D8-B0A0328972F8}"/>
              </a:ext>
            </a:extLst>
          </p:cNvPr>
          <p:cNvSpPr/>
          <p:nvPr/>
        </p:nvSpPr>
        <p:spPr>
          <a:xfrm>
            <a:off x="6679601" y="2458719"/>
            <a:ext cx="995752" cy="1572693"/>
          </a:xfrm>
          <a:prstGeom prst="roundRect">
            <a:avLst>
              <a:gd name="adj" fmla="val 5954"/>
            </a:avLst>
          </a:prstGeom>
          <a:solidFill>
            <a:schemeClr val="bg2"/>
          </a:solidFill>
          <a:ln w="12700"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Upstream HTTP Filters</a:t>
            </a:r>
            <a:endParaRPr kumimoji="1" lang="ko-KR" altLang="en-US" sz="800">
              <a:solidFill>
                <a:schemeClr val="tx1"/>
              </a:solidFill>
            </a:endParaRPr>
          </a:p>
        </p:txBody>
      </p:sp>
      <p:sp>
        <p:nvSpPr>
          <p:cNvPr id="127" name="모서리가 둥근 직사각형 126">
            <a:extLst>
              <a:ext uri="{FF2B5EF4-FFF2-40B4-BE49-F238E27FC236}">
                <a16:creationId xmlns:a16="http://schemas.microsoft.com/office/drawing/2014/main" id="{E3A84698-F2E2-F900-BBE2-69AAA47CCD72}"/>
              </a:ext>
            </a:extLst>
          </p:cNvPr>
          <p:cNvSpPr/>
          <p:nvPr/>
        </p:nvSpPr>
        <p:spPr>
          <a:xfrm>
            <a:off x="6781188" y="2806819"/>
            <a:ext cx="801642" cy="306783"/>
          </a:xfrm>
          <a:prstGeom prst="roundRect">
            <a:avLst>
              <a:gd name="adj" fmla="val 19601"/>
            </a:avLst>
          </a:prstGeom>
          <a:solidFill>
            <a:schemeClr val="bg1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Header Mutation</a:t>
            </a:r>
            <a:endParaRPr kumimoji="1" lang="ko-KR" altLang="en-US" sz="800">
              <a:solidFill>
                <a:schemeClr val="tx1"/>
              </a:solidFill>
            </a:endParaRPr>
          </a:p>
        </p:txBody>
      </p:sp>
      <p:sp>
        <p:nvSpPr>
          <p:cNvPr id="128" name="모서리가 둥근 직사각형 127">
            <a:extLst>
              <a:ext uri="{FF2B5EF4-FFF2-40B4-BE49-F238E27FC236}">
                <a16:creationId xmlns:a16="http://schemas.microsoft.com/office/drawing/2014/main" id="{4B016662-7F9C-1D37-90C9-95B5D427FB68}"/>
              </a:ext>
            </a:extLst>
          </p:cNvPr>
          <p:cNvSpPr/>
          <p:nvPr/>
        </p:nvSpPr>
        <p:spPr>
          <a:xfrm>
            <a:off x="6781188" y="3630846"/>
            <a:ext cx="801642" cy="306783"/>
          </a:xfrm>
          <a:prstGeom prst="roundRect">
            <a:avLst>
              <a:gd name="adj" fmla="val 19601"/>
            </a:avLst>
          </a:prstGeom>
          <a:solidFill>
            <a:schemeClr val="bg1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Upstream Code Filter</a:t>
            </a:r>
            <a:endParaRPr kumimoji="1" lang="ko-KR" altLang="en-US" sz="800">
              <a:solidFill>
                <a:schemeClr val="tx1"/>
              </a:solidFill>
            </a:endParaRPr>
          </a:p>
        </p:txBody>
      </p:sp>
      <p:sp>
        <p:nvSpPr>
          <p:cNvPr id="133" name="타원 132">
            <a:extLst>
              <a:ext uri="{FF2B5EF4-FFF2-40B4-BE49-F238E27FC236}">
                <a16:creationId xmlns:a16="http://schemas.microsoft.com/office/drawing/2014/main" id="{163E125F-AC02-0D1D-2945-CC1127343279}"/>
              </a:ext>
            </a:extLst>
          </p:cNvPr>
          <p:cNvSpPr/>
          <p:nvPr/>
        </p:nvSpPr>
        <p:spPr>
          <a:xfrm flipH="1" flipV="1">
            <a:off x="7020337" y="3464251"/>
            <a:ext cx="51681" cy="45719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134" name="타원 133">
            <a:extLst>
              <a:ext uri="{FF2B5EF4-FFF2-40B4-BE49-F238E27FC236}">
                <a16:creationId xmlns:a16="http://schemas.microsoft.com/office/drawing/2014/main" id="{C38FBDAF-B11E-BE22-3209-926CCD226D6D}"/>
              </a:ext>
            </a:extLst>
          </p:cNvPr>
          <p:cNvSpPr/>
          <p:nvPr/>
        </p:nvSpPr>
        <p:spPr>
          <a:xfrm flipH="1" flipV="1">
            <a:off x="7020336" y="3360649"/>
            <a:ext cx="51681" cy="45719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135" name="타원 134">
            <a:extLst>
              <a:ext uri="{FF2B5EF4-FFF2-40B4-BE49-F238E27FC236}">
                <a16:creationId xmlns:a16="http://schemas.microsoft.com/office/drawing/2014/main" id="{20852D6D-D004-EABD-8465-2344E52283EF}"/>
              </a:ext>
            </a:extLst>
          </p:cNvPr>
          <p:cNvSpPr/>
          <p:nvPr/>
        </p:nvSpPr>
        <p:spPr>
          <a:xfrm flipH="1" flipV="1">
            <a:off x="7020338" y="3256533"/>
            <a:ext cx="51681" cy="45719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cxnSp>
        <p:nvCxnSpPr>
          <p:cNvPr id="136" name="직선 화살표 연결선 135">
            <a:extLst>
              <a:ext uri="{FF2B5EF4-FFF2-40B4-BE49-F238E27FC236}">
                <a16:creationId xmlns:a16="http://schemas.microsoft.com/office/drawing/2014/main" id="{C3D35680-B1AC-8ED4-D1E6-6C1A66B25386}"/>
              </a:ext>
            </a:extLst>
          </p:cNvPr>
          <p:cNvCxnSpPr>
            <a:cxnSpLocks/>
            <a:stCxn id="127" idx="2"/>
            <a:endCxn id="128" idx="0"/>
          </p:cNvCxnSpPr>
          <p:nvPr/>
        </p:nvCxnSpPr>
        <p:spPr>
          <a:xfrm>
            <a:off x="7182009" y="3113602"/>
            <a:ext cx="0" cy="517244"/>
          </a:xfrm>
          <a:prstGeom prst="straightConnector1">
            <a:avLst/>
          </a:prstGeom>
          <a:ln w="127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2" name="꺾인 연결선[E] 141">
            <a:extLst>
              <a:ext uri="{FF2B5EF4-FFF2-40B4-BE49-F238E27FC236}">
                <a16:creationId xmlns:a16="http://schemas.microsoft.com/office/drawing/2014/main" id="{76D665E4-BA73-9AEC-C3B2-680F4FEC13AE}"/>
              </a:ext>
            </a:extLst>
          </p:cNvPr>
          <p:cNvCxnSpPr>
            <a:cxnSpLocks/>
            <a:stCxn id="29" idx="3"/>
            <a:endCxn id="127" idx="1"/>
          </p:cNvCxnSpPr>
          <p:nvPr/>
        </p:nvCxnSpPr>
        <p:spPr>
          <a:xfrm flipV="1">
            <a:off x="5966359" y="2960211"/>
            <a:ext cx="814829" cy="1253959"/>
          </a:xfrm>
          <a:prstGeom prst="bentConnector3">
            <a:avLst>
              <a:gd name="adj1" fmla="val 63716"/>
            </a:avLst>
          </a:prstGeom>
          <a:ln w="127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9" name="직선 화살표 연결선 148">
            <a:extLst>
              <a:ext uri="{FF2B5EF4-FFF2-40B4-BE49-F238E27FC236}">
                <a16:creationId xmlns:a16="http://schemas.microsoft.com/office/drawing/2014/main" id="{8F3B78CB-B4F3-BDD2-3A78-233D1EFB3913}"/>
              </a:ext>
            </a:extLst>
          </p:cNvPr>
          <p:cNvCxnSpPr>
            <a:cxnSpLocks/>
            <a:stCxn id="128" idx="2"/>
            <a:endCxn id="64" idx="0"/>
          </p:cNvCxnSpPr>
          <p:nvPr/>
        </p:nvCxnSpPr>
        <p:spPr>
          <a:xfrm flipH="1">
            <a:off x="7177477" y="3937629"/>
            <a:ext cx="4532" cy="334424"/>
          </a:xfrm>
          <a:prstGeom prst="straightConnector1">
            <a:avLst/>
          </a:prstGeom>
          <a:ln w="127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5" name="직선 화살표 연결선 154">
            <a:extLst>
              <a:ext uri="{FF2B5EF4-FFF2-40B4-BE49-F238E27FC236}">
                <a16:creationId xmlns:a16="http://schemas.microsoft.com/office/drawing/2014/main" id="{40EB5C9B-4415-648A-6CF0-F83126EFEB85}"/>
              </a:ext>
            </a:extLst>
          </p:cNvPr>
          <p:cNvCxnSpPr>
            <a:cxnSpLocks/>
            <a:stCxn id="64" idx="3"/>
            <a:endCxn id="123" idx="1"/>
          </p:cNvCxnSpPr>
          <p:nvPr/>
        </p:nvCxnSpPr>
        <p:spPr>
          <a:xfrm flipV="1">
            <a:off x="7675353" y="4482900"/>
            <a:ext cx="341434" cy="2973"/>
          </a:xfrm>
          <a:prstGeom prst="straightConnector1">
            <a:avLst/>
          </a:prstGeom>
          <a:ln w="127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8" name="꺾인 연결선[E] 167">
            <a:extLst>
              <a:ext uri="{FF2B5EF4-FFF2-40B4-BE49-F238E27FC236}">
                <a16:creationId xmlns:a16="http://schemas.microsoft.com/office/drawing/2014/main" id="{75F1ED4E-BC25-5F29-E74B-2D8EEC6F700C}"/>
              </a:ext>
            </a:extLst>
          </p:cNvPr>
          <p:cNvCxnSpPr>
            <a:cxnSpLocks/>
          </p:cNvCxnSpPr>
          <p:nvPr/>
        </p:nvCxnSpPr>
        <p:spPr>
          <a:xfrm rot="16200000" flipH="1">
            <a:off x="2262808" y="-74429"/>
            <a:ext cx="588648" cy="2365487"/>
          </a:xfrm>
          <a:prstGeom prst="bentConnector3">
            <a:avLst>
              <a:gd name="adj1" fmla="val 77340"/>
            </a:avLst>
          </a:prstGeom>
          <a:ln w="127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6393187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28AC71-4CB1-BA5E-9C2C-C3CA11ECBA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모서리가 둥근 직사각형 1">
            <a:extLst>
              <a:ext uri="{FF2B5EF4-FFF2-40B4-BE49-F238E27FC236}">
                <a16:creationId xmlns:a16="http://schemas.microsoft.com/office/drawing/2014/main" id="{C835D504-3D0A-0A26-2F10-90805DD1B967}"/>
              </a:ext>
            </a:extLst>
          </p:cNvPr>
          <p:cNvSpPr/>
          <p:nvPr/>
        </p:nvSpPr>
        <p:spPr>
          <a:xfrm>
            <a:off x="149162" y="386352"/>
            <a:ext cx="970252" cy="427639"/>
          </a:xfrm>
          <a:prstGeom prst="roundRect">
            <a:avLst>
              <a:gd name="adj" fmla="val 12191"/>
            </a:avLst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Downstream</a:t>
            </a:r>
          </a:p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(Client)</a:t>
            </a:r>
            <a:endParaRPr kumimoji="1" lang="ko-KR" altLang="en-US" sz="800">
              <a:solidFill>
                <a:schemeClr val="tx1"/>
              </a:solidFill>
            </a:endParaRPr>
          </a:p>
        </p:txBody>
      </p:sp>
      <p:sp>
        <p:nvSpPr>
          <p:cNvPr id="4" name="모서리가 둥근 직사각형 3">
            <a:extLst>
              <a:ext uri="{FF2B5EF4-FFF2-40B4-BE49-F238E27FC236}">
                <a16:creationId xmlns:a16="http://schemas.microsoft.com/office/drawing/2014/main" id="{BC3BB7F3-09DC-7E46-9C05-2C8661B0477B}"/>
              </a:ext>
            </a:extLst>
          </p:cNvPr>
          <p:cNvSpPr/>
          <p:nvPr/>
        </p:nvSpPr>
        <p:spPr>
          <a:xfrm>
            <a:off x="1734557" y="376238"/>
            <a:ext cx="6110385" cy="4470081"/>
          </a:xfrm>
          <a:prstGeom prst="roundRect">
            <a:avLst>
              <a:gd name="adj" fmla="val 2047"/>
            </a:avLst>
          </a:prstGeom>
          <a:solidFill>
            <a:schemeClr val="bg1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r"/>
            <a:r>
              <a:rPr kumimoji="1" lang="en-US" altLang="ko-KR" sz="900" b="1">
                <a:solidFill>
                  <a:schemeClr val="tx1"/>
                </a:solidFill>
              </a:rPr>
              <a:t>Worker Thread</a:t>
            </a:r>
            <a:endParaRPr kumimoji="1" lang="ko-KR" altLang="en-US" sz="900" b="1">
              <a:solidFill>
                <a:schemeClr val="tx1"/>
              </a:solidFill>
            </a:endParaRPr>
          </a:p>
        </p:txBody>
      </p:sp>
      <p:sp>
        <p:nvSpPr>
          <p:cNvPr id="5" name="모서리가 둥근 직사각형 4">
            <a:extLst>
              <a:ext uri="{FF2B5EF4-FFF2-40B4-BE49-F238E27FC236}">
                <a16:creationId xmlns:a16="http://schemas.microsoft.com/office/drawing/2014/main" id="{40E8FD8A-D178-303F-F1B9-68A181BB7FB3}"/>
              </a:ext>
            </a:extLst>
          </p:cNvPr>
          <p:cNvSpPr/>
          <p:nvPr/>
        </p:nvSpPr>
        <p:spPr>
          <a:xfrm>
            <a:off x="2099227" y="446781"/>
            <a:ext cx="1008714" cy="306783"/>
          </a:xfrm>
          <a:prstGeom prst="roundRect">
            <a:avLst>
              <a:gd name="adj" fmla="val 12191"/>
            </a:avLst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Listener</a:t>
            </a:r>
          </a:p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(accept())</a:t>
            </a:r>
            <a:endParaRPr kumimoji="1" lang="ko-KR" altLang="en-US" sz="800">
              <a:solidFill>
                <a:schemeClr val="tx1"/>
              </a:solidFill>
            </a:endParaRPr>
          </a:p>
        </p:txBody>
      </p:sp>
      <p:cxnSp>
        <p:nvCxnSpPr>
          <p:cNvPr id="8" name="직선 화살표 연결선 7">
            <a:extLst>
              <a:ext uri="{FF2B5EF4-FFF2-40B4-BE49-F238E27FC236}">
                <a16:creationId xmlns:a16="http://schemas.microsoft.com/office/drawing/2014/main" id="{B4FBABA2-AB5D-D80C-3FC7-7513B94ED99F}"/>
              </a:ext>
            </a:extLst>
          </p:cNvPr>
          <p:cNvCxnSpPr>
            <a:cxnSpLocks/>
          </p:cNvCxnSpPr>
          <p:nvPr/>
        </p:nvCxnSpPr>
        <p:spPr>
          <a:xfrm>
            <a:off x="716938" y="2714087"/>
            <a:ext cx="541916" cy="0"/>
          </a:xfrm>
          <a:prstGeom prst="straightConnector1">
            <a:avLst/>
          </a:prstGeom>
          <a:ln w="127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직선 화살표 연결선 15">
            <a:extLst>
              <a:ext uri="{FF2B5EF4-FFF2-40B4-BE49-F238E27FC236}">
                <a16:creationId xmlns:a16="http://schemas.microsoft.com/office/drawing/2014/main" id="{AB9C7A5E-F26B-024D-53C3-65DBD40E50CD}"/>
              </a:ext>
            </a:extLst>
          </p:cNvPr>
          <p:cNvCxnSpPr>
            <a:cxnSpLocks/>
          </p:cNvCxnSpPr>
          <p:nvPr/>
        </p:nvCxnSpPr>
        <p:spPr>
          <a:xfrm flipV="1">
            <a:off x="1516413" y="2292886"/>
            <a:ext cx="0" cy="370887"/>
          </a:xfrm>
          <a:prstGeom prst="straightConnector1">
            <a:avLst/>
          </a:prstGeom>
          <a:ln w="127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직선 화살표 연결선 22">
            <a:extLst>
              <a:ext uri="{FF2B5EF4-FFF2-40B4-BE49-F238E27FC236}">
                <a16:creationId xmlns:a16="http://schemas.microsoft.com/office/drawing/2014/main" id="{B075044C-EBBA-F98B-C9B5-5F371129F664}"/>
              </a:ext>
            </a:extLst>
          </p:cNvPr>
          <p:cNvCxnSpPr>
            <a:cxnSpLocks/>
          </p:cNvCxnSpPr>
          <p:nvPr/>
        </p:nvCxnSpPr>
        <p:spPr>
          <a:xfrm flipH="1">
            <a:off x="716938" y="2805585"/>
            <a:ext cx="541916" cy="1466"/>
          </a:xfrm>
          <a:prstGeom prst="straightConnector1">
            <a:avLst/>
          </a:prstGeom>
          <a:ln w="127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모서리가 둥근 직사각형 29">
            <a:extLst>
              <a:ext uri="{FF2B5EF4-FFF2-40B4-BE49-F238E27FC236}">
                <a16:creationId xmlns:a16="http://schemas.microsoft.com/office/drawing/2014/main" id="{A479887C-3684-A973-08E6-A5ED0BBB224C}"/>
              </a:ext>
            </a:extLst>
          </p:cNvPr>
          <p:cNvSpPr/>
          <p:nvPr/>
        </p:nvSpPr>
        <p:spPr>
          <a:xfrm>
            <a:off x="7583027" y="-524594"/>
            <a:ext cx="1052864" cy="306783"/>
          </a:xfrm>
          <a:prstGeom prst="roundRect">
            <a:avLst>
              <a:gd name="adj" fmla="val 12191"/>
            </a:avLst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Filter Chain Manager</a:t>
            </a:r>
            <a:endParaRPr kumimoji="1" lang="ko-KR" altLang="en-US" sz="800">
              <a:solidFill>
                <a:schemeClr val="tx1"/>
              </a:solidFill>
            </a:endParaRPr>
          </a:p>
        </p:txBody>
      </p:sp>
      <p:cxnSp>
        <p:nvCxnSpPr>
          <p:cNvPr id="31" name="직선 화살표 연결선 30">
            <a:extLst>
              <a:ext uri="{FF2B5EF4-FFF2-40B4-BE49-F238E27FC236}">
                <a16:creationId xmlns:a16="http://schemas.microsoft.com/office/drawing/2014/main" id="{75C7FF66-7738-C45C-36D7-9FCDBBE2C960}"/>
              </a:ext>
            </a:extLst>
          </p:cNvPr>
          <p:cNvCxnSpPr>
            <a:cxnSpLocks/>
          </p:cNvCxnSpPr>
          <p:nvPr/>
        </p:nvCxnSpPr>
        <p:spPr>
          <a:xfrm>
            <a:off x="1638053" y="2292886"/>
            <a:ext cx="0" cy="370887"/>
          </a:xfrm>
          <a:prstGeom prst="straightConnector1">
            <a:avLst/>
          </a:prstGeom>
          <a:ln w="127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모서리가 둥근 직사각형 36">
            <a:extLst>
              <a:ext uri="{FF2B5EF4-FFF2-40B4-BE49-F238E27FC236}">
                <a16:creationId xmlns:a16="http://schemas.microsoft.com/office/drawing/2014/main" id="{CB36032E-575A-14F3-42EE-D549339784F1}"/>
              </a:ext>
            </a:extLst>
          </p:cNvPr>
          <p:cNvSpPr/>
          <p:nvPr/>
        </p:nvSpPr>
        <p:spPr>
          <a:xfrm>
            <a:off x="2014062" y="843558"/>
            <a:ext cx="4378494" cy="3923703"/>
          </a:xfrm>
          <a:prstGeom prst="roundRect">
            <a:avLst>
              <a:gd name="adj" fmla="val 1832"/>
            </a:avLst>
          </a:prstGeom>
          <a:solidFill>
            <a:schemeClr val="bg1"/>
          </a:solidFill>
          <a:ln w="12700"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kumimoji="1" lang="en-US" altLang="ko-KR" sz="900" b="1" u="sng">
                <a:solidFill>
                  <a:schemeClr val="tx1"/>
                </a:solidFill>
              </a:rPr>
              <a:t>Per Downstream Connection</a:t>
            </a:r>
            <a:r>
              <a:rPr kumimoji="1" lang="en-US" altLang="ko-KR" sz="900">
                <a:solidFill>
                  <a:schemeClr val="tx1"/>
                </a:solidFill>
              </a:rPr>
              <a:t> Instances</a:t>
            </a:r>
            <a:endParaRPr kumimoji="1" lang="ko-KR" altLang="en-US" sz="900">
              <a:solidFill>
                <a:schemeClr val="tx1"/>
              </a:solidFill>
            </a:endParaRPr>
          </a:p>
        </p:txBody>
      </p:sp>
      <p:sp>
        <p:nvSpPr>
          <p:cNvPr id="7" name="모서리가 둥근 직사각형 6">
            <a:extLst>
              <a:ext uri="{FF2B5EF4-FFF2-40B4-BE49-F238E27FC236}">
                <a16:creationId xmlns:a16="http://schemas.microsoft.com/office/drawing/2014/main" id="{D2744125-D43A-BB95-60F7-E4A140F267B6}"/>
              </a:ext>
            </a:extLst>
          </p:cNvPr>
          <p:cNvSpPr/>
          <p:nvPr/>
        </p:nvSpPr>
        <p:spPr>
          <a:xfrm>
            <a:off x="3177762" y="1148273"/>
            <a:ext cx="3135890" cy="639298"/>
          </a:xfrm>
          <a:prstGeom prst="roundRect">
            <a:avLst>
              <a:gd name="adj" fmla="val 11036"/>
            </a:avLst>
          </a:prstGeom>
          <a:solidFill>
            <a:schemeClr val="bg2"/>
          </a:solidFill>
          <a:ln w="12700"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kumimoji="1" lang="en-US" altLang="ko-KR" sz="900">
                <a:solidFill>
                  <a:schemeClr val="tx1"/>
                </a:solidFill>
              </a:rPr>
              <a:t>Listener Filters</a:t>
            </a:r>
            <a:endParaRPr kumimoji="1" lang="ko-KR" altLang="en-US" sz="900">
              <a:solidFill>
                <a:schemeClr val="tx1"/>
              </a:solidFill>
            </a:endParaRPr>
          </a:p>
        </p:txBody>
      </p:sp>
      <p:sp>
        <p:nvSpPr>
          <p:cNvPr id="41" name="모서리가 둥근 직사각형 40">
            <a:extLst>
              <a:ext uri="{FF2B5EF4-FFF2-40B4-BE49-F238E27FC236}">
                <a16:creationId xmlns:a16="http://schemas.microsoft.com/office/drawing/2014/main" id="{29C59A0C-622F-4BD5-83AA-31AAAAAC5E5E}"/>
              </a:ext>
            </a:extLst>
          </p:cNvPr>
          <p:cNvSpPr/>
          <p:nvPr/>
        </p:nvSpPr>
        <p:spPr>
          <a:xfrm>
            <a:off x="2103410" y="1888406"/>
            <a:ext cx="4210242" cy="2808313"/>
          </a:xfrm>
          <a:prstGeom prst="roundRect">
            <a:avLst>
              <a:gd name="adj" fmla="val 2818"/>
            </a:avLst>
          </a:prstGeom>
          <a:solidFill>
            <a:schemeClr val="bg2"/>
          </a:solidFill>
          <a:ln w="12700"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kumimoji="1" lang="en-US" altLang="ko-KR" sz="900">
                <a:solidFill>
                  <a:schemeClr val="tx1"/>
                </a:solidFill>
              </a:rPr>
              <a:t>Network Filters</a:t>
            </a:r>
            <a:endParaRPr kumimoji="1" lang="ko-KR" altLang="en-US" sz="900">
              <a:solidFill>
                <a:schemeClr val="tx1"/>
              </a:solidFill>
            </a:endParaRPr>
          </a:p>
        </p:txBody>
      </p:sp>
      <p:sp>
        <p:nvSpPr>
          <p:cNvPr id="42" name="모서리가 둥근 직사각형 41">
            <a:extLst>
              <a:ext uri="{FF2B5EF4-FFF2-40B4-BE49-F238E27FC236}">
                <a16:creationId xmlns:a16="http://schemas.microsoft.com/office/drawing/2014/main" id="{6D744F6A-31C6-E086-DA16-CE50ECA310DA}"/>
              </a:ext>
            </a:extLst>
          </p:cNvPr>
          <p:cNvSpPr/>
          <p:nvPr/>
        </p:nvSpPr>
        <p:spPr>
          <a:xfrm>
            <a:off x="2190779" y="2576891"/>
            <a:ext cx="4037654" cy="2042715"/>
          </a:xfrm>
          <a:prstGeom prst="roundRect">
            <a:avLst>
              <a:gd name="adj" fmla="val 5488"/>
            </a:avLst>
          </a:prstGeom>
          <a:solidFill>
            <a:schemeClr val="bg1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r"/>
            <a:r>
              <a:rPr kumimoji="1" lang="en-US" altLang="ko-KR" sz="800">
                <a:solidFill>
                  <a:schemeClr val="tx1"/>
                </a:solidFill>
              </a:rPr>
              <a:t>HCM (HTTP Connection Manager) </a:t>
            </a:r>
          </a:p>
          <a:p>
            <a:pPr algn="r"/>
            <a:r>
              <a:rPr kumimoji="1" lang="en-US" altLang="ko-KR" sz="800">
                <a:solidFill>
                  <a:schemeClr val="tx1"/>
                </a:solidFill>
              </a:rPr>
              <a:t>/ Terminator Filter</a:t>
            </a:r>
            <a:endParaRPr kumimoji="1" lang="ko-KR" altLang="en-US" sz="800">
              <a:solidFill>
                <a:schemeClr val="tx1"/>
              </a:solidFill>
            </a:endParaRPr>
          </a:p>
        </p:txBody>
      </p:sp>
      <p:sp>
        <p:nvSpPr>
          <p:cNvPr id="43" name="모서리가 둥근 직사각형 42">
            <a:extLst>
              <a:ext uri="{FF2B5EF4-FFF2-40B4-BE49-F238E27FC236}">
                <a16:creationId xmlns:a16="http://schemas.microsoft.com/office/drawing/2014/main" id="{4FC5F21C-A15C-0E47-1703-F0111772557F}"/>
              </a:ext>
            </a:extLst>
          </p:cNvPr>
          <p:cNvSpPr/>
          <p:nvPr/>
        </p:nvSpPr>
        <p:spPr>
          <a:xfrm>
            <a:off x="3357434" y="2172644"/>
            <a:ext cx="801642" cy="306783"/>
          </a:xfrm>
          <a:prstGeom prst="roundRect">
            <a:avLst>
              <a:gd name="adj" fmla="val 19601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RBAC (L4)</a:t>
            </a:r>
            <a:endParaRPr kumimoji="1" lang="ko-KR" altLang="en-US" sz="800">
              <a:solidFill>
                <a:schemeClr val="tx1"/>
              </a:solidFill>
            </a:endParaRPr>
          </a:p>
        </p:txBody>
      </p:sp>
      <p:sp>
        <p:nvSpPr>
          <p:cNvPr id="44" name="모서리가 둥근 직사각형 43">
            <a:extLst>
              <a:ext uri="{FF2B5EF4-FFF2-40B4-BE49-F238E27FC236}">
                <a16:creationId xmlns:a16="http://schemas.microsoft.com/office/drawing/2014/main" id="{54A1E088-A265-C11C-7EAA-0AA4946AE79E}"/>
              </a:ext>
            </a:extLst>
          </p:cNvPr>
          <p:cNvSpPr/>
          <p:nvPr/>
        </p:nvSpPr>
        <p:spPr>
          <a:xfrm>
            <a:off x="2194891" y="2172643"/>
            <a:ext cx="801642" cy="306783"/>
          </a:xfrm>
          <a:prstGeom prst="roundRect">
            <a:avLst>
              <a:gd name="adj" fmla="val 19601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Connection</a:t>
            </a:r>
          </a:p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Limit</a:t>
            </a:r>
            <a:endParaRPr kumimoji="1" lang="ko-KR" altLang="en-US" sz="800">
              <a:solidFill>
                <a:schemeClr val="tx1"/>
              </a:solidFill>
            </a:endParaRPr>
          </a:p>
        </p:txBody>
      </p:sp>
      <p:sp>
        <p:nvSpPr>
          <p:cNvPr id="45" name="모서리가 둥근 직사각형 44">
            <a:extLst>
              <a:ext uri="{FF2B5EF4-FFF2-40B4-BE49-F238E27FC236}">
                <a16:creationId xmlns:a16="http://schemas.microsoft.com/office/drawing/2014/main" id="{FE930429-CBBE-F182-EEAA-C8EEB4A0D4CE}"/>
              </a:ext>
            </a:extLst>
          </p:cNvPr>
          <p:cNvSpPr/>
          <p:nvPr/>
        </p:nvSpPr>
        <p:spPr>
          <a:xfrm>
            <a:off x="5313839" y="2172642"/>
            <a:ext cx="801642" cy="306783"/>
          </a:xfrm>
          <a:prstGeom prst="roundRect">
            <a:avLst>
              <a:gd name="adj" fmla="val 19601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Local Rate Limit (L4)</a:t>
            </a:r>
            <a:endParaRPr kumimoji="1" lang="ko-KR" altLang="en-US" sz="800">
              <a:solidFill>
                <a:schemeClr val="tx1"/>
              </a:solidFill>
            </a:endParaRPr>
          </a:p>
        </p:txBody>
      </p:sp>
      <p:sp>
        <p:nvSpPr>
          <p:cNvPr id="34" name="모서리가 둥근 직사각형 33">
            <a:extLst>
              <a:ext uri="{FF2B5EF4-FFF2-40B4-BE49-F238E27FC236}">
                <a16:creationId xmlns:a16="http://schemas.microsoft.com/office/drawing/2014/main" id="{F69F3399-39B0-E5AD-5046-DFD1C7DCB898}"/>
              </a:ext>
            </a:extLst>
          </p:cNvPr>
          <p:cNvSpPr/>
          <p:nvPr/>
        </p:nvSpPr>
        <p:spPr>
          <a:xfrm>
            <a:off x="5423907" y="1400875"/>
            <a:ext cx="801642" cy="306783"/>
          </a:xfrm>
          <a:prstGeom prst="roundRect">
            <a:avLst>
              <a:gd name="adj" fmla="val 19601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TLS Inspector</a:t>
            </a:r>
            <a:endParaRPr kumimoji="1" lang="ko-KR" altLang="en-US" sz="800">
              <a:solidFill>
                <a:schemeClr val="tx1"/>
              </a:solidFill>
            </a:endParaRPr>
          </a:p>
        </p:txBody>
      </p:sp>
      <p:sp>
        <p:nvSpPr>
          <p:cNvPr id="35" name="모서리가 둥근 직사각형 34">
            <a:extLst>
              <a:ext uri="{FF2B5EF4-FFF2-40B4-BE49-F238E27FC236}">
                <a16:creationId xmlns:a16="http://schemas.microsoft.com/office/drawing/2014/main" id="{CB543B3C-B1EF-B345-4CBE-CE93AF9F6038}"/>
              </a:ext>
            </a:extLst>
          </p:cNvPr>
          <p:cNvSpPr/>
          <p:nvPr/>
        </p:nvSpPr>
        <p:spPr>
          <a:xfrm>
            <a:off x="4441236" y="1402639"/>
            <a:ext cx="801642" cy="306783"/>
          </a:xfrm>
          <a:prstGeom prst="roundRect">
            <a:avLst>
              <a:gd name="adj" fmla="val 19601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Proxy</a:t>
            </a:r>
          </a:p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Protocol</a:t>
            </a:r>
            <a:endParaRPr kumimoji="1" lang="ko-KR" altLang="en-US" sz="800">
              <a:solidFill>
                <a:schemeClr val="tx1"/>
              </a:solidFill>
            </a:endParaRPr>
          </a:p>
        </p:txBody>
      </p:sp>
      <p:sp>
        <p:nvSpPr>
          <p:cNvPr id="36" name="모서리가 둥근 직사각형 35">
            <a:extLst>
              <a:ext uri="{FF2B5EF4-FFF2-40B4-BE49-F238E27FC236}">
                <a16:creationId xmlns:a16="http://schemas.microsoft.com/office/drawing/2014/main" id="{254C0DA6-BC19-F17F-6916-8DA5E2DFD4F3}"/>
              </a:ext>
            </a:extLst>
          </p:cNvPr>
          <p:cNvSpPr/>
          <p:nvPr/>
        </p:nvSpPr>
        <p:spPr>
          <a:xfrm>
            <a:off x="3263724" y="1402639"/>
            <a:ext cx="801642" cy="306783"/>
          </a:xfrm>
          <a:prstGeom prst="roundRect">
            <a:avLst>
              <a:gd name="adj" fmla="val 19601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Original</a:t>
            </a:r>
          </a:p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Dst</a:t>
            </a:r>
            <a:endParaRPr kumimoji="1" lang="ko-KR" altLang="en-US" sz="800">
              <a:solidFill>
                <a:schemeClr val="tx1"/>
              </a:solidFill>
            </a:endParaRPr>
          </a:p>
        </p:txBody>
      </p:sp>
      <p:sp>
        <p:nvSpPr>
          <p:cNvPr id="47" name="모서리가 둥근 직사각형 46">
            <a:extLst>
              <a:ext uri="{FF2B5EF4-FFF2-40B4-BE49-F238E27FC236}">
                <a16:creationId xmlns:a16="http://schemas.microsoft.com/office/drawing/2014/main" id="{DF70B368-E0F0-C3B6-2B6F-AFFA3CD758B1}"/>
              </a:ext>
            </a:extLst>
          </p:cNvPr>
          <p:cNvSpPr/>
          <p:nvPr/>
        </p:nvSpPr>
        <p:spPr>
          <a:xfrm>
            <a:off x="2280819" y="2663773"/>
            <a:ext cx="801642" cy="306783"/>
          </a:xfrm>
          <a:prstGeom prst="roundRect">
            <a:avLst>
              <a:gd name="adj" fmla="val 19601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HTTP Codec</a:t>
            </a:r>
            <a:endParaRPr kumimoji="1" lang="ko-KR" altLang="en-US" sz="800">
              <a:solidFill>
                <a:schemeClr val="tx1"/>
              </a:solidFill>
            </a:endParaRPr>
          </a:p>
        </p:txBody>
      </p:sp>
      <p:sp>
        <p:nvSpPr>
          <p:cNvPr id="38" name="타원 37">
            <a:extLst>
              <a:ext uri="{FF2B5EF4-FFF2-40B4-BE49-F238E27FC236}">
                <a16:creationId xmlns:a16="http://schemas.microsoft.com/office/drawing/2014/main" id="{C9F4C163-7BD6-C819-732B-6AECE4FAAB34}"/>
              </a:ext>
            </a:extLst>
          </p:cNvPr>
          <p:cNvSpPr/>
          <p:nvPr/>
        </p:nvSpPr>
        <p:spPr>
          <a:xfrm flipH="1" flipV="1">
            <a:off x="4120335" y="1429246"/>
            <a:ext cx="51681" cy="45719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39" name="타원 38">
            <a:extLst>
              <a:ext uri="{FF2B5EF4-FFF2-40B4-BE49-F238E27FC236}">
                <a16:creationId xmlns:a16="http://schemas.microsoft.com/office/drawing/2014/main" id="{B317A52D-B835-E09E-40EF-1193537A6AD4}"/>
              </a:ext>
            </a:extLst>
          </p:cNvPr>
          <p:cNvSpPr/>
          <p:nvPr/>
        </p:nvSpPr>
        <p:spPr>
          <a:xfrm flipH="1" flipV="1">
            <a:off x="4216166" y="1429719"/>
            <a:ext cx="51681" cy="45719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40" name="타원 39">
            <a:extLst>
              <a:ext uri="{FF2B5EF4-FFF2-40B4-BE49-F238E27FC236}">
                <a16:creationId xmlns:a16="http://schemas.microsoft.com/office/drawing/2014/main" id="{44D985D1-9FCF-A1F8-9708-39BE2AE0502B}"/>
              </a:ext>
            </a:extLst>
          </p:cNvPr>
          <p:cNvSpPr/>
          <p:nvPr/>
        </p:nvSpPr>
        <p:spPr>
          <a:xfrm flipH="1" flipV="1">
            <a:off x="4311996" y="1429245"/>
            <a:ext cx="51681" cy="45719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50" name="모서리가 둥근 직사각형 49">
            <a:extLst>
              <a:ext uri="{FF2B5EF4-FFF2-40B4-BE49-F238E27FC236}">
                <a16:creationId xmlns:a16="http://schemas.microsoft.com/office/drawing/2014/main" id="{6B96D864-3B3E-078B-2A89-6B9467A5DCE9}"/>
              </a:ext>
            </a:extLst>
          </p:cNvPr>
          <p:cNvSpPr/>
          <p:nvPr/>
        </p:nvSpPr>
        <p:spPr>
          <a:xfrm>
            <a:off x="2280818" y="3027846"/>
            <a:ext cx="3865553" cy="1521424"/>
          </a:xfrm>
          <a:prstGeom prst="roundRect">
            <a:avLst>
              <a:gd name="adj" fmla="val 6920"/>
            </a:avLst>
          </a:prstGeom>
          <a:solidFill>
            <a:schemeClr val="bg1"/>
          </a:solidFill>
          <a:ln w="12700"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kumimoji="1" lang="en-US" altLang="ko-KR" sz="800" b="1" u="sng">
                <a:solidFill>
                  <a:schemeClr val="tx1"/>
                </a:solidFill>
              </a:rPr>
              <a:t>Per Downstream Request/Stream</a:t>
            </a:r>
            <a:r>
              <a:rPr kumimoji="1" lang="en-US" altLang="ko-KR" sz="800">
                <a:solidFill>
                  <a:schemeClr val="tx1"/>
                </a:solidFill>
              </a:rPr>
              <a:t> Instances</a:t>
            </a:r>
            <a:endParaRPr kumimoji="1" lang="ko-KR" altLang="en-US" sz="800">
              <a:solidFill>
                <a:schemeClr val="tx1"/>
              </a:solidFill>
            </a:endParaRPr>
          </a:p>
        </p:txBody>
      </p:sp>
      <p:sp>
        <p:nvSpPr>
          <p:cNvPr id="51" name="모서리가 둥근 직사각형 50">
            <a:extLst>
              <a:ext uri="{FF2B5EF4-FFF2-40B4-BE49-F238E27FC236}">
                <a16:creationId xmlns:a16="http://schemas.microsoft.com/office/drawing/2014/main" id="{3DB0668C-17AC-0AFF-E18F-8D1AABC6C1B3}"/>
              </a:ext>
            </a:extLst>
          </p:cNvPr>
          <p:cNvSpPr/>
          <p:nvPr/>
        </p:nvSpPr>
        <p:spPr>
          <a:xfrm>
            <a:off x="2370857" y="3313452"/>
            <a:ext cx="3687591" cy="1147893"/>
          </a:xfrm>
          <a:prstGeom prst="roundRect">
            <a:avLst>
              <a:gd name="adj" fmla="val 7615"/>
            </a:avLst>
          </a:prstGeom>
          <a:solidFill>
            <a:schemeClr val="bg2"/>
          </a:solidFill>
          <a:ln w="12700"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Downstream HTTP Filters</a:t>
            </a:r>
            <a:endParaRPr kumimoji="1" lang="ko-KR" altLang="en-US" sz="800">
              <a:solidFill>
                <a:schemeClr val="tx1"/>
              </a:solidFill>
            </a:endParaRPr>
          </a:p>
        </p:txBody>
      </p:sp>
      <p:sp>
        <p:nvSpPr>
          <p:cNvPr id="52" name="모서리가 둥근 직사각형 51">
            <a:extLst>
              <a:ext uri="{FF2B5EF4-FFF2-40B4-BE49-F238E27FC236}">
                <a16:creationId xmlns:a16="http://schemas.microsoft.com/office/drawing/2014/main" id="{C85A7983-2A3C-2DA8-E397-57BFE0E1E00C}"/>
              </a:ext>
            </a:extLst>
          </p:cNvPr>
          <p:cNvSpPr/>
          <p:nvPr/>
        </p:nvSpPr>
        <p:spPr>
          <a:xfrm>
            <a:off x="5164717" y="3575847"/>
            <a:ext cx="801642" cy="306783"/>
          </a:xfrm>
          <a:prstGeom prst="roundRect">
            <a:avLst>
              <a:gd name="adj" fmla="val 19601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Rate Limit</a:t>
            </a:r>
            <a:endParaRPr kumimoji="1" lang="ko-KR" altLang="en-US" sz="800">
              <a:solidFill>
                <a:schemeClr val="tx1"/>
              </a:solidFill>
            </a:endParaRPr>
          </a:p>
        </p:txBody>
      </p:sp>
      <p:sp>
        <p:nvSpPr>
          <p:cNvPr id="53" name="타원 52">
            <a:extLst>
              <a:ext uri="{FF2B5EF4-FFF2-40B4-BE49-F238E27FC236}">
                <a16:creationId xmlns:a16="http://schemas.microsoft.com/office/drawing/2014/main" id="{7068F263-92F2-F5BD-D66B-1764EDE9E9FA}"/>
              </a:ext>
            </a:extLst>
          </p:cNvPr>
          <p:cNvSpPr/>
          <p:nvPr/>
        </p:nvSpPr>
        <p:spPr>
          <a:xfrm flipH="1" flipV="1">
            <a:off x="3056260" y="2202255"/>
            <a:ext cx="51681" cy="45719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54" name="타원 53">
            <a:extLst>
              <a:ext uri="{FF2B5EF4-FFF2-40B4-BE49-F238E27FC236}">
                <a16:creationId xmlns:a16="http://schemas.microsoft.com/office/drawing/2014/main" id="{49FE8F01-9B9A-DE57-AAA5-A1AC9F01A3DC}"/>
              </a:ext>
            </a:extLst>
          </p:cNvPr>
          <p:cNvSpPr/>
          <p:nvPr/>
        </p:nvSpPr>
        <p:spPr>
          <a:xfrm flipH="1" flipV="1">
            <a:off x="3152091" y="2202728"/>
            <a:ext cx="51681" cy="45719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55" name="타원 54">
            <a:extLst>
              <a:ext uri="{FF2B5EF4-FFF2-40B4-BE49-F238E27FC236}">
                <a16:creationId xmlns:a16="http://schemas.microsoft.com/office/drawing/2014/main" id="{9D80C4BA-6795-713E-261E-93D404CD9B95}"/>
              </a:ext>
            </a:extLst>
          </p:cNvPr>
          <p:cNvSpPr/>
          <p:nvPr/>
        </p:nvSpPr>
        <p:spPr>
          <a:xfrm flipH="1" flipV="1">
            <a:off x="3247921" y="2202254"/>
            <a:ext cx="51681" cy="45719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56" name="모서리가 둥근 직사각형 55">
            <a:extLst>
              <a:ext uri="{FF2B5EF4-FFF2-40B4-BE49-F238E27FC236}">
                <a16:creationId xmlns:a16="http://schemas.microsoft.com/office/drawing/2014/main" id="{0F648303-D3D0-3FAE-4D84-83A8D549FD93}"/>
              </a:ext>
            </a:extLst>
          </p:cNvPr>
          <p:cNvSpPr/>
          <p:nvPr/>
        </p:nvSpPr>
        <p:spPr>
          <a:xfrm>
            <a:off x="2099365" y="1363300"/>
            <a:ext cx="1008576" cy="427640"/>
          </a:xfrm>
          <a:prstGeom prst="roundRect">
            <a:avLst>
              <a:gd name="adj" fmla="val 12191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Downstream Transport Socket</a:t>
            </a:r>
            <a:endParaRPr kumimoji="1" lang="ko-KR" altLang="en-US" sz="800">
              <a:solidFill>
                <a:schemeClr val="tx1"/>
              </a:solidFill>
            </a:endParaRPr>
          </a:p>
        </p:txBody>
      </p:sp>
      <p:sp>
        <p:nvSpPr>
          <p:cNvPr id="9" name="모서리가 둥근 직사각형 8">
            <a:extLst>
              <a:ext uri="{FF2B5EF4-FFF2-40B4-BE49-F238E27FC236}">
                <a16:creationId xmlns:a16="http://schemas.microsoft.com/office/drawing/2014/main" id="{9A60E16A-34AF-F54A-D3CC-1E7DB036A5D8}"/>
              </a:ext>
            </a:extLst>
          </p:cNvPr>
          <p:cNvSpPr/>
          <p:nvPr/>
        </p:nvSpPr>
        <p:spPr>
          <a:xfrm>
            <a:off x="2466364" y="3575848"/>
            <a:ext cx="801642" cy="306783"/>
          </a:xfrm>
          <a:prstGeom prst="roundRect">
            <a:avLst>
              <a:gd name="adj" fmla="val 19601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CORS</a:t>
            </a:r>
            <a:endParaRPr kumimoji="1" lang="ko-KR" altLang="en-US" sz="800">
              <a:solidFill>
                <a:schemeClr val="tx1"/>
              </a:solidFill>
            </a:endParaRPr>
          </a:p>
        </p:txBody>
      </p:sp>
      <p:cxnSp>
        <p:nvCxnSpPr>
          <p:cNvPr id="10" name="직선 화살표 연결선 9">
            <a:extLst>
              <a:ext uri="{FF2B5EF4-FFF2-40B4-BE49-F238E27FC236}">
                <a16:creationId xmlns:a16="http://schemas.microsoft.com/office/drawing/2014/main" id="{A7986AC0-4BB8-904C-D808-A79FEACCC1D2}"/>
              </a:ext>
            </a:extLst>
          </p:cNvPr>
          <p:cNvCxnSpPr>
            <a:cxnSpLocks/>
            <a:stCxn id="44" idx="3"/>
            <a:endCxn id="43" idx="1"/>
          </p:cNvCxnSpPr>
          <p:nvPr/>
        </p:nvCxnSpPr>
        <p:spPr>
          <a:xfrm>
            <a:off x="2996533" y="2326035"/>
            <a:ext cx="360901" cy="1"/>
          </a:xfrm>
          <a:prstGeom prst="straightConnector1">
            <a:avLst/>
          </a:prstGeom>
          <a:ln w="127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직선 화살표 연결선 12">
            <a:extLst>
              <a:ext uri="{FF2B5EF4-FFF2-40B4-BE49-F238E27FC236}">
                <a16:creationId xmlns:a16="http://schemas.microsoft.com/office/drawing/2014/main" id="{4D2D064B-6DF8-3051-2581-AC76AD36726B}"/>
              </a:ext>
            </a:extLst>
          </p:cNvPr>
          <p:cNvCxnSpPr>
            <a:cxnSpLocks/>
            <a:stCxn id="43" idx="3"/>
            <a:endCxn id="21" idx="1"/>
          </p:cNvCxnSpPr>
          <p:nvPr/>
        </p:nvCxnSpPr>
        <p:spPr>
          <a:xfrm flipV="1">
            <a:off x="4159076" y="2326034"/>
            <a:ext cx="176506" cy="2"/>
          </a:xfrm>
          <a:prstGeom prst="straightConnector1">
            <a:avLst/>
          </a:prstGeom>
          <a:ln w="127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모서리가 둥근 직사각형 16">
            <a:extLst>
              <a:ext uri="{FF2B5EF4-FFF2-40B4-BE49-F238E27FC236}">
                <a16:creationId xmlns:a16="http://schemas.microsoft.com/office/drawing/2014/main" id="{EB4957BA-4CB2-C226-19EC-69C50750DA13}"/>
              </a:ext>
            </a:extLst>
          </p:cNvPr>
          <p:cNvSpPr/>
          <p:nvPr/>
        </p:nvSpPr>
        <p:spPr>
          <a:xfrm>
            <a:off x="4265817" y="3575847"/>
            <a:ext cx="801642" cy="306783"/>
          </a:xfrm>
          <a:prstGeom prst="roundRect">
            <a:avLst>
              <a:gd name="adj" fmla="val 19601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RBAC (L7)</a:t>
            </a:r>
            <a:endParaRPr kumimoji="1" lang="ko-KR" altLang="en-US" sz="800">
              <a:solidFill>
                <a:schemeClr val="tx1"/>
              </a:solidFill>
            </a:endParaRPr>
          </a:p>
        </p:txBody>
      </p:sp>
      <p:sp>
        <p:nvSpPr>
          <p:cNvPr id="21" name="모서리가 둥근 직사각형 20">
            <a:extLst>
              <a:ext uri="{FF2B5EF4-FFF2-40B4-BE49-F238E27FC236}">
                <a16:creationId xmlns:a16="http://schemas.microsoft.com/office/drawing/2014/main" id="{DFD6C53F-F1AD-BC5E-6EB2-928E579CCEBE}"/>
              </a:ext>
            </a:extLst>
          </p:cNvPr>
          <p:cNvSpPr/>
          <p:nvPr/>
        </p:nvSpPr>
        <p:spPr>
          <a:xfrm>
            <a:off x="4335582" y="2172642"/>
            <a:ext cx="801642" cy="306783"/>
          </a:xfrm>
          <a:prstGeom prst="roundRect">
            <a:avLst>
              <a:gd name="adj" fmla="val 19601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WASM</a:t>
            </a:r>
            <a:endParaRPr kumimoji="1" lang="ko-KR" altLang="en-US" sz="800">
              <a:solidFill>
                <a:schemeClr val="tx1"/>
              </a:solidFill>
            </a:endParaRPr>
          </a:p>
        </p:txBody>
      </p:sp>
      <p:cxnSp>
        <p:nvCxnSpPr>
          <p:cNvPr id="26" name="직선 화살표 연결선 25">
            <a:extLst>
              <a:ext uri="{FF2B5EF4-FFF2-40B4-BE49-F238E27FC236}">
                <a16:creationId xmlns:a16="http://schemas.microsoft.com/office/drawing/2014/main" id="{10D5A18E-2AA3-EA6F-39C1-4F2E5EFFD123}"/>
              </a:ext>
            </a:extLst>
          </p:cNvPr>
          <p:cNvCxnSpPr>
            <a:cxnSpLocks/>
            <a:stCxn id="21" idx="3"/>
            <a:endCxn id="45" idx="1"/>
          </p:cNvCxnSpPr>
          <p:nvPr/>
        </p:nvCxnSpPr>
        <p:spPr>
          <a:xfrm>
            <a:off x="5137224" y="2326034"/>
            <a:ext cx="176615" cy="0"/>
          </a:xfrm>
          <a:prstGeom prst="straightConnector1">
            <a:avLst/>
          </a:prstGeom>
          <a:ln w="127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모서리가 둥근 직사각형 28">
            <a:extLst>
              <a:ext uri="{FF2B5EF4-FFF2-40B4-BE49-F238E27FC236}">
                <a16:creationId xmlns:a16="http://schemas.microsoft.com/office/drawing/2014/main" id="{EE8C0C8B-1A76-923D-96B3-BD39FB1FFD54}"/>
              </a:ext>
            </a:extLst>
          </p:cNvPr>
          <p:cNvSpPr/>
          <p:nvPr/>
        </p:nvSpPr>
        <p:spPr>
          <a:xfrm>
            <a:off x="5164717" y="4060778"/>
            <a:ext cx="801642" cy="306783"/>
          </a:xfrm>
          <a:prstGeom prst="roundRect">
            <a:avLst>
              <a:gd name="adj" fmla="val 19601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800" b="1" u="sng">
                <a:solidFill>
                  <a:schemeClr val="tx1"/>
                </a:solidFill>
              </a:rPr>
              <a:t>Router</a:t>
            </a:r>
            <a:endParaRPr kumimoji="1" lang="ko-KR" altLang="en-US" sz="800" b="1" u="sng">
              <a:solidFill>
                <a:schemeClr val="tx1"/>
              </a:solidFill>
            </a:endParaRPr>
          </a:p>
        </p:txBody>
      </p:sp>
      <p:sp>
        <p:nvSpPr>
          <p:cNvPr id="32" name="모서리가 둥근 직사각형 31">
            <a:extLst>
              <a:ext uri="{FF2B5EF4-FFF2-40B4-BE49-F238E27FC236}">
                <a16:creationId xmlns:a16="http://schemas.microsoft.com/office/drawing/2014/main" id="{E853484E-A085-FCE3-6AD4-C72FF111B066}"/>
              </a:ext>
            </a:extLst>
          </p:cNvPr>
          <p:cNvSpPr/>
          <p:nvPr/>
        </p:nvSpPr>
        <p:spPr>
          <a:xfrm>
            <a:off x="4265817" y="4054471"/>
            <a:ext cx="801642" cy="306783"/>
          </a:xfrm>
          <a:prstGeom prst="roundRect">
            <a:avLst>
              <a:gd name="adj" fmla="val 19601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LUA</a:t>
            </a:r>
            <a:endParaRPr kumimoji="1" lang="ko-KR" altLang="en-US" sz="800">
              <a:solidFill>
                <a:schemeClr val="tx1"/>
              </a:solidFill>
            </a:endParaRPr>
          </a:p>
        </p:txBody>
      </p:sp>
      <p:sp>
        <p:nvSpPr>
          <p:cNvPr id="33" name="모서리가 둥근 직사각형 32">
            <a:extLst>
              <a:ext uri="{FF2B5EF4-FFF2-40B4-BE49-F238E27FC236}">
                <a16:creationId xmlns:a16="http://schemas.microsoft.com/office/drawing/2014/main" id="{BFC1DC0C-E8FA-2AEC-E540-9990119FB757}"/>
              </a:ext>
            </a:extLst>
          </p:cNvPr>
          <p:cNvSpPr/>
          <p:nvPr/>
        </p:nvSpPr>
        <p:spPr>
          <a:xfrm>
            <a:off x="2466364" y="4053917"/>
            <a:ext cx="801642" cy="306783"/>
          </a:xfrm>
          <a:prstGeom prst="roundRect">
            <a:avLst>
              <a:gd name="adj" fmla="val 19601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Local Rate Limit (L7)</a:t>
            </a:r>
            <a:endParaRPr kumimoji="1" lang="ko-KR" altLang="en-US" sz="800">
              <a:solidFill>
                <a:schemeClr val="tx1"/>
              </a:solidFill>
            </a:endParaRPr>
          </a:p>
        </p:txBody>
      </p:sp>
      <p:sp>
        <p:nvSpPr>
          <p:cNvPr id="46" name="모서리가 둥근 직사각형 45">
            <a:extLst>
              <a:ext uri="{FF2B5EF4-FFF2-40B4-BE49-F238E27FC236}">
                <a16:creationId xmlns:a16="http://schemas.microsoft.com/office/drawing/2014/main" id="{BBA8ADD8-E0B7-D581-9836-B779C86542AD}"/>
              </a:ext>
            </a:extLst>
          </p:cNvPr>
          <p:cNvSpPr/>
          <p:nvPr/>
        </p:nvSpPr>
        <p:spPr>
          <a:xfrm>
            <a:off x="3363512" y="4054471"/>
            <a:ext cx="801642" cy="306783"/>
          </a:xfrm>
          <a:prstGeom prst="roundRect">
            <a:avLst>
              <a:gd name="adj" fmla="val 19601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Compressor</a:t>
            </a:r>
            <a:endParaRPr kumimoji="1" lang="ko-KR" altLang="en-US" sz="800">
              <a:solidFill>
                <a:schemeClr val="tx1"/>
              </a:solidFill>
            </a:endParaRPr>
          </a:p>
        </p:txBody>
      </p:sp>
      <p:sp>
        <p:nvSpPr>
          <p:cNvPr id="48" name="타원 47">
            <a:extLst>
              <a:ext uri="{FF2B5EF4-FFF2-40B4-BE49-F238E27FC236}">
                <a16:creationId xmlns:a16="http://schemas.microsoft.com/office/drawing/2014/main" id="{74851A30-3A57-926E-287D-BCB214599FDB}"/>
              </a:ext>
            </a:extLst>
          </p:cNvPr>
          <p:cNvSpPr/>
          <p:nvPr/>
        </p:nvSpPr>
        <p:spPr>
          <a:xfrm flipH="1" flipV="1">
            <a:off x="3649356" y="3642415"/>
            <a:ext cx="51681" cy="45719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49" name="타원 48">
            <a:extLst>
              <a:ext uri="{FF2B5EF4-FFF2-40B4-BE49-F238E27FC236}">
                <a16:creationId xmlns:a16="http://schemas.microsoft.com/office/drawing/2014/main" id="{06555BEB-F794-3605-A368-9B32618E173D}"/>
              </a:ext>
            </a:extLst>
          </p:cNvPr>
          <p:cNvSpPr/>
          <p:nvPr/>
        </p:nvSpPr>
        <p:spPr>
          <a:xfrm flipH="1" flipV="1">
            <a:off x="3745187" y="3642888"/>
            <a:ext cx="51681" cy="45719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57" name="타원 56">
            <a:extLst>
              <a:ext uri="{FF2B5EF4-FFF2-40B4-BE49-F238E27FC236}">
                <a16:creationId xmlns:a16="http://schemas.microsoft.com/office/drawing/2014/main" id="{B7B26216-1DFD-63B5-094B-5544E3318C4F}"/>
              </a:ext>
            </a:extLst>
          </p:cNvPr>
          <p:cNvSpPr/>
          <p:nvPr/>
        </p:nvSpPr>
        <p:spPr>
          <a:xfrm flipH="1" flipV="1">
            <a:off x="3841017" y="3642414"/>
            <a:ext cx="51681" cy="45719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cxnSp>
        <p:nvCxnSpPr>
          <p:cNvPr id="58" name="직선 화살표 연결선 57">
            <a:extLst>
              <a:ext uri="{FF2B5EF4-FFF2-40B4-BE49-F238E27FC236}">
                <a16:creationId xmlns:a16="http://schemas.microsoft.com/office/drawing/2014/main" id="{28DEB0A9-9584-F95A-6B76-F2CAD850D169}"/>
              </a:ext>
            </a:extLst>
          </p:cNvPr>
          <p:cNvCxnSpPr>
            <a:cxnSpLocks/>
            <a:stCxn id="36" idx="3"/>
            <a:endCxn id="35" idx="1"/>
          </p:cNvCxnSpPr>
          <p:nvPr/>
        </p:nvCxnSpPr>
        <p:spPr>
          <a:xfrm>
            <a:off x="4065366" y="1556031"/>
            <a:ext cx="375870" cy="0"/>
          </a:xfrm>
          <a:prstGeom prst="straightConnector1">
            <a:avLst/>
          </a:prstGeom>
          <a:ln w="127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직선 화살표 연결선 60">
            <a:extLst>
              <a:ext uri="{FF2B5EF4-FFF2-40B4-BE49-F238E27FC236}">
                <a16:creationId xmlns:a16="http://schemas.microsoft.com/office/drawing/2014/main" id="{D0343175-F2D0-6E3E-54B3-E8C73723C986}"/>
              </a:ext>
            </a:extLst>
          </p:cNvPr>
          <p:cNvCxnSpPr>
            <a:cxnSpLocks/>
            <a:stCxn id="35" idx="3"/>
            <a:endCxn id="34" idx="1"/>
          </p:cNvCxnSpPr>
          <p:nvPr/>
        </p:nvCxnSpPr>
        <p:spPr>
          <a:xfrm flipV="1">
            <a:off x="5242878" y="1554267"/>
            <a:ext cx="181029" cy="1764"/>
          </a:xfrm>
          <a:prstGeom prst="straightConnector1">
            <a:avLst/>
          </a:prstGeom>
          <a:ln w="127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모서리가 둥근 직사각형 63">
            <a:extLst>
              <a:ext uri="{FF2B5EF4-FFF2-40B4-BE49-F238E27FC236}">
                <a16:creationId xmlns:a16="http://schemas.microsoft.com/office/drawing/2014/main" id="{69A1AAF7-707E-A989-0826-C46A52736935}"/>
              </a:ext>
            </a:extLst>
          </p:cNvPr>
          <p:cNvSpPr/>
          <p:nvPr/>
        </p:nvSpPr>
        <p:spPr>
          <a:xfrm>
            <a:off x="6679601" y="4272053"/>
            <a:ext cx="995752" cy="427640"/>
          </a:xfrm>
          <a:prstGeom prst="roundRect">
            <a:avLst>
              <a:gd name="adj" fmla="val 12191"/>
            </a:avLst>
          </a:prstGeom>
          <a:solidFill>
            <a:schemeClr val="bg1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Upstream Transport Socket</a:t>
            </a:r>
            <a:endParaRPr kumimoji="1" lang="ko-KR" altLang="en-US" sz="800">
              <a:solidFill>
                <a:schemeClr val="tx1"/>
              </a:solidFill>
            </a:endParaRPr>
          </a:p>
        </p:txBody>
      </p:sp>
      <p:cxnSp>
        <p:nvCxnSpPr>
          <p:cNvPr id="65" name="직선 화살표 연결선 64">
            <a:extLst>
              <a:ext uri="{FF2B5EF4-FFF2-40B4-BE49-F238E27FC236}">
                <a16:creationId xmlns:a16="http://schemas.microsoft.com/office/drawing/2014/main" id="{38D8C58C-E8F4-4AAC-3E12-D4B3857B961E}"/>
              </a:ext>
            </a:extLst>
          </p:cNvPr>
          <p:cNvCxnSpPr>
            <a:cxnSpLocks/>
            <a:stCxn id="17" idx="3"/>
            <a:endCxn id="52" idx="1"/>
          </p:cNvCxnSpPr>
          <p:nvPr/>
        </p:nvCxnSpPr>
        <p:spPr>
          <a:xfrm>
            <a:off x="5067459" y="3729239"/>
            <a:ext cx="97258" cy="0"/>
          </a:xfrm>
          <a:prstGeom prst="straightConnector1">
            <a:avLst/>
          </a:prstGeom>
          <a:ln w="127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직선 화살표 연결선 67">
            <a:extLst>
              <a:ext uri="{FF2B5EF4-FFF2-40B4-BE49-F238E27FC236}">
                <a16:creationId xmlns:a16="http://schemas.microsoft.com/office/drawing/2014/main" id="{D63E2141-62C5-497C-396C-14273218262C}"/>
              </a:ext>
            </a:extLst>
          </p:cNvPr>
          <p:cNvCxnSpPr>
            <a:cxnSpLocks/>
            <a:stCxn id="32" idx="3"/>
            <a:endCxn id="29" idx="1"/>
          </p:cNvCxnSpPr>
          <p:nvPr/>
        </p:nvCxnSpPr>
        <p:spPr>
          <a:xfrm>
            <a:off x="5067459" y="4207863"/>
            <a:ext cx="97258" cy="6307"/>
          </a:xfrm>
          <a:prstGeom prst="straightConnector1">
            <a:avLst/>
          </a:prstGeom>
          <a:ln w="127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직선 화살표 연결선 70">
            <a:extLst>
              <a:ext uri="{FF2B5EF4-FFF2-40B4-BE49-F238E27FC236}">
                <a16:creationId xmlns:a16="http://schemas.microsoft.com/office/drawing/2014/main" id="{2F687976-B867-9B49-FA2B-56D2D280D22E}"/>
              </a:ext>
            </a:extLst>
          </p:cNvPr>
          <p:cNvCxnSpPr>
            <a:cxnSpLocks/>
            <a:stCxn id="46" idx="3"/>
            <a:endCxn id="32" idx="1"/>
          </p:cNvCxnSpPr>
          <p:nvPr/>
        </p:nvCxnSpPr>
        <p:spPr>
          <a:xfrm>
            <a:off x="4165154" y="4207863"/>
            <a:ext cx="100663" cy="0"/>
          </a:xfrm>
          <a:prstGeom prst="straightConnector1">
            <a:avLst/>
          </a:prstGeom>
          <a:ln w="127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직선 화살표 연결선 73">
            <a:extLst>
              <a:ext uri="{FF2B5EF4-FFF2-40B4-BE49-F238E27FC236}">
                <a16:creationId xmlns:a16="http://schemas.microsoft.com/office/drawing/2014/main" id="{D81E6D6B-D3AF-4AF3-884B-E264CCC3D7DB}"/>
              </a:ext>
            </a:extLst>
          </p:cNvPr>
          <p:cNvCxnSpPr>
            <a:cxnSpLocks/>
            <a:stCxn id="33" idx="3"/>
            <a:endCxn id="46" idx="1"/>
          </p:cNvCxnSpPr>
          <p:nvPr/>
        </p:nvCxnSpPr>
        <p:spPr>
          <a:xfrm>
            <a:off x="3268006" y="4207309"/>
            <a:ext cx="95506" cy="554"/>
          </a:xfrm>
          <a:prstGeom prst="straightConnector1">
            <a:avLst/>
          </a:prstGeom>
          <a:ln w="127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직선 화살표 연결선 77">
            <a:extLst>
              <a:ext uri="{FF2B5EF4-FFF2-40B4-BE49-F238E27FC236}">
                <a16:creationId xmlns:a16="http://schemas.microsoft.com/office/drawing/2014/main" id="{4EEB8EA5-FB48-7C72-85EC-AA07F20D2E6F}"/>
              </a:ext>
            </a:extLst>
          </p:cNvPr>
          <p:cNvCxnSpPr>
            <a:cxnSpLocks/>
            <a:stCxn id="9" idx="3"/>
            <a:endCxn id="17" idx="1"/>
          </p:cNvCxnSpPr>
          <p:nvPr/>
        </p:nvCxnSpPr>
        <p:spPr>
          <a:xfrm flipV="1">
            <a:off x="3268006" y="3729239"/>
            <a:ext cx="997811" cy="1"/>
          </a:xfrm>
          <a:prstGeom prst="straightConnector1">
            <a:avLst/>
          </a:prstGeom>
          <a:ln w="127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꺾인 연결선[E] 81">
            <a:extLst>
              <a:ext uri="{FF2B5EF4-FFF2-40B4-BE49-F238E27FC236}">
                <a16:creationId xmlns:a16="http://schemas.microsoft.com/office/drawing/2014/main" id="{5546F80A-0B26-E02B-F400-3E3F790BECB0}"/>
              </a:ext>
            </a:extLst>
          </p:cNvPr>
          <p:cNvCxnSpPr>
            <a:stCxn id="45" idx="2"/>
            <a:endCxn id="47" idx="0"/>
          </p:cNvCxnSpPr>
          <p:nvPr/>
        </p:nvCxnSpPr>
        <p:spPr>
          <a:xfrm rot="5400000">
            <a:off x="4105976" y="1055089"/>
            <a:ext cx="184348" cy="3033020"/>
          </a:xfrm>
          <a:prstGeom prst="bentConnector3">
            <a:avLst>
              <a:gd name="adj1" fmla="val 23427"/>
            </a:avLst>
          </a:prstGeom>
          <a:ln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꺾인 연결선[E] 83">
            <a:extLst>
              <a:ext uri="{FF2B5EF4-FFF2-40B4-BE49-F238E27FC236}">
                <a16:creationId xmlns:a16="http://schemas.microsoft.com/office/drawing/2014/main" id="{B825741A-6F03-8F06-48F6-5550F6E1641A}"/>
              </a:ext>
            </a:extLst>
          </p:cNvPr>
          <p:cNvCxnSpPr>
            <a:cxnSpLocks/>
            <a:endCxn id="56" idx="1"/>
          </p:cNvCxnSpPr>
          <p:nvPr/>
        </p:nvCxnSpPr>
        <p:spPr>
          <a:xfrm flipV="1">
            <a:off x="1861173" y="1577120"/>
            <a:ext cx="238192" cy="1300473"/>
          </a:xfrm>
          <a:prstGeom prst="bentConnector3">
            <a:avLst>
              <a:gd name="adj1" fmla="val 50000"/>
            </a:avLst>
          </a:prstGeom>
          <a:ln w="127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직선 화살표 연결선 95">
            <a:extLst>
              <a:ext uri="{FF2B5EF4-FFF2-40B4-BE49-F238E27FC236}">
                <a16:creationId xmlns:a16="http://schemas.microsoft.com/office/drawing/2014/main" id="{9550CE62-AB2E-16DB-B5DA-3FD740EA2919}"/>
              </a:ext>
            </a:extLst>
          </p:cNvPr>
          <p:cNvCxnSpPr>
            <a:cxnSpLocks/>
            <a:stCxn id="56" idx="2"/>
            <a:endCxn id="44" idx="0"/>
          </p:cNvCxnSpPr>
          <p:nvPr/>
        </p:nvCxnSpPr>
        <p:spPr>
          <a:xfrm flipH="1">
            <a:off x="2595712" y="1790940"/>
            <a:ext cx="7941" cy="381703"/>
          </a:xfrm>
          <a:prstGeom prst="straightConnector1">
            <a:avLst/>
          </a:prstGeom>
          <a:ln w="127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꺾인 연결선[E] 102">
            <a:extLst>
              <a:ext uri="{FF2B5EF4-FFF2-40B4-BE49-F238E27FC236}">
                <a16:creationId xmlns:a16="http://schemas.microsoft.com/office/drawing/2014/main" id="{B4E2176D-2315-A732-9849-D5E6BE316431}"/>
              </a:ext>
            </a:extLst>
          </p:cNvPr>
          <p:cNvCxnSpPr>
            <a:cxnSpLocks/>
            <a:stCxn id="47" idx="2"/>
            <a:endCxn id="9" idx="0"/>
          </p:cNvCxnSpPr>
          <p:nvPr/>
        </p:nvCxnSpPr>
        <p:spPr>
          <a:xfrm rot="16200000" flipH="1">
            <a:off x="2471766" y="3180429"/>
            <a:ext cx="605292" cy="185545"/>
          </a:xfrm>
          <a:prstGeom prst="bentConnector3">
            <a:avLst>
              <a:gd name="adj1" fmla="val 50000"/>
            </a:avLst>
          </a:prstGeom>
          <a:ln w="127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꺾인 연결선[E] 105">
            <a:extLst>
              <a:ext uri="{FF2B5EF4-FFF2-40B4-BE49-F238E27FC236}">
                <a16:creationId xmlns:a16="http://schemas.microsoft.com/office/drawing/2014/main" id="{4CE0E5C6-9C0A-1916-BF71-A02E94E308B1}"/>
              </a:ext>
            </a:extLst>
          </p:cNvPr>
          <p:cNvCxnSpPr>
            <a:cxnSpLocks/>
            <a:stCxn id="52" idx="2"/>
            <a:endCxn id="33" idx="0"/>
          </p:cNvCxnSpPr>
          <p:nvPr/>
        </p:nvCxnSpPr>
        <p:spPr>
          <a:xfrm rot="5400000">
            <a:off x="4130719" y="2619097"/>
            <a:ext cx="171287" cy="2698353"/>
          </a:xfrm>
          <a:prstGeom prst="bentConnector3">
            <a:avLst>
              <a:gd name="adj1" fmla="val 38395"/>
            </a:avLst>
          </a:prstGeom>
          <a:ln w="127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3" name="모서리가 둥근 직사각형 122">
            <a:extLst>
              <a:ext uri="{FF2B5EF4-FFF2-40B4-BE49-F238E27FC236}">
                <a16:creationId xmlns:a16="http://schemas.microsoft.com/office/drawing/2014/main" id="{7BB84D37-6783-F4E9-229C-317C7E00895C}"/>
              </a:ext>
            </a:extLst>
          </p:cNvPr>
          <p:cNvSpPr/>
          <p:nvPr/>
        </p:nvSpPr>
        <p:spPr>
          <a:xfrm>
            <a:off x="8016787" y="4269080"/>
            <a:ext cx="970252" cy="427639"/>
          </a:xfrm>
          <a:prstGeom prst="roundRect">
            <a:avLst>
              <a:gd name="adj" fmla="val 12191"/>
            </a:avLst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Upstream</a:t>
            </a:r>
          </a:p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(Server)</a:t>
            </a:r>
            <a:endParaRPr kumimoji="1" lang="ko-KR" altLang="en-US" sz="800">
              <a:solidFill>
                <a:schemeClr val="tx1"/>
              </a:solidFill>
            </a:endParaRPr>
          </a:p>
        </p:txBody>
      </p:sp>
      <p:sp>
        <p:nvSpPr>
          <p:cNvPr id="125" name="모서리가 둥근 직사각형 124">
            <a:extLst>
              <a:ext uri="{FF2B5EF4-FFF2-40B4-BE49-F238E27FC236}">
                <a16:creationId xmlns:a16="http://schemas.microsoft.com/office/drawing/2014/main" id="{F2D37228-2254-8F71-B766-AFFE61EE79F6}"/>
              </a:ext>
            </a:extLst>
          </p:cNvPr>
          <p:cNvSpPr/>
          <p:nvPr/>
        </p:nvSpPr>
        <p:spPr>
          <a:xfrm>
            <a:off x="6584598" y="1981200"/>
            <a:ext cx="1171499" cy="2131469"/>
          </a:xfrm>
          <a:prstGeom prst="roundRect">
            <a:avLst>
              <a:gd name="adj" fmla="val 6920"/>
            </a:avLst>
          </a:prstGeom>
          <a:solidFill>
            <a:schemeClr val="bg1"/>
          </a:solidFill>
          <a:ln w="12700"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kumimoji="1" lang="en-US" altLang="ko-KR" sz="800" b="1" u="sng">
                <a:solidFill>
                  <a:schemeClr val="tx1"/>
                </a:solidFill>
              </a:rPr>
              <a:t>Per Upstream Request/Stream</a:t>
            </a:r>
            <a:r>
              <a:rPr kumimoji="1" lang="en-US" altLang="ko-KR" sz="800">
                <a:solidFill>
                  <a:schemeClr val="tx1"/>
                </a:solidFill>
              </a:rPr>
              <a:t> Instances</a:t>
            </a:r>
            <a:endParaRPr kumimoji="1" lang="ko-KR" altLang="en-US" sz="800">
              <a:solidFill>
                <a:schemeClr val="tx1"/>
              </a:solidFill>
            </a:endParaRPr>
          </a:p>
        </p:txBody>
      </p:sp>
      <p:sp>
        <p:nvSpPr>
          <p:cNvPr id="126" name="모서리가 둥근 직사각형 125">
            <a:extLst>
              <a:ext uri="{FF2B5EF4-FFF2-40B4-BE49-F238E27FC236}">
                <a16:creationId xmlns:a16="http://schemas.microsoft.com/office/drawing/2014/main" id="{EBBD1C17-FA61-B07B-D9B3-31BC35490C78}"/>
              </a:ext>
            </a:extLst>
          </p:cNvPr>
          <p:cNvSpPr/>
          <p:nvPr/>
        </p:nvSpPr>
        <p:spPr>
          <a:xfrm>
            <a:off x="6679601" y="2458719"/>
            <a:ext cx="995752" cy="1572693"/>
          </a:xfrm>
          <a:prstGeom prst="roundRect">
            <a:avLst>
              <a:gd name="adj" fmla="val 5954"/>
            </a:avLst>
          </a:prstGeom>
          <a:solidFill>
            <a:schemeClr val="bg2"/>
          </a:solidFill>
          <a:ln w="12700"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Upstream HTTP Filters</a:t>
            </a:r>
            <a:endParaRPr kumimoji="1" lang="ko-KR" altLang="en-US" sz="800">
              <a:solidFill>
                <a:schemeClr val="tx1"/>
              </a:solidFill>
            </a:endParaRPr>
          </a:p>
        </p:txBody>
      </p:sp>
      <p:sp>
        <p:nvSpPr>
          <p:cNvPr id="127" name="모서리가 둥근 직사각형 126">
            <a:extLst>
              <a:ext uri="{FF2B5EF4-FFF2-40B4-BE49-F238E27FC236}">
                <a16:creationId xmlns:a16="http://schemas.microsoft.com/office/drawing/2014/main" id="{4F4BE9CD-3762-709B-EEBC-F7BB268573E8}"/>
              </a:ext>
            </a:extLst>
          </p:cNvPr>
          <p:cNvSpPr/>
          <p:nvPr/>
        </p:nvSpPr>
        <p:spPr>
          <a:xfrm>
            <a:off x="6781188" y="2806819"/>
            <a:ext cx="801642" cy="306783"/>
          </a:xfrm>
          <a:prstGeom prst="roundRect">
            <a:avLst>
              <a:gd name="adj" fmla="val 19601"/>
            </a:avLst>
          </a:prstGeom>
          <a:solidFill>
            <a:schemeClr val="bg1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Header Mutation</a:t>
            </a:r>
            <a:endParaRPr kumimoji="1" lang="ko-KR" altLang="en-US" sz="800">
              <a:solidFill>
                <a:schemeClr val="tx1"/>
              </a:solidFill>
            </a:endParaRPr>
          </a:p>
        </p:txBody>
      </p:sp>
      <p:sp>
        <p:nvSpPr>
          <p:cNvPr id="128" name="모서리가 둥근 직사각형 127">
            <a:extLst>
              <a:ext uri="{FF2B5EF4-FFF2-40B4-BE49-F238E27FC236}">
                <a16:creationId xmlns:a16="http://schemas.microsoft.com/office/drawing/2014/main" id="{3453674D-5819-390A-10EB-8F0BF4C7F7DF}"/>
              </a:ext>
            </a:extLst>
          </p:cNvPr>
          <p:cNvSpPr/>
          <p:nvPr/>
        </p:nvSpPr>
        <p:spPr>
          <a:xfrm>
            <a:off x="6781188" y="3630846"/>
            <a:ext cx="801642" cy="306783"/>
          </a:xfrm>
          <a:prstGeom prst="roundRect">
            <a:avLst>
              <a:gd name="adj" fmla="val 19601"/>
            </a:avLst>
          </a:prstGeom>
          <a:solidFill>
            <a:schemeClr val="bg1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Upstream Code Filter</a:t>
            </a:r>
            <a:endParaRPr kumimoji="1" lang="ko-KR" altLang="en-US" sz="800">
              <a:solidFill>
                <a:schemeClr val="tx1"/>
              </a:solidFill>
            </a:endParaRPr>
          </a:p>
        </p:txBody>
      </p:sp>
      <p:sp>
        <p:nvSpPr>
          <p:cNvPr id="133" name="타원 132">
            <a:extLst>
              <a:ext uri="{FF2B5EF4-FFF2-40B4-BE49-F238E27FC236}">
                <a16:creationId xmlns:a16="http://schemas.microsoft.com/office/drawing/2014/main" id="{C821057E-9D52-20DA-618F-1D51A126AE58}"/>
              </a:ext>
            </a:extLst>
          </p:cNvPr>
          <p:cNvSpPr/>
          <p:nvPr/>
        </p:nvSpPr>
        <p:spPr>
          <a:xfrm flipH="1" flipV="1">
            <a:off x="7020337" y="3464251"/>
            <a:ext cx="51681" cy="45719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134" name="타원 133">
            <a:extLst>
              <a:ext uri="{FF2B5EF4-FFF2-40B4-BE49-F238E27FC236}">
                <a16:creationId xmlns:a16="http://schemas.microsoft.com/office/drawing/2014/main" id="{29C75844-0A20-41CC-20E9-D92583A99346}"/>
              </a:ext>
            </a:extLst>
          </p:cNvPr>
          <p:cNvSpPr/>
          <p:nvPr/>
        </p:nvSpPr>
        <p:spPr>
          <a:xfrm flipH="1" flipV="1">
            <a:off x="7020336" y="3360649"/>
            <a:ext cx="51681" cy="45719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135" name="타원 134">
            <a:extLst>
              <a:ext uri="{FF2B5EF4-FFF2-40B4-BE49-F238E27FC236}">
                <a16:creationId xmlns:a16="http://schemas.microsoft.com/office/drawing/2014/main" id="{F2EE887F-EE0D-D24E-B2D5-50A595A62D17}"/>
              </a:ext>
            </a:extLst>
          </p:cNvPr>
          <p:cNvSpPr/>
          <p:nvPr/>
        </p:nvSpPr>
        <p:spPr>
          <a:xfrm flipH="1" flipV="1">
            <a:off x="7020338" y="3256533"/>
            <a:ext cx="51681" cy="45719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cxnSp>
        <p:nvCxnSpPr>
          <p:cNvPr id="136" name="직선 화살표 연결선 135">
            <a:extLst>
              <a:ext uri="{FF2B5EF4-FFF2-40B4-BE49-F238E27FC236}">
                <a16:creationId xmlns:a16="http://schemas.microsoft.com/office/drawing/2014/main" id="{9C8F9CFC-A51A-53BB-5976-D673ED6EBDC9}"/>
              </a:ext>
            </a:extLst>
          </p:cNvPr>
          <p:cNvCxnSpPr>
            <a:cxnSpLocks/>
            <a:stCxn id="127" idx="2"/>
            <a:endCxn id="128" idx="0"/>
          </p:cNvCxnSpPr>
          <p:nvPr/>
        </p:nvCxnSpPr>
        <p:spPr>
          <a:xfrm>
            <a:off x="7182009" y="3113602"/>
            <a:ext cx="0" cy="517244"/>
          </a:xfrm>
          <a:prstGeom prst="straightConnector1">
            <a:avLst/>
          </a:prstGeom>
          <a:ln w="127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2" name="꺾인 연결선[E] 141">
            <a:extLst>
              <a:ext uri="{FF2B5EF4-FFF2-40B4-BE49-F238E27FC236}">
                <a16:creationId xmlns:a16="http://schemas.microsoft.com/office/drawing/2014/main" id="{616C38D4-3D40-DE90-1C45-F77832E7D946}"/>
              </a:ext>
            </a:extLst>
          </p:cNvPr>
          <p:cNvCxnSpPr>
            <a:cxnSpLocks/>
            <a:stCxn id="29" idx="3"/>
            <a:endCxn id="127" idx="1"/>
          </p:cNvCxnSpPr>
          <p:nvPr/>
        </p:nvCxnSpPr>
        <p:spPr>
          <a:xfrm flipV="1">
            <a:off x="5966359" y="2960211"/>
            <a:ext cx="814829" cy="1253959"/>
          </a:xfrm>
          <a:prstGeom prst="bentConnector3">
            <a:avLst>
              <a:gd name="adj1" fmla="val 63716"/>
            </a:avLst>
          </a:prstGeom>
          <a:ln w="127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9" name="직선 화살표 연결선 148">
            <a:extLst>
              <a:ext uri="{FF2B5EF4-FFF2-40B4-BE49-F238E27FC236}">
                <a16:creationId xmlns:a16="http://schemas.microsoft.com/office/drawing/2014/main" id="{AF7E92C8-256B-F7EA-9B82-700A2683FC60}"/>
              </a:ext>
            </a:extLst>
          </p:cNvPr>
          <p:cNvCxnSpPr>
            <a:cxnSpLocks/>
            <a:stCxn id="128" idx="2"/>
            <a:endCxn id="64" idx="0"/>
          </p:cNvCxnSpPr>
          <p:nvPr/>
        </p:nvCxnSpPr>
        <p:spPr>
          <a:xfrm flipH="1">
            <a:off x="7177477" y="3937629"/>
            <a:ext cx="4532" cy="334424"/>
          </a:xfrm>
          <a:prstGeom prst="straightConnector1">
            <a:avLst/>
          </a:prstGeom>
          <a:ln w="127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5" name="직선 화살표 연결선 154">
            <a:extLst>
              <a:ext uri="{FF2B5EF4-FFF2-40B4-BE49-F238E27FC236}">
                <a16:creationId xmlns:a16="http://schemas.microsoft.com/office/drawing/2014/main" id="{B4449335-5004-4B97-41E9-3E5CA1739620}"/>
              </a:ext>
            </a:extLst>
          </p:cNvPr>
          <p:cNvCxnSpPr>
            <a:cxnSpLocks/>
            <a:stCxn id="64" idx="3"/>
            <a:endCxn id="123" idx="1"/>
          </p:cNvCxnSpPr>
          <p:nvPr/>
        </p:nvCxnSpPr>
        <p:spPr>
          <a:xfrm flipV="1">
            <a:off x="7675353" y="4482900"/>
            <a:ext cx="341434" cy="2973"/>
          </a:xfrm>
          <a:prstGeom prst="straightConnector1">
            <a:avLst/>
          </a:prstGeom>
          <a:ln w="127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6879364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7C51B9-F8E4-8646-9C52-788812BF3D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모서리가 둥근 직사각형 1">
            <a:extLst>
              <a:ext uri="{FF2B5EF4-FFF2-40B4-BE49-F238E27FC236}">
                <a16:creationId xmlns:a16="http://schemas.microsoft.com/office/drawing/2014/main" id="{A4EA3D9D-2B9E-6663-B962-09876D2047B9}"/>
              </a:ext>
            </a:extLst>
          </p:cNvPr>
          <p:cNvSpPr/>
          <p:nvPr/>
        </p:nvSpPr>
        <p:spPr>
          <a:xfrm>
            <a:off x="1983" y="2665239"/>
            <a:ext cx="970252" cy="427639"/>
          </a:xfrm>
          <a:prstGeom prst="roundRect">
            <a:avLst>
              <a:gd name="adj" fmla="val 12191"/>
            </a:avLst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Downstream</a:t>
            </a:r>
          </a:p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(Client)</a:t>
            </a:r>
            <a:endParaRPr kumimoji="1" lang="ko-KR" altLang="en-US" sz="800">
              <a:solidFill>
                <a:schemeClr val="tx1"/>
              </a:solidFill>
            </a:endParaRPr>
          </a:p>
        </p:txBody>
      </p:sp>
      <p:sp>
        <p:nvSpPr>
          <p:cNvPr id="4" name="모서리가 둥근 직사각형 3">
            <a:extLst>
              <a:ext uri="{FF2B5EF4-FFF2-40B4-BE49-F238E27FC236}">
                <a16:creationId xmlns:a16="http://schemas.microsoft.com/office/drawing/2014/main" id="{C81AC8F6-C1E7-7B89-F547-E30F64981431}"/>
              </a:ext>
            </a:extLst>
          </p:cNvPr>
          <p:cNvSpPr/>
          <p:nvPr/>
        </p:nvSpPr>
        <p:spPr>
          <a:xfrm>
            <a:off x="933312" y="376238"/>
            <a:ext cx="7200769" cy="4470081"/>
          </a:xfrm>
          <a:prstGeom prst="roundRect">
            <a:avLst>
              <a:gd name="adj" fmla="val 3683"/>
            </a:avLst>
          </a:prstGeom>
          <a:solidFill>
            <a:schemeClr val="bg1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r>
              <a:rPr kumimoji="1" lang="en-US" altLang="ko-KR" sz="900" b="1">
                <a:solidFill>
                  <a:schemeClr val="tx1"/>
                </a:solidFill>
              </a:rPr>
              <a:t>Worker Thread</a:t>
            </a:r>
            <a:endParaRPr kumimoji="1" lang="ko-KR" altLang="en-US" sz="900" b="1">
              <a:solidFill>
                <a:schemeClr val="tx1"/>
              </a:solidFill>
            </a:endParaRPr>
          </a:p>
        </p:txBody>
      </p:sp>
      <p:sp>
        <p:nvSpPr>
          <p:cNvPr id="5" name="모서리가 둥근 직사각형 4">
            <a:extLst>
              <a:ext uri="{FF2B5EF4-FFF2-40B4-BE49-F238E27FC236}">
                <a16:creationId xmlns:a16="http://schemas.microsoft.com/office/drawing/2014/main" id="{27F5BD10-9D1E-83D5-C345-D5592FE216CE}"/>
              </a:ext>
            </a:extLst>
          </p:cNvPr>
          <p:cNvSpPr/>
          <p:nvPr/>
        </p:nvSpPr>
        <p:spPr>
          <a:xfrm>
            <a:off x="1258854" y="1986103"/>
            <a:ext cx="1052864" cy="306783"/>
          </a:xfrm>
          <a:prstGeom prst="roundRect">
            <a:avLst>
              <a:gd name="adj" fmla="val 12191"/>
            </a:avLst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Listener</a:t>
            </a:r>
          </a:p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(accept())</a:t>
            </a:r>
            <a:endParaRPr kumimoji="1" lang="ko-KR" altLang="en-US" sz="800">
              <a:solidFill>
                <a:schemeClr val="tx1"/>
              </a:solidFill>
            </a:endParaRPr>
          </a:p>
        </p:txBody>
      </p:sp>
      <p:sp>
        <p:nvSpPr>
          <p:cNvPr id="6" name="모서리가 둥근 직사각형 5">
            <a:extLst>
              <a:ext uri="{FF2B5EF4-FFF2-40B4-BE49-F238E27FC236}">
                <a16:creationId xmlns:a16="http://schemas.microsoft.com/office/drawing/2014/main" id="{82E1A2C7-EBA5-0481-D56A-34AE5ADB1D8D}"/>
              </a:ext>
            </a:extLst>
          </p:cNvPr>
          <p:cNvSpPr/>
          <p:nvPr/>
        </p:nvSpPr>
        <p:spPr>
          <a:xfrm>
            <a:off x="1188610" y="2663773"/>
            <a:ext cx="1052864" cy="427640"/>
          </a:xfrm>
          <a:prstGeom prst="roundRect">
            <a:avLst>
              <a:gd name="adj" fmla="val 14972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800" b="1">
                <a:solidFill>
                  <a:schemeClr val="tx1"/>
                </a:solidFill>
              </a:rPr>
              <a:t>Dispatcher</a:t>
            </a:r>
          </a:p>
        </p:txBody>
      </p:sp>
      <p:cxnSp>
        <p:nvCxnSpPr>
          <p:cNvPr id="8" name="직선 화살표 연결선 7">
            <a:extLst>
              <a:ext uri="{FF2B5EF4-FFF2-40B4-BE49-F238E27FC236}">
                <a16:creationId xmlns:a16="http://schemas.microsoft.com/office/drawing/2014/main" id="{3F456E8F-56BB-1D5F-C226-E0650636B0CB}"/>
              </a:ext>
            </a:extLst>
          </p:cNvPr>
          <p:cNvCxnSpPr>
            <a:cxnSpLocks/>
          </p:cNvCxnSpPr>
          <p:nvPr/>
        </p:nvCxnSpPr>
        <p:spPr>
          <a:xfrm>
            <a:off x="716938" y="2714087"/>
            <a:ext cx="541916" cy="0"/>
          </a:xfrm>
          <a:prstGeom prst="straightConnector1">
            <a:avLst/>
          </a:prstGeom>
          <a:ln w="127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직선 화살표 연결선 15">
            <a:extLst>
              <a:ext uri="{FF2B5EF4-FFF2-40B4-BE49-F238E27FC236}">
                <a16:creationId xmlns:a16="http://schemas.microsoft.com/office/drawing/2014/main" id="{5F44174E-CB85-E6E2-AD98-EE313012CFB8}"/>
              </a:ext>
            </a:extLst>
          </p:cNvPr>
          <p:cNvCxnSpPr>
            <a:cxnSpLocks/>
          </p:cNvCxnSpPr>
          <p:nvPr/>
        </p:nvCxnSpPr>
        <p:spPr>
          <a:xfrm flipV="1">
            <a:off x="1713278" y="2292886"/>
            <a:ext cx="0" cy="370887"/>
          </a:xfrm>
          <a:prstGeom prst="straightConnector1">
            <a:avLst/>
          </a:prstGeom>
          <a:ln w="127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직선 화살표 연결선 22">
            <a:extLst>
              <a:ext uri="{FF2B5EF4-FFF2-40B4-BE49-F238E27FC236}">
                <a16:creationId xmlns:a16="http://schemas.microsoft.com/office/drawing/2014/main" id="{D6E50325-778E-387D-9DAD-8BF49DCB87AF}"/>
              </a:ext>
            </a:extLst>
          </p:cNvPr>
          <p:cNvCxnSpPr>
            <a:cxnSpLocks/>
          </p:cNvCxnSpPr>
          <p:nvPr/>
        </p:nvCxnSpPr>
        <p:spPr>
          <a:xfrm flipH="1">
            <a:off x="716938" y="2805585"/>
            <a:ext cx="541916" cy="1466"/>
          </a:xfrm>
          <a:prstGeom prst="straightConnector1">
            <a:avLst/>
          </a:prstGeom>
          <a:ln w="127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모서리가 둥근 직사각형 29">
            <a:extLst>
              <a:ext uri="{FF2B5EF4-FFF2-40B4-BE49-F238E27FC236}">
                <a16:creationId xmlns:a16="http://schemas.microsoft.com/office/drawing/2014/main" id="{3915DCE6-CB82-A418-CC1D-BCFE6DE9196A}"/>
              </a:ext>
            </a:extLst>
          </p:cNvPr>
          <p:cNvSpPr/>
          <p:nvPr/>
        </p:nvSpPr>
        <p:spPr>
          <a:xfrm>
            <a:off x="7583027" y="-524594"/>
            <a:ext cx="1052864" cy="306783"/>
          </a:xfrm>
          <a:prstGeom prst="roundRect">
            <a:avLst>
              <a:gd name="adj" fmla="val 12191"/>
            </a:avLst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Filter Chain Manager</a:t>
            </a:r>
            <a:endParaRPr kumimoji="1" lang="ko-KR" altLang="en-US" sz="800">
              <a:solidFill>
                <a:schemeClr val="tx1"/>
              </a:solidFill>
            </a:endParaRPr>
          </a:p>
        </p:txBody>
      </p:sp>
      <p:cxnSp>
        <p:nvCxnSpPr>
          <p:cNvPr id="31" name="직선 화살표 연결선 30">
            <a:extLst>
              <a:ext uri="{FF2B5EF4-FFF2-40B4-BE49-F238E27FC236}">
                <a16:creationId xmlns:a16="http://schemas.microsoft.com/office/drawing/2014/main" id="{9AA0E539-80EF-C532-F1A4-52BEC09E7083}"/>
              </a:ext>
            </a:extLst>
          </p:cNvPr>
          <p:cNvCxnSpPr>
            <a:cxnSpLocks/>
          </p:cNvCxnSpPr>
          <p:nvPr/>
        </p:nvCxnSpPr>
        <p:spPr>
          <a:xfrm>
            <a:off x="1834918" y="2292886"/>
            <a:ext cx="0" cy="370887"/>
          </a:xfrm>
          <a:prstGeom prst="straightConnector1">
            <a:avLst/>
          </a:prstGeom>
          <a:ln w="127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모서리가 둥근 직사각형 36">
            <a:extLst>
              <a:ext uri="{FF2B5EF4-FFF2-40B4-BE49-F238E27FC236}">
                <a16:creationId xmlns:a16="http://schemas.microsoft.com/office/drawing/2014/main" id="{9A732068-FD91-FD4B-25D6-3DC7E10021AA}"/>
              </a:ext>
            </a:extLst>
          </p:cNvPr>
          <p:cNvSpPr/>
          <p:nvPr/>
        </p:nvSpPr>
        <p:spPr>
          <a:xfrm>
            <a:off x="2394363" y="462930"/>
            <a:ext cx="4378494" cy="4304331"/>
          </a:xfrm>
          <a:prstGeom prst="roundRect">
            <a:avLst>
              <a:gd name="adj" fmla="val 1832"/>
            </a:avLst>
          </a:prstGeom>
          <a:solidFill>
            <a:schemeClr val="bg1"/>
          </a:solidFill>
          <a:ln w="12700"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kumimoji="1" lang="en-US" altLang="ko-KR" sz="900" b="1" u="sng">
                <a:solidFill>
                  <a:schemeClr val="tx1"/>
                </a:solidFill>
              </a:rPr>
              <a:t>Per Downstream Connection</a:t>
            </a:r>
            <a:r>
              <a:rPr kumimoji="1" lang="en-US" altLang="ko-KR" sz="900">
                <a:solidFill>
                  <a:schemeClr val="tx1"/>
                </a:solidFill>
              </a:rPr>
              <a:t> Instances</a:t>
            </a:r>
            <a:endParaRPr kumimoji="1" lang="ko-KR" altLang="en-US" sz="900">
              <a:solidFill>
                <a:schemeClr val="tx1"/>
              </a:solidFill>
            </a:endParaRPr>
          </a:p>
        </p:txBody>
      </p:sp>
      <p:sp>
        <p:nvSpPr>
          <p:cNvPr id="7" name="모서리가 둥근 직사각형 6">
            <a:extLst>
              <a:ext uri="{FF2B5EF4-FFF2-40B4-BE49-F238E27FC236}">
                <a16:creationId xmlns:a16="http://schemas.microsoft.com/office/drawing/2014/main" id="{B426F5EB-2E8D-E519-0BEF-A5BA5016E346}"/>
              </a:ext>
            </a:extLst>
          </p:cNvPr>
          <p:cNvSpPr/>
          <p:nvPr/>
        </p:nvSpPr>
        <p:spPr>
          <a:xfrm>
            <a:off x="3558063" y="1148273"/>
            <a:ext cx="3135890" cy="639298"/>
          </a:xfrm>
          <a:prstGeom prst="roundRect">
            <a:avLst>
              <a:gd name="adj" fmla="val 11036"/>
            </a:avLst>
          </a:prstGeom>
          <a:solidFill>
            <a:schemeClr val="bg2"/>
          </a:solidFill>
          <a:ln w="12700"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kumimoji="1" lang="en-US" altLang="ko-KR" sz="900">
                <a:solidFill>
                  <a:schemeClr val="tx1"/>
                </a:solidFill>
              </a:rPr>
              <a:t>Listener Filters</a:t>
            </a:r>
            <a:endParaRPr kumimoji="1" lang="ko-KR" altLang="en-US" sz="900">
              <a:solidFill>
                <a:schemeClr val="tx1"/>
              </a:solidFill>
            </a:endParaRPr>
          </a:p>
        </p:txBody>
      </p:sp>
      <p:sp>
        <p:nvSpPr>
          <p:cNvPr id="41" name="모서리가 둥근 직사각형 40">
            <a:extLst>
              <a:ext uri="{FF2B5EF4-FFF2-40B4-BE49-F238E27FC236}">
                <a16:creationId xmlns:a16="http://schemas.microsoft.com/office/drawing/2014/main" id="{2BA43189-54AB-0A6B-0EBC-25305500C836}"/>
              </a:ext>
            </a:extLst>
          </p:cNvPr>
          <p:cNvSpPr/>
          <p:nvPr/>
        </p:nvSpPr>
        <p:spPr>
          <a:xfrm>
            <a:off x="2483711" y="1888406"/>
            <a:ext cx="4210242" cy="2808313"/>
          </a:xfrm>
          <a:prstGeom prst="roundRect">
            <a:avLst>
              <a:gd name="adj" fmla="val 2818"/>
            </a:avLst>
          </a:prstGeom>
          <a:solidFill>
            <a:schemeClr val="bg2"/>
          </a:solidFill>
          <a:ln w="12700"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kumimoji="1" lang="en-US" altLang="ko-KR" sz="900">
                <a:solidFill>
                  <a:schemeClr val="tx1"/>
                </a:solidFill>
              </a:rPr>
              <a:t>Network Filters</a:t>
            </a:r>
            <a:endParaRPr kumimoji="1" lang="ko-KR" altLang="en-US" sz="900">
              <a:solidFill>
                <a:schemeClr val="tx1"/>
              </a:solidFill>
            </a:endParaRPr>
          </a:p>
        </p:txBody>
      </p:sp>
      <p:sp>
        <p:nvSpPr>
          <p:cNvPr id="42" name="모서리가 둥근 직사각형 41">
            <a:extLst>
              <a:ext uri="{FF2B5EF4-FFF2-40B4-BE49-F238E27FC236}">
                <a16:creationId xmlns:a16="http://schemas.microsoft.com/office/drawing/2014/main" id="{7AD3C6C5-B120-2BBB-F392-5E17D23592FA}"/>
              </a:ext>
            </a:extLst>
          </p:cNvPr>
          <p:cNvSpPr/>
          <p:nvPr/>
        </p:nvSpPr>
        <p:spPr>
          <a:xfrm>
            <a:off x="2571080" y="2576891"/>
            <a:ext cx="4037654" cy="2042715"/>
          </a:xfrm>
          <a:prstGeom prst="roundRect">
            <a:avLst>
              <a:gd name="adj" fmla="val 5488"/>
            </a:avLst>
          </a:prstGeom>
          <a:solidFill>
            <a:schemeClr val="bg1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r"/>
            <a:r>
              <a:rPr kumimoji="1" lang="en-US" altLang="ko-KR" sz="800">
                <a:solidFill>
                  <a:schemeClr val="tx1"/>
                </a:solidFill>
              </a:rPr>
              <a:t>HCM (HTTP Connection Manager) </a:t>
            </a:r>
          </a:p>
          <a:p>
            <a:pPr algn="r"/>
            <a:r>
              <a:rPr kumimoji="1" lang="en-US" altLang="ko-KR" sz="800">
                <a:solidFill>
                  <a:schemeClr val="tx1"/>
                </a:solidFill>
              </a:rPr>
              <a:t>/ Terminator Filter</a:t>
            </a:r>
            <a:endParaRPr kumimoji="1" lang="ko-KR" altLang="en-US" sz="800">
              <a:solidFill>
                <a:schemeClr val="tx1"/>
              </a:solidFill>
            </a:endParaRPr>
          </a:p>
        </p:txBody>
      </p:sp>
      <p:sp>
        <p:nvSpPr>
          <p:cNvPr id="43" name="모서리가 둥근 직사각형 42">
            <a:extLst>
              <a:ext uri="{FF2B5EF4-FFF2-40B4-BE49-F238E27FC236}">
                <a16:creationId xmlns:a16="http://schemas.microsoft.com/office/drawing/2014/main" id="{797C93D0-ECC3-1418-5491-92D3EDB14133}"/>
              </a:ext>
            </a:extLst>
          </p:cNvPr>
          <p:cNvSpPr/>
          <p:nvPr/>
        </p:nvSpPr>
        <p:spPr>
          <a:xfrm>
            <a:off x="3737735" y="2172644"/>
            <a:ext cx="801642" cy="306783"/>
          </a:xfrm>
          <a:prstGeom prst="roundRect">
            <a:avLst>
              <a:gd name="adj" fmla="val 19601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RBAC (L4)</a:t>
            </a:r>
            <a:endParaRPr kumimoji="1" lang="ko-KR" altLang="en-US" sz="800">
              <a:solidFill>
                <a:schemeClr val="tx1"/>
              </a:solidFill>
            </a:endParaRPr>
          </a:p>
        </p:txBody>
      </p:sp>
      <p:sp>
        <p:nvSpPr>
          <p:cNvPr id="44" name="모서리가 둥근 직사각형 43">
            <a:extLst>
              <a:ext uri="{FF2B5EF4-FFF2-40B4-BE49-F238E27FC236}">
                <a16:creationId xmlns:a16="http://schemas.microsoft.com/office/drawing/2014/main" id="{DF61387D-24E7-6A54-9E02-028D52E39DF5}"/>
              </a:ext>
            </a:extLst>
          </p:cNvPr>
          <p:cNvSpPr/>
          <p:nvPr/>
        </p:nvSpPr>
        <p:spPr>
          <a:xfrm>
            <a:off x="2575192" y="2172643"/>
            <a:ext cx="801642" cy="306783"/>
          </a:xfrm>
          <a:prstGeom prst="roundRect">
            <a:avLst>
              <a:gd name="adj" fmla="val 19601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Connection</a:t>
            </a:r>
          </a:p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Limit</a:t>
            </a:r>
            <a:endParaRPr kumimoji="1" lang="ko-KR" altLang="en-US" sz="800">
              <a:solidFill>
                <a:schemeClr val="tx1"/>
              </a:solidFill>
            </a:endParaRPr>
          </a:p>
        </p:txBody>
      </p:sp>
      <p:sp>
        <p:nvSpPr>
          <p:cNvPr id="45" name="모서리가 둥근 직사각형 44">
            <a:extLst>
              <a:ext uri="{FF2B5EF4-FFF2-40B4-BE49-F238E27FC236}">
                <a16:creationId xmlns:a16="http://schemas.microsoft.com/office/drawing/2014/main" id="{31A045E7-205F-D851-524C-24615C6FDFCB}"/>
              </a:ext>
            </a:extLst>
          </p:cNvPr>
          <p:cNvSpPr/>
          <p:nvPr/>
        </p:nvSpPr>
        <p:spPr>
          <a:xfrm>
            <a:off x="5694140" y="2172642"/>
            <a:ext cx="801642" cy="306783"/>
          </a:xfrm>
          <a:prstGeom prst="roundRect">
            <a:avLst>
              <a:gd name="adj" fmla="val 19601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Local Rate Limit (L4)</a:t>
            </a:r>
            <a:endParaRPr kumimoji="1" lang="ko-KR" altLang="en-US" sz="800">
              <a:solidFill>
                <a:schemeClr val="tx1"/>
              </a:solidFill>
            </a:endParaRPr>
          </a:p>
        </p:txBody>
      </p:sp>
      <p:sp>
        <p:nvSpPr>
          <p:cNvPr id="34" name="모서리가 둥근 직사각형 33">
            <a:extLst>
              <a:ext uri="{FF2B5EF4-FFF2-40B4-BE49-F238E27FC236}">
                <a16:creationId xmlns:a16="http://schemas.microsoft.com/office/drawing/2014/main" id="{4C06355E-0C30-44B8-F1A3-79AA2F05468F}"/>
              </a:ext>
            </a:extLst>
          </p:cNvPr>
          <p:cNvSpPr/>
          <p:nvPr/>
        </p:nvSpPr>
        <p:spPr>
          <a:xfrm>
            <a:off x="5804208" y="1400875"/>
            <a:ext cx="801642" cy="306783"/>
          </a:xfrm>
          <a:prstGeom prst="roundRect">
            <a:avLst>
              <a:gd name="adj" fmla="val 19601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TLS Inspector</a:t>
            </a:r>
            <a:endParaRPr kumimoji="1" lang="ko-KR" altLang="en-US" sz="800">
              <a:solidFill>
                <a:schemeClr val="tx1"/>
              </a:solidFill>
            </a:endParaRPr>
          </a:p>
        </p:txBody>
      </p:sp>
      <p:sp>
        <p:nvSpPr>
          <p:cNvPr id="35" name="모서리가 둥근 직사각형 34">
            <a:extLst>
              <a:ext uri="{FF2B5EF4-FFF2-40B4-BE49-F238E27FC236}">
                <a16:creationId xmlns:a16="http://schemas.microsoft.com/office/drawing/2014/main" id="{1D86A880-1281-85FE-349F-972E04169535}"/>
              </a:ext>
            </a:extLst>
          </p:cNvPr>
          <p:cNvSpPr/>
          <p:nvPr/>
        </p:nvSpPr>
        <p:spPr>
          <a:xfrm>
            <a:off x="4821537" y="1402639"/>
            <a:ext cx="801642" cy="306783"/>
          </a:xfrm>
          <a:prstGeom prst="roundRect">
            <a:avLst>
              <a:gd name="adj" fmla="val 19601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Proxy</a:t>
            </a:r>
          </a:p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Protocol</a:t>
            </a:r>
            <a:endParaRPr kumimoji="1" lang="ko-KR" altLang="en-US" sz="800">
              <a:solidFill>
                <a:schemeClr val="tx1"/>
              </a:solidFill>
            </a:endParaRPr>
          </a:p>
        </p:txBody>
      </p:sp>
      <p:sp>
        <p:nvSpPr>
          <p:cNvPr id="36" name="모서리가 둥근 직사각형 35">
            <a:extLst>
              <a:ext uri="{FF2B5EF4-FFF2-40B4-BE49-F238E27FC236}">
                <a16:creationId xmlns:a16="http://schemas.microsoft.com/office/drawing/2014/main" id="{843CA543-4FA3-5BC4-E3C3-AD3AC0A84C2C}"/>
              </a:ext>
            </a:extLst>
          </p:cNvPr>
          <p:cNvSpPr/>
          <p:nvPr/>
        </p:nvSpPr>
        <p:spPr>
          <a:xfrm>
            <a:off x="3644025" y="1402639"/>
            <a:ext cx="801642" cy="306783"/>
          </a:xfrm>
          <a:prstGeom prst="roundRect">
            <a:avLst>
              <a:gd name="adj" fmla="val 19601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Original</a:t>
            </a:r>
          </a:p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Dst</a:t>
            </a:r>
            <a:endParaRPr kumimoji="1" lang="ko-KR" altLang="en-US" sz="800">
              <a:solidFill>
                <a:schemeClr val="tx1"/>
              </a:solidFill>
            </a:endParaRPr>
          </a:p>
        </p:txBody>
      </p:sp>
      <p:sp>
        <p:nvSpPr>
          <p:cNvPr id="47" name="모서리가 둥근 직사각형 46">
            <a:extLst>
              <a:ext uri="{FF2B5EF4-FFF2-40B4-BE49-F238E27FC236}">
                <a16:creationId xmlns:a16="http://schemas.microsoft.com/office/drawing/2014/main" id="{FC7E44E5-1C97-E87D-948E-1715DA723EF0}"/>
              </a:ext>
            </a:extLst>
          </p:cNvPr>
          <p:cNvSpPr/>
          <p:nvPr/>
        </p:nvSpPr>
        <p:spPr>
          <a:xfrm>
            <a:off x="2661120" y="2663773"/>
            <a:ext cx="801642" cy="306783"/>
          </a:xfrm>
          <a:prstGeom prst="roundRect">
            <a:avLst>
              <a:gd name="adj" fmla="val 19601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HTTP Codec</a:t>
            </a:r>
            <a:endParaRPr kumimoji="1" lang="ko-KR" altLang="en-US" sz="800">
              <a:solidFill>
                <a:schemeClr val="tx1"/>
              </a:solidFill>
            </a:endParaRPr>
          </a:p>
        </p:txBody>
      </p:sp>
      <p:sp>
        <p:nvSpPr>
          <p:cNvPr id="38" name="타원 37">
            <a:extLst>
              <a:ext uri="{FF2B5EF4-FFF2-40B4-BE49-F238E27FC236}">
                <a16:creationId xmlns:a16="http://schemas.microsoft.com/office/drawing/2014/main" id="{FD7FE519-9F0F-453C-0148-F1CDC84FD701}"/>
              </a:ext>
            </a:extLst>
          </p:cNvPr>
          <p:cNvSpPr/>
          <p:nvPr/>
        </p:nvSpPr>
        <p:spPr>
          <a:xfrm flipH="1" flipV="1">
            <a:off x="4500636" y="1429246"/>
            <a:ext cx="51681" cy="45719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39" name="타원 38">
            <a:extLst>
              <a:ext uri="{FF2B5EF4-FFF2-40B4-BE49-F238E27FC236}">
                <a16:creationId xmlns:a16="http://schemas.microsoft.com/office/drawing/2014/main" id="{EC2EA552-3451-15F7-EA38-3A5D4E443C18}"/>
              </a:ext>
            </a:extLst>
          </p:cNvPr>
          <p:cNvSpPr/>
          <p:nvPr/>
        </p:nvSpPr>
        <p:spPr>
          <a:xfrm flipH="1" flipV="1">
            <a:off x="4596467" y="1429719"/>
            <a:ext cx="51681" cy="45719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40" name="타원 39">
            <a:extLst>
              <a:ext uri="{FF2B5EF4-FFF2-40B4-BE49-F238E27FC236}">
                <a16:creationId xmlns:a16="http://schemas.microsoft.com/office/drawing/2014/main" id="{A5AFD618-887E-8AF6-9ABF-006F1EB2BE1F}"/>
              </a:ext>
            </a:extLst>
          </p:cNvPr>
          <p:cNvSpPr/>
          <p:nvPr/>
        </p:nvSpPr>
        <p:spPr>
          <a:xfrm flipH="1" flipV="1">
            <a:off x="4692297" y="1429245"/>
            <a:ext cx="51681" cy="45719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50" name="모서리가 둥근 직사각형 49">
            <a:extLst>
              <a:ext uri="{FF2B5EF4-FFF2-40B4-BE49-F238E27FC236}">
                <a16:creationId xmlns:a16="http://schemas.microsoft.com/office/drawing/2014/main" id="{5DDE6E17-5A00-4114-C789-6A332961358D}"/>
              </a:ext>
            </a:extLst>
          </p:cNvPr>
          <p:cNvSpPr/>
          <p:nvPr/>
        </p:nvSpPr>
        <p:spPr>
          <a:xfrm>
            <a:off x="2661119" y="3027846"/>
            <a:ext cx="3865553" cy="1521424"/>
          </a:xfrm>
          <a:prstGeom prst="roundRect">
            <a:avLst>
              <a:gd name="adj" fmla="val 6920"/>
            </a:avLst>
          </a:prstGeom>
          <a:solidFill>
            <a:schemeClr val="bg1"/>
          </a:solidFill>
          <a:ln w="12700"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kumimoji="1" lang="en-US" altLang="ko-KR" sz="800" b="1" u="sng">
                <a:solidFill>
                  <a:schemeClr val="tx1"/>
                </a:solidFill>
              </a:rPr>
              <a:t>Per Downstream Request/Stream</a:t>
            </a:r>
            <a:r>
              <a:rPr kumimoji="1" lang="en-US" altLang="ko-KR" sz="800">
                <a:solidFill>
                  <a:schemeClr val="tx1"/>
                </a:solidFill>
              </a:rPr>
              <a:t> Instances</a:t>
            </a:r>
            <a:endParaRPr kumimoji="1" lang="ko-KR" altLang="en-US" sz="800">
              <a:solidFill>
                <a:schemeClr val="tx1"/>
              </a:solidFill>
            </a:endParaRPr>
          </a:p>
        </p:txBody>
      </p:sp>
      <p:sp>
        <p:nvSpPr>
          <p:cNvPr id="51" name="모서리가 둥근 직사각형 50">
            <a:extLst>
              <a:ext uri="{FF2B5EF4-FFF2-40B4-BE49-F238E27FC236}">
                <a16:creationId xmlns:a16="http://schemas.microsoft.com/office/drawing/2014/main" id="{B39A9A14-FBEE-5DC2-42A2-53A82A422C9D}"/>
              </a:ext>
            </a:extLst>
          </p:cNvPr>
          <p:cNvSpPr/>
          <p:nvPr/>
        </p:nvSpPr>
        <p:spPr>
          <a:xfrm>
            <a:off x="2751158" y="3313452"/>
            <a:ext cx="3687591" cy="1147893"/>
          </a:xfrm>
          <a:prstGeom prst="roundRect">
            <a:avLst>
              <a:gd name="adj" fmla="val 7615"/>
            </a:avLst>
          </a:prstGeom>
          <a:solidFill>
            <a:schemeClr val="bg2"/>
          </a:solidFill>
          <a:ln w="12700"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Downstream HTTP Filters</a:t>
            </a:r>
            <a:endParaRPr kumimoji="1" lang="ko-KR" altLang="en-US" sz="800">
              <a:solidFill>
                <a:schemeClr val="tx1"/>
              </a:solidFill>
            </a:endParaRPr>
          </a:p>
        </p:txBody>
      </p:sp>
      <p:sp>
        <p:nvSpPr>
          <p:cNvPr id="52" name="모서리가 둥근 직사각형 51">
            <a:extLst>
              <a:ext uri="{FF2B5EF4-FFF2-40B4-BE49-F238E27FC236}">
                <a16:creationId xmlns:a16="http://schemas.microsoft.com/office/drawing/2014/main" id="{41B54904-5FA0-D591-2761-F9F3E62C9707}"/>
              </a:ext>
            </a:extLst>
          </p:cNvPr>
          <p:cNvSpPr/>
          <p:nvPr/>
        </p:nvSpPr>
        <p:spPr>
          <a:xfrm>
            <a:off x="5545018" y="3575847"/>
            <a:ext cx="801642" cy="306783"/>
          </a:xfrm>
          <a:prstGeom prst="roundRect">
            <a:avLst>
              <a:gd name="adj" fmla="val 19601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Rate Limit</a:t>
            </a:r>
            <a:endParaRPr kumimoji="1" lang="ko-KR" altLang="en-US" sz="800">
              <a:solidFill>
                <a:schemeClr val="tx1"/>
              </a:solidFill>
            </a:endParaRPr>
          </a:p>
        </p:txBody>
      </p:sp>
      <p:sp>
        <p:nvSpPr>
          <p:cNvPr id="53" name="타원 52">
            <a:extLst>
              <a:ext uri="{FF2B5EF4-FFF2-40B4-BE49-F238E27FC236}">
                <a16:creationId xmlns:a16="http://schemas.microsoft.com/office/drawing/2014/main" id="{D27B0972-D22F-32FF-B9CD-ECD8ECC570E6}"/>
              </a:ext>
            </a:extLst>
          </p:cNvPr>
          <p:cNvSpPr/>
          <p:nvPr/>
        </p:nvSpPr>
        <p:spPr>
          <a:xfrm flipH="1" flipV="1">
            <a:off x="3436561" y="2202255"/>
            <a:ext cx="51681" cy="45719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54" name="타원 53">
            <a:extLst>
              <a:ext uri="{FF2B5EF4-FFF2-40B4-BE49-F238E27FC236}">
                <a16:creationId xmlns:a16="http://schemas.microsoft.com/office/drawing/2014/main" id="{37333D99-BB62-7976-00D1-D322DD42DDFC}"/>
              </a:ext>
            </a:extLst>
          </p:cNvPr>
          <p:cNvSpPr/>
          <p:nvPr/>
        </p:nvSpPr>
        <p:spPr>
          <a:xfrm flipH="1" flipV="1">
            <a:off x="3532392" y="2202728"/>
            <a:ext cx="51681" cy="45719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55" name="타원 54">
            <a:extLst>
              <a:ext uri="{FF2B5EF4-FFF2-40B4-BE49-F238E27FC236}">
                <a16:creationId xmlns:a16="http://schemas.microsoft.com/office/drawing/2014/main" id="{84E5B896-4FBD-8A1C-A1C1-408EF837EAC0}"/>
              </a:ext>
            </a:extLst>
          </p:cNvPr>
          <p:cNvSpPr/>
          <p:nvPr/>
        </p:nvSpPr>
        <p:spPr>
          <a:xfrm flipH="1" flipV="1">
            <a:off x="3628222" y="2202254"/>
            <a:ext cx="51681" cy="45719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56" name="모서리가 둥근 직사각형 55">
            <a:extLst>
              <a:ext uri="{FF2B5EF4-FFF2-40B4-BE49-F238E27FC236}">
                <a16:creationId xmlns:a16="http://schemas.microsoft.com/office/drawing/2014/main" id="{B8403D72-7542-C661-C869-99EEC72003FE}"/>
              </a:ext>
            </a:extLst>
          </p:cNvPr>
          <p:cNvSpPr/>
          <p:nvPr/>
        </p:nvSpPr>
        <p:spPr>
          <a:xfrm>
            <a:off x="2479666" y="1363300"/>
            <a:ext cx="1008576" cy="427640"/>
          </a:xfrm>
          <a:prstGeom prst="roundRect">
            <a:avLst>
              <a:gd name="adj" fmla="val 12191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Downstream Transport Socket</a:t>
            </a:r>
            <a:endParaRPr kumimoji="1" lang="ko-KR" altLang="en-US" sz="800">
              <a:solidFill>
                <a:schemeClr val="tx1"/>
              </a:solidFill>
            </a:endParaRPr>
          </a:p>
        </p:txBody>
      </p:sp>
      <p:sp>
        <p:nvSpPr>
          <p:cNvPr id="9" name="모서리가 둥근 직사각형 8">
            <a:extLst>
              <a:ext uri="{FF2B5EF4-FFF2-40B4-BE49-F238E27FC236}">
                <a16:creationId xmlns:a16="http://schemas.microsoft.com/office/drawing/2014/main" id="{3D10B24A-AD04-FB64-00E4-14A467A8D98E}"/>
              </a:ext>
            </a:extLst>
          </p:cNvPr>
          <p:cNvSpPr/>
          <p:nvPr/>
        </p:nvSpPr>
        <p:spPr>
          <a:xfrm>
            <a:off x="2846665" y="3575848"/>
            <a:ext cx="801642" cy="306783"/>
          </a:xfrm>
          <a:prstGeom prst="roundRect">
            <a:avLst>
              <a:gd name="adj" fmla="val 19601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CORS</a:t>
            </a:r>
            <a:endParaRPr kumimoji="1" lang="ko-KR" altLang="en-US" sz="800">
              <a:solidFill>
                <a:schemeClr val="tx1"/>
              </a:solidFill>
            </a:endParaRPr>
          </a:p>
        </p:txBody>
      </p:sp>
      <p:cxnSp>
        <p:nvCxnSpPr>
          <p:cNvPr id="10" name="직선 화살표 연결선 9">
            <a:extLst>
              <a:ext uri="{FF2B5EF4-FFF2-40B4-BE49-F238E27FC236}">
                <a16:creationId xmlns:a16="http://schemas.microsoft.com/office/drawing/2014/main" id="{CF14E661-C9D7-13E8-9E5D-40988D9B15D1}"/>
              </a:ext>
            </a:extLst>
          </p:cNvPr>
          <p:cNvCxnSpPr>
            <a:cxnSpLocks/>
            <a:stCxn id="44" idx="3"/>
            <a:endCxn id="43" idx="1"/>
          </p:cNvCxnSpPr>
          <p:nvPr/>
        </p:nvCxnSpPr>
        <p:spPr>
          <a:xfrm>
            <a:off x="3376834" y="2326035"/>
            <a:ext cx="360901" cy="1"/>
          </a:xfrm>
          <a:prstGeom prst="straightConnector1">
            <a:avLst/>
          </a:prstGeom>
          <a:ln w="127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직선 화살표 연결선 12">
            <a:extLst>
              <a:ext uri="{FF2B5EF4-FFF2-40B4-BE49-F238E27FC236}">
                <a16:creationId xmlns:a16="http://schemas.microsoft.com/office/drawing/2014/main" id="{5E62999A-3E6B-4AC2-0844-70552C7E4059}"/>
              </a:ext>
            </a:extLst>
          </p:cNvPr>
          <p:cNvCxnSpPr>
            <a:cxnSpLocks/>
            <a:stCxn id="43" idx="3"/>
            <a:endCxn id="21" idx="1"/>
          </p:cNvCxnSpPr>
          <p:nvPr/>
        </p:nvCxnSpPr>
        <p:spPr>
          <a:xfrm flipV="1">
            <a:off x="4539377" y="2326034"/>
            <a:ext cx="176506" cy="2"/>
          </a:xfrm>
          <a:prstGeom prst="straightConnector1">
            <a:avLst/>
          </a:prstGeom>
          <a:ln w="127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모서리가 둥근 직사각형 16">
            <a:extLst>
              <a:ext uri="{FF2B5EF4-FFF2-40B4-BE49-F238E27FC236}">
                <a16:creationId xmlns:a16="http://schemas.microsoft.com/office/drawing/2014/main" id="{D2A95D67-E20D-D1F4-23AB-48514963E7B8}"/>
              </a:ext>
            </a:extLst>
          </p:cNvPr>
          <p:cNvSpPr/>
          <p:nvPr/>
        </p:nvSpPr>
        <p:spPr>
          <a:xfrm>
            <a:off x="4646118" y="3575847"/>
            <a:ext cx="801642" cy="306783"/>
          </a:xfrm>
          <a:prstGeom prst="roundRect">
            <a:avLst>
              <a:gd name="adj" fmla="val 19601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RBAC (L7)</a:t>
            </a:r>
            <a:endParaRPr kumimoji="1" lang="ko-KR" altLang="en-US" sz="800">
              <a:solidFill>
                <a:schemeClr val="tx1"/>
              </a:solidFill>
            </a:endParaRPr>
          </a:p>
        </p:txBody>
      </p:sp>
      <p:sp>
        <p:nvSpPr>
          <p:cNvPr id="21" name="모서리가 둥근 직사각형 20">
            <a:extLst>
              <a:ext uri="{FF2B5EF4-FFF2-40B4-BE49-F238E27FC236}">
                <a16:creationId xmlns:a16="http://schemas.microsoft.com/office/drawing/2014/main" id="{DD821297-E629-7FB8-064A-FEC20B3089ED}"/>
              </a:ext>
            </a:extLst>
          </p:cNvPr>
          <p:cNvSpPr/>
          <p:nvPr/>
        </p:nvSpPr>
        <p:spPr>
          <a:xfrm>
            <a:off x="4715883" y="2172642"/>
            <a:ext cx="801642" cy="306783"/>
          </a:xfrm>
          <a:prstGeom prst="roundRect">
            <a:avLst>
              <a:gd name="adj" fmla="val 19601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WASM</a:t>
            </a:r>
            <a:endParaRPr kumimoji="1" lang="ko-KR" altLang="en-US" sz="800">
              <a:solidFill>
                <a:schemeClr val="tx1"/>
              </a:solidFill>
            </a:endParaRPr>
          </a:p>
        </p:txBody>
      </p:sp>
      <p:cxnSp>
        <p:nvCxnSpPr>
          <p:cNvPr id="26" name="직선 화살표 연결선 25">
            <a:extLst>
              <a:ext uri="{FF2B5EF4-FFF2-40B4-BE49-F238E27FC236}">
                <a16:creationId xmlns:a16="http://schemas.microsoft.com/office/drawing/2014/main" id="{652D8FDA-FFB1-2CC0-B57E-4604D8578D9B}"/>
              </a:ext>
            </a:extLst>
          </p:cNvPr>
          <p:cNvCxnSpPr>
            <a:cxnSpLocks/>
            <a:stCxn id="21" idx="3"/>
            <a:endCxn id="45" idx="1"/>
          </p:cNvCxnSpPr>
          <p:nvPr/>
        </p:nvCxnSpPr>
        <p:spPr>
          <a:xfrm>
            <a:off x="5517525" y="2326034"/>
            <a:ext cx="176615" cy="0"/>
          </a:xfrm>
          <a:prstGeom prst="straightConnector1">
            <a:avLst/>
          </a:prstGeom>
          <a:ln w="127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모서리가 둥근 직사각형 28">
            <a:extLst>
              <a:ext uri="{FF2B5EF4-FFF2-40B4-BE49-F238E27FC236}">
                <a16:creationId xmlns:a16="http://schemas.microsoft.com/office/drawing/2014/main" id="{6E8AFC24-FA9F-D46D-91AD-F01E7935B6F6}"/>
              </a:ext>
            </a:extLst>
          </p:cNvPr>
          <p:cNvSpPr/>
          <p:nvPr/>
        </p:nvSpPr>
        <p:spPr>
          <a:xfrm>
            <a:off x="5545018" y="4060778"/>
            <a:ext cx="801642" cy="306783"/>
          </a:xfrm>
          <a:prstGeom prst="roundRect">
            <a:avLst>
              <a:gd name="adj" fmla="val 19601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800" b="1" u="sng">
                <a:solidFill>
                  <a:schemeClr val="tx1"/>
                </a:solidFill>
              </a:rPr>
              <a:t>Router</a:t>
            </a:r>
            <a:endParaRPr kumimoji="1" lang="ko-KR" altLang="en-US" sz="800" b="1" u="sng">
              <a:solidFill>
                <a:schemeClr val="tx1"/>
              </a:solidFill>
            </a:endParaRPr>
          </a:p>
        </p:txBody>
      </p:sp>
      <p:sp>
        <p:nvSpPr>
          <p:cNvPr id="32" name="모서리가 둥근 직사각형 31">
            <a:extLst>
              <a:ext uri="{FF2B5EF4-FFF2-40B4-BE49-F238E27FC236}">
                <a16:creationId xmlns:a16="http://schemas.microsoft.com/office/drawing/2014/main" id="{74CBC11F-B4C1-F624-0B66-221A2A77160E}"/>
              </a:ext>
            </a:extLst>
          </p:cNvPr>
          <p:cNvSpPr/>
          <p:nvPr/>
        </p:nvSpPr>
        <p:spPr>
          <a:xfrm>
            <a:off x="4646118" y="4054471"/>
            <a:ext cx="801642" cy="306783"/>
          </a:xfrm>
          <a:prstGeom prst="roundRect">
            <a:avLst>
              <a:gd name="adj" fmla="val 19601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LUA</a:t>
            </a:r>
            <a:endParaRPr kumimoji="1" lang="ko-KR" altLang="en-US" sz="800">
              <a:solidFill>
                <a:schemeClr val="tx1"/>
              </a:solidFill>
            </a:endParaRPr>
          </a:p>
        </p:txBody>
      </p:sp>
      <p:sp>
        <p:nvSpPr>
          <p:cNvPr id="33" name="모서리가 둥근 직사각형 32">
            <a:extLst>
              <a:ext uri="{FF2B5EF4-FFF2-40B4-BE49-F238E27FC236}">
                <a16:creationId xmlns:a16="http://schemas.microsoft.com/office/drawing/2014/main" id="{BCFEA4F5-F581-2200-9470-69D35006692C}"/>
              </a:ext>
            </a:extLst>
          </p:cNvPr>
          <p:cNvSpPr/>
          <p:nvPr/>
        </p:nvSpPr>
        <p:spPr>
          <a:xfrm>
            <a:off x="2846665" y="4053917"/>
            <a:ext cx="801642" cy="306783"/>
          </a:xfrm>
          <a:prstGeom prst="roundRect">
            <a:avLst>
              <a:gd name="adj" fmla="val 19601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Local Rate Limit (L7)</a:t>
            </a:r>
            <a:endParaRPr kumimoji="1" lang="ko-KR" altLang="en-US" sz="800">
              <a:solidFill>
                <a:schemeClr val="tx1"/>
              </a:solidFill>
            </a:endParaRPr>
          </a:p>
        </p:txBody>
      </p:sp>
      <p:sp>
        <p:nvSpPr>
          <p:cNvPr id="46" name="모서리가 둥근 직사각형 45">
            <a:extLst>
              <a:ext uri="{FF2B5EF4-FFF2-40B4-BE49-F238E27FC236}">
                <a16:creationId xmlns:a16="http://schemas.microsoft.com/office/drawing/2014/main" id="{EA3DB8F1-1C7A-FEFF-8AB3-1B93EED52A71}"/>
              </a:ext>
            </a:extLst>
          </p:cNvPr>
          <p:cNvSpPr/>
          <p:nvPr/>
        </p:nvSpPr>
        <p:spPr>
          <a:xfrm>
            <a:off x="3743813" y="4054471"/>
            <a:ext cx="801642" cy="306783"/>
          </a:xfrm>
          <a:prstGeom prst="roundRect">
            <a:avLst>
              <a:gd name="adj" fmla="val 19601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Compressor</a:t>
            </a:r>
            <a:endParaRPr kumimoji="1" lang="ko-KR" altLang="en-US" sz="800">
              <a:solidFill>
                <a:schemeClr val="tx1"/>
              </a:solidFill>
            </a:endParaRPr>
          </a:p>
        </p:txBody>
      </p:sp>
      <p:sp>
        <p:nvSpPr>
          <p:cNvPr id="48" name="타원 47">
            <a:extLst>
              <a:ext uri="{FF2B5EF4-FFF2-40B4-BE49-F238E27FC236}">
                <a16:creationId xmlns:a16="http://schemas.microsoft.com/office/drawing/2014/main" id="{5AAA2C0F-2D4A-02B7-C82C-B1D5CAD4ECD8}"/>
              </a:ext>
            </a:extLst>
          </p:cNvPr>
          <p:cNvSpPr/>
          <p:nvPr/>
        </p:nvSpPr>
        <p:spPr>
          <a:xfrm flipH="1" flipV="1">
            <a:off x="4029657" y="3642415"/>
            <a:ext cx="51681" cy="45719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49" name="타원 48">
            <a:extLst>
              <a:ext uri="{FF2B5EF4-FFF2-40B4-BE49-F238E27FC236}">
                <a16:creationId xmlns:a16="http://schemas.microsoft.com/office/drawing/2014/main" id="{4D0878EC-F002-169E-59AB-874B8467A68D}"/>
              </a:ext>
            </a:extLst>
          </p:cNvPr>
          <p:cNvSpPr/>
          <p:nvPr/>
        </p:nvSpPr>
        <p:spPr>
          <a:xfrm flipH="1" flipV="1">
            <a:off x="4125488" y="3642888"/>
            <a:ext cx="51681" cy="45719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57" name="타원 56">
            <a:extLst>
              <a:ext uri="{FF2B5EF4-FFF2-40B4-BE49-F238E27FC236}">
                <a16:creationId xmlns:a16="http://schemas.microsoft.com/office/drawing/2014/main" id="{ABDD2295-2395-E18B-F17A-54CF66A1503A}"/>
              </a:ext>
            </a:extLst>
          </p:cNvPr>
          <p:cNvSpPr/>
          <p:nvPr/>
        </p:nvSpPr>
        <p:spPr>
          <a:xfrm flipH="1" flipV="1">
            <a:off x="4221318" y="3642414"/>
            <a:ext cx="51681" cy="45719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cxnSp>
        <p:nvCxnSpPr>
          <p:cNvPr id="58" name="직선 화살표 연결선 57">
            <a:extLst>
              <a:ext uri="{FF2B5EF4-FFF2-40B4-BE49-F238E27FC236}">
                <a16:creationId xmlns:a16="http://schemas.microsoft.com/office/drawing/2014/main" id="{76E8E4D3-6147-27A5-4A1C-2BB3651F7255}"/>
              </a:ext>
            </a:extLst>
          </p:cNvPr>
          <p:cNvCxnSpPr>
            <a:cxnSpLocks/>
            <a:stCxn id="36" idx="3"/>
            <a:endCxn id="35" idx="1"/>
          </p:cNvCxnSpPr>
          <p:nvPr/>
        </p:nvCxnSpPr>
        <p:spPr>
          <a:xfrm>
            <a:off x="4445667" y="1556031"/>
            <a:ext cx="375870" cy="0"/>
          </a:xfrm>
          <a:prstGeom prst="straightConnector1">
            <a:avLst/>
          </a:prstGeom>
          <a:ln w="127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직선 화살표 연결선 60">
            <a:extLst>
              <a:ext uri="{FF2B5EF4-FFF2-40B4-BE49-F238E27FC236}">
                <a16:creationId xmlns:a16="http://schemas.microsoft.com/office/drawing/2014/main" id="{B4E748D1-58D2-2A36-2BFF-98385F8E0EF8}"/>
              </a:ext>
            </a:extLst>
          </p:cNvPr>
          <p:cNvCxnSpPr>
            <a:cxnSpLocks/>
            <a:stCxn id="35" idx="3"/>
            <a:endCxn id="34" idx="1"/>
          </p:cNvCxnSpPr>
          <p:nvPr/>
        </p:nvCxnSpPr>
        <p:spPr>
          <a:xfrm flipV="1">
            <a:off x="5623179" y="1554267"/>
            <a:ext cx="181029" cy="1764"/>
          </a:xfrm>
          <a:prstGeom prst="straightConnector1">
            <a:avLst/>
          </a:prstGeom>
          <a:ln w="127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모서리가 둥근 직사각형 63">
            <a:extLst>
              <a:ext uri="{FF2B5EF4-FFF2-40B4-BE49-F238E27FC236}">
                <a16:creationId xmlns:a16="http://schemas.microsoft.com/office/drawing/2014/main" id="{8D1F5180-271B-DDE4-5CAE-5AC9C10EB438}"/>
              </a:ext>
            </a:extLst>
          </p:cNvPr>
          <p:cNvSpPr/>
          <p:nvPr/>
        </p:nvSpPr>
        <p:spPr>
          <a:xfrm>
            <a:off x="7059902" y="4272053"/>
            <a:ext cx="995752" cy="427640"/>
          </a:xfrm>
          <a:prstGeom prst="roundRect">
            <a:avLst>
              <a:gd name="adj" fmla="val 12191"/>
            </a:avLst>
          </a:prstGeom>
          <a:solidFill>
            <a:schemeClr val="bg1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Upstream Transport Socket</a:t>
            </a:r>
            <a:endParaRPr kumimoji="1" lang="ko-KR" altLang="en-US" sz="800">
              <a:solidFill>
                <a:schemeClr val="tx1"/>
              </a:solidFill>
            </a:endParaRPr>
          </a:p>
        </p:txBody>
      </p:sp>
      <p:cxnSp>
        <p:nvCxnSpPr>
          <p:cNvPr id="65" name="직선 화살표 연결선 64">
            <a:extLst>
              <a:ext uri="{FF2B5EF4-FFF2-40B4-BE49-F238E27FC236}">
                <a16:creationId xmlns:a16="http://schemas.microsoft.com/office/drawing/2014/main" id="{977C70E6-5A64-395B-037D-E1E8F056F55F}"/>
              </a:ext>
            </a:extLst>
          </p:cNvPr>
          <p:cNvCxnSpPr>
            <a:cxnSpLocks/>
            <a:stCxn id="17" idx="3"/>
            <a:endCxn id="52" idx="1"/>
          </p:cNvCxnSpPr>
          <p:nvPr/>
        </p:nvCxnSpPr>
        <p:spPr>
          <a:xfrm>
            <a:off x="5447760" y="3729239"/>
            <a:ext cx="97258" cy="0"/>
          </a:xfrm>
          <a:prstGeom prst="straightConnector1">
            <a:avLst/>
          </a:prstGeom>
          <a:ln w="127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직선 화살표 연결선 67">
            <a:extLst>
              <a:ext uri="{FF2B5EF4-FFF2-40B4-BE49-F238E27FC236}">
                <a16:creationId xmlns:a16="http://schemas.microsoft.com/office/drawing/2014/main" id="{418406B4-CE68-1977-AE8A-5CA56261CDEE}"/>
              </a:ext>
            </a:extLst>
          </p:cNvPr>
          <p:cNvCxnSpPr>
            <a:cxnSpLocks/>
            <a:stCxn id="32" idx="3"/>
            <a:endCxn id="29" idx="1"/>
          </p:cNvCxnSpPr>
          <p:nvPr/>
        </p:nvCxnSpPr>
        <p:spPr>
          <a:xfrm>
            <a:off x="5447760" y="4207863"/>
            <a:ext cx="97258" cy="6307"/>
          </a:xfrm>
          <a:prstGeom prst="straightConnector1">
            <a:avLst/>
          </a:prstGeom>
          <a:ln w="127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직선 화살표 연결선 70">
            <a:extLst>
              <a:ext uri="{FF2B5EF4-FFF2-40B4-BE49-F238E27FC236}">
                <a16:creationId xmlns:a16="http://schemas.microsoft.com/office/drawing/2014/main" id="{8167733F-DF87-8361-D5DD-AB98F356FE14}"/>
              </a:ext>
            </a:extLst>
          </p:cNvPr>
          <p:cNvCxnSpPr>
            <a:cxnSpLocks/>
            <a:stCxn id="46" idx="3"/>
            <a:endCxn id="32" idx="1"/>
          </p:cNvCxnSpPr>
          <p:nvPr/>
        </p:nvCxnSpPr>
        <p:spPr>
          <a:xfrm>
            <a:off x="4545455" y="4207863"/>
            <a:ext cx="100663" cy="0"/>
          </a:xfrm>
          <a:prstGeom prst="straightConnector1">
            <a:avLst/>
          </a:prstGeom>
          <a:ln w="127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직선 화살표 연결선 73">
            <a:extLst>
              <a:ext uri="{FF2B5EF4-FFF2-40B4-BE49-F238E27FC236}">
                <a16:creationId xmlns:a16="http://schemas.microsoft.com/office/drawing/2014/main" id="{DFE7A390-D2AA-D7B9-9200-3D50BE52BD81}"/>
              </a:ext>
            </a:extLst>
          </p:cNvPr>
          <p:cNvCxnSpPr>
            <a:cxnSpLocks/>
            <a:stCxn id="33" idx="3"/>
            <a:endCxn id="46" idx="1"/>
          </p:cNvCxnSpPr>
          <p:nvPr/>
        </p:nvCxnSpPr>
        <p:spPr>
          <a:xfrm>
            <a:off x="3648307" y="4207309"/>
            <a:ext cx="95506" cy="554"/>
          </a:xfrm>
          <a:prstGeom prst="straightConnector1">
            <a:avLst/>
          </a:prstGeom>
          <a:ln w="127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직선 화살표 연결선 77">
            <a:extLst>
              <a:ext uri="{FF2B5EF4-FFF2-40B4-BE49-F238E27FC236}">
                <a16:creationId xmlns:a16="http://schemas.microsoft.com/office/drawing/2014/main" id="{9F0ED221-B9AF-DB7D-4F9D-76BECE65DB51}"/>
              </a:ext>
            </a:extLst>
          </p:cNvPr>
          <p:cNvCxnSpPr>
            <a:cxnSpLocks/>
            <a:stCxn id="9" idx="3"/>
            <a:endCxn id="17" idx="1"/>
          </p:cNvCxnSpPr>
          <p:nvPr/>
        </p:nvCxnSpPr>
        <p:spPr>
          <a:xfrm flipV="1">
            <a:off x="3648307" y="3729239"/>
            <a:ext cx="997811" cy="1"/>
          </a:xfrm>
          <a:prstGeom prst="straightConnector1">
            <a:avLst/>
          </a:prstGeom>
          <a:ln w="127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꺾인 연결선[E] 81">
            <a:extLst>
              <a:ext uri="{FF2B5EF4-FFF2-40B4-BE49-F238E27FC236}">
                <a16:creationId xmlns:a16="http://schemas.microsoft.com/office/drawing/2014/main" id="{E214A612-4AEC-2EAD-9465-D7A413BBCD32}"/>
              </a:ext>
            </a:extLst>
          </p:cNvPr>
          <p:cNvCxnSpPr>
            <a:stCxn id="45" idx="2"/>
            <a:endCxn id="47" idx="0"/>
          </p:cNvCxnSpPr>
          <p:nvPr/>
        </p:nvCxnSpPr>
        <p:spPr>
          <a:xfrm rot="5400000">
            <a:off x="4486277" y="1055089"/>
            <a:ext cx="184348" cy="3033020"/>
          </a:xfrm>
          <a:prstGeom prst="bentConnector3">
            <a:avLst>
              <a:gd name="adj1" fmla="val 23427"/>
            </a:avLst>
          </a:prstGeom>
          <a:ln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꺾인 연결선[E] 83">
            <a:extLst>
              <a:ext uri="{FF2B5EF4-FFF2-40B4-BE49-F238E27FC236}">
                <a16:creationId xmlns:a16="http://schemas.microsoft.com/office/drawing/2014/main" id="{643738B5-1555-331F-40B5-C425AC32FD46}"/>
              </a:ext>
            </a:extLst>
          </p:cNvPr>
          <p:cNvCxnSpPr>
            <a:cxnSpLocks/>
            <a:stCxn id="6" idx="3"/>
            <a:endCxn id="56" idx="1"/>
          </p:cNvCxnSpPr>
          <p:nvPr/>
        </p:nvCxnSpPr>
        <p:spPr>
          <a:xfrm flipV="1">
            <a:off x="2241474" y="1577120"/>
            <a:ext cx="238192" cy="1300473"/>
          </a:xfrm>
          <a:prstGeom prst="bentConnector3">
            <a:avLst>
              <a:gd name="adj1" fmla="val 50000"/>
            </a:avLst>
          </a:prstGeom>
          <a:ln w="127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직선 화살표 연결선 95">
            <a:extLst>
              <a:ext uri="{FF2B5EF4-FFF2-40B4-BE49-F238E27FC236}">
                <a16:creationId xmlns:a16="http://schemas.microsoft.com/office/drawing/2014/main" id="{9BA74AD7-00D1-067A-3C6A-A43945BAF201}"/>
              </a:ext>
            </a:extLst>
          </p:cNvPr>
          <p:cNvCxnSpPr>
            <a:cxnSpLocks/>
            <a:stCxn id="56" idx="2"/>
            <a:endCxn id="44" idx="0"/>
          </p:cNvCxnSpPr>
          <p:nvPr/>
        </p:nvCxnSpPr>
        <p:spPr>
          <a:xfrm flipH="1">
            <a:off x="2976013" y="1790940"/>
            <a:ext cx="7941" cy="381703"/>
          </a:xfrm>
          <a:prstGeom prst="straightConnector1">
            <a:avLst/>
          </a:prstGeom>
          <a:ln w="127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꺾인 연결선[E] 102">
            <a:extLst>
              <a:ext uri="{FF2B5EF4-FFF2-40B4-BE49-F238E27FC236}">
                <a16:creationId xmlns:a16="http://schemas.microsoft.com/office/drawing/2014/main" id="{E921E963-9FED-F43D-BD44-37D616A97386}"/>
              </a:ext>
            </a:extLst>
          </p:cNvPr>
          <p:cNvCxnSpPr>
            <a:cxnSpLocks/>
            <a:stCxn id="47" idx="2"/>
            <a:endCxn id="9" idx="0"/>
          </p:cNvCxnSpPr>
          <p:nvPr/>
        </p:nvCxnSpPr>
        <p:spPr>
          <a:xfrm rot="16200000" flipH="1">
            <a:off x="2852067" y="3180429"/>
            <a:ext cx="605292" cy="185545"/>
          </a:xfrm>
          <a:prstGeom prst="bentConnector3">
            <a:avLst>
              <a:gd name="adj1" fmla="val 50000"/>
            </a:avLst>
          </a:prstGeom>
          <a:ln w="127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꺾인 연결선[E] 105">
            <a:extLst>
              <a:ext uri="{FF2B5EF4-FFF2-40B4-BE49-F238E27FC236}">
                <a16:creationId xmlns:a16="http://schemas.microsoft.com/office/drawing/2014/main" id="{BC8FE688-38BE-1A73-523B-2443D6E19A83}"/>
              </a:ext>
            </a:extLst>
          </p:cNvPr>
          <p:cNvCxnSpPr>
            <a:cxnSpLocks/>
            <a:stCxn id="52" idx="2"/>
            <a:endCxn id="33" idx="0"/>
          </p:cNvCxnSpPr>
          <p:nvPr/>
        </p:nvCxnSpPr>
        <p:spPr>
          <a:xfrm rot="5400000">
            <a:off x="4511020" y="2619097"/>
            <a:ext cx="171287" cy="2698353"/>
          </a:xfrm>
          <a:prstGeom prst="bentConnector3">
            <a:avLst>
              <a:gd name="adj1" fmla="val 38395"/>
            </a:avLst>
          </a:prstGeom>
          <a:ln w="127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3" name="모서리가 둥근 직사각형 122">
            <a:extLst>
              <a:ext uri="{FF2B5EF4-FFF2-40B4-BE49-F238E27FC236}">
                <a16:creationId xmlns:a16="http://schemas.microsoft.com/office/drawing/2014/main" id="{3DA80946-EA83-A27E-DC1A-C613976E4F4E}"/>
              </a:ext>
            </a:extLst>
          </p:cNvPr>
          <p:cNvSpPr/>
          <p:nvPr/>
        </p:nvSpPr>
        <p:spPr>
          <a:xfrm>
            <a:off x="8184442" y="4269080"/>
            <a:ext cx="970252" cy="427639"/>
          </a:xfrm>
          <a:prstGeom prst="roundRect">
            <a:avLst>
              <a:gd name="adj" fmla="val 12191"/>
            </a:avLst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Upstream</a:t>
            </a:r>
          </a:p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(Server)</a:t>
            </a:r>
            <a:endParaRPr kumimoji="1" lang="ko-KR" altLang="en-US" sz="800">
              <a:solidFill>
                <a:schemeClr val="tx1"/>
              </a:solidFill>
            </a:endParaRPr>
          </a:p>
        </p:txBody>
      </p:sp>
      <p:sp>
        <p:nvSpPr>
          <p:cNvPr id="125" name="모서리가 둥근 직사각형 124">
            <a:extLst>
              <a:ext uri="{FF2B5EF4-FFF2-40B4-BE49-F238E27FC236}">
                <a16:creationId xmlns:a16="http://schemas.microsoft.com/office/drawing/2014/main" id="{6988C58B-BA4D-26DC-4CA0-67F790F77D94}"/>
              </a:ext>
            </a:extLst>
          </p:cNvPr>
          <p:cNvSpPr/>
          <p:nvPr/>
        </p:nvSpPr>
        <p:spPr>
          <a:xfrm>
            <a:off x="6964899" y="1981200"/>
            <a:ext cx="1171499" cy="2131469"/>
          </a:xfrm>
          <a:prstGeom prst="roundRect">
            <a:avLst>
              <a:gd name="adj" fmla="val 6920"/>
            </a:avLst>
          </a:prstGeom>
          <a:solidFill>
            <a:schemeClr val="bg1"/>
          </a:solidFill>
          <a:ln w="12700"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kumimoji="1" lang="en-US" altLang="ko-KR" sz="800" b="1" u="sng">
                <a:solidFill>
                  <a:schemeClr val="tx1"/>
                </a:solidFill>
              </a:rPr>
              <a:t>Per Upstream Request/Stream</a:t>
            </a:r>
            <a:r>
              <a:rPr kumimoji="1" lang="en-US" altLang="ko-KR" sz="800">
                <a:solidFill>
                  <a:schemeClr val="tx1"/>
                </a:solidFill>
              </a:rPr>
              <a:t> Instances</a:t>
            </a:r>
            <a:endParaRPr kumimoji="1" lang="ko-KR" altLang="en-US" sz="800">
              <a:solidFill>
                <a:schemeClr val="tx1"/>
              </a:solidFill>
            </a:endParaRPr>
          </a:p>
        </p:txBody>
      </p:sp>
      <p:sp>
        <p:nvSpPr>
          <p:cNvPr id="126" name="모서리가 둥근 직사각형 125">
            <a:extLst>
              <a:ext uri="{FF2B5EF4-FFF2-40B4-BE49-F238E27FC236}">
                <a16:creationId xmlns:a16="http://schemas.microsoft.com/office/drawing/2014/main" id="{DCCB6172-4799-69B5-763B-4543CE2288B0}"/>
              </a:ext>
            </a:extLst>
          </p:cNvPr>
          <p:cNvSpPr/>
          <p:nvPr/>
        </p:nvSpPr>
        <p:spPr>
          <a:xfrm>
            <a:off x="7059902" y="2458719"/>
            <a:ext cx="995752" cy="1572693"/>
          </a:xfrm>
          <a:prstGeom prst="roundRect">
            <a:avLst>
              <a:gd name="adj" fmla="val 5954"/>
            </a:avLst>
          </a:prstGeom>
          <a:solidFill>
            <a:schemeClr val="bg2"/>
          </a:solidFill>
          <a:ln w="12700"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Upstream HTTP Filters</a:t>
            </a:r>
            <a:endParaRPr kumimoji="1" lang="ko-KR" altLang="en-US" sz="800">
              <a:solidFill>
                <a:schemeClr val="tx1"/>
              </a:solidFill>
            </a:endParaRPr>
          </a:p>
        </p:txBody>
      </p:sp>
      <p:sp>
        <p:nvSpPr>
          <p:cNvPr id="127" name="모서리가 둥근 직사각형 126">
            <a:extLst>
              <a:ext uri="{FF2B5EF4-FFF2-40B4-BE49-F238E27FC236}">
                <a16:creationId xmlns:a16="http://schemas.microsoft.com/office/drawing/2014/main" id="{0976E170-1CE8-CE93-F2F4-26623EF2602D}"/>
              </a:ext>
            </a:extLst>
          </p:cNvPr>
          <p:cNvSpPr/>
          <p:nvPr/>
        </p:nvSpPr>
        <p:spPr>
          <a:xfrm>
            <a:off x="7161489" y="2806819"/>
            <a:ext cx="801642" cy="306783"/>
          </a:xfrm>
          <a:prstGeom prst="roundRect">
            <a:avLst>
              <a:gd name="adj" fmla="val 19601"/>
            </a:avLst>
          </a:prstGeom>
          <a:solidFill>
            <a:schemeClr val="bg1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Header Mutation</a:t>
            </a:r>
            <a:endParaRPr kumimoji="1" lang="ko-KR" altLang="en-US" sz="800">
              <a:solidFill>
                <a:schemeClr val="tx1"/>
              </a:solidFill>
            </a:endParaRPr>
          </a:p>
        </p:txBody>
      </p:sp>
      <p:sp>
        <p:nvSpPr>
          <p:cNvPr id="128" name="모서리가 둥근 직사각형 127">
            <a:extLst>
              <a:ext uri="{FF2B5EF4-FFF2-40B4-BE49-F238E27FC236}">
                <a16:creationId xmlns:a16="http://schemas.microsoft.com/office/drawing/2014/main" id="{79D2040D-FF57-4056-B477-22557F6A9798}"/>
              </a:ext>
            </a:extLst>
          </p:cNvPr>
          <p:cNvSpPr/>
          <p:nvPr/>
        </p:nvSpPr>
        <p:spPr>
          <a:xfrm>
            <a:off x="7161489" y="3630846"/>
            <a:ext cx="801642" cy="306783"/>
          </a:xfrm>
          <a:prstGeom prst="roundRect">
            <a:avLst>
              <a:gd name="adj" fmla="val 19601"/>
            </a:avLst>
          </a:prstGeom>
          <a:solidFill>
            <a:schemeClr val="bg1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Upstream Code Filter</a:t>
            </a:r>
            <a:endParaRPr kumimoji="1" lang="ko-KR" altLang="en-US" sz="800">
              <a:solidFill>
                <a:schemeClr val="tx1"/>
              </a:solidFill>
            </a:endParaRPr>
          </a:p>
        </p:txBody>
      </p:sp>
      <p:sp>
        <p:nvSpPr>
          <p:cNvPr id="133" name="타원 132">
            <a:extLst>
              <a:ext uri="{FF2B5EF4-FFF2-40B4-BE49-F238E27FC236}">
                <a16:creationId xmlns:a16="http://schemas.microsoft.com/office/drawing/2014/main" id="{D051B56A-5386-B733-1A24-E6612DBCE185}"/>
              </a:ext>
            </a:extLst>
          </p:cNvPr>
          <p:cNvSpPr/>
          <p:nvPr/>
        </p:nvSpPr>
        <p:spPr>
          <a:xfrm flipH="1" flipV="1">
            <a:off x="7400638" y="3464251"/>
            <a:ext cx="51681" cy="45719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134" name="타원 133">
            <a:extLst>
              <a:ext uri="{FF2B5EF4-FFF2-40B4-BE49-F238E27FC236}">
                <a16:creationId xmlns:a16="http://schemas.microsoft.com/office/drawing/2014/main" id="{C57BAA9F-083E-98EB-6F1D-84503583533C}"/>
              </a:ext>
            </a:extLst>
          </p:cNvPr>
          <p:cNvSpPr/>
          <p:nvPr/>
        </p:nvSpPr>
        <p:spPr>
          <a:xfrm flipH="1" flipV="1">
            <a:off x="7400637" y="3360649"/>
            <a:ext cx="51681" cy="45719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135" name="타원 134">
            <a:extLst>
              <a:ext uri="{FF2B5EF4-FFF2-40B4-BE49-F238E27FC236}">
                <a16:creationId xmlns:a16="http://schemas.microsoft.com/office/drawing/2014/main" id="{03536F46-0FAF-2A74-49C1-13E932662719}"/>
              </a:ext>
            </a:extLst>
          </p:cNvPr>
          <p:cNvSpPr/>
          <p:nvPr/>
        </p:nvSpPr>
        <p:spPr>
          <a:xfrm flipH="1" flipV="1">
            <a:off x="7400639" y="3256533"/>
            <a:ext cx="51681" cy="45719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cxnSp>
        <p:nvCxnSpPr>
          <p:cNvPr id="136" name="직선 화살표 연결선 135">
            <a:extLst>
              <a:ext uri="{FF2B5EF4-FFF2-40B4-BE49-F238E27FC236}">
                <a16:creationId xmlns:a16="http://schemas.microsoft.com/office/drawing/2014/main" id="{67CCB078-78AD-5EB3-E38B-0E690CCB9D7C}"/>
              </a:ext>
            </a:extLst>
          </p:cNvPr>
          <p:cNvCxnSpPr>
            <a:cxnSpLocks/>
            <a:stCxn id="127" idx="2"/>
            <a:endCxn id="128" idx="0"/>
          </p:cNvCxnSpPr>
          <p:nvPr/>
        </p:nvCxnSpPr>
        <p:spPr>
          <a:xfrm>
            <a:off x="7562310" y="3113602"/>
            <a:ext cx="0" cy="517244"/>
          </a:xfrm>
          <a:prstGeom prst="straightConnector1">
            <a:avLst/>
          </a:prstGeom>
          <a:ln w="127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2" name="꺾인 연결선[E] 141">
            <a:extLst>
              <a:ext uri="{FF2B5EF4-FFF2-40B4-BE49-F238E27FC236}">
                <a16:creationId xmlns:a16="http://schemas.microsoft.com/office/drawing/2014/main" id="{2274137E-3F87-DB6C-4167-094125FBBFAC}"/>
              </a:ext>
            </a:extLst>
          </p:cNvPr>
          <p:cNvCxnSpPr>
            <a:cxnSpLocks/>
            <a:stCxn id="29" idx="3"/>
            <a:endCxn id="127" idx="1"/>
          </p:cNvCxnSpPr>
          <p:nvPr/>
        </p:nvCxnSpPr>
        <p:spPr>
          <a:xfrm flipV="1">
            <a:off x="6346660" y="2960211"/>
            <a:ext cx="814829" cy="1253959"/>
          </a:xfrm>
          <a:prstGeom prst="bentConnector3">
            <a:avLst>
              <a:gd name="adj1" fmla="val 63716"/>
            </a:avLst>
          </a:prstGeom>
          <a:ln w="127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9" name="직선 화살표 연결선 148">
            <a:extLst>
              <a:ext uri="{FF2B5EF4-FFF2-40B4-BE49-F238E27FC236}">
                <a16:creationId xmlns:a16="http://schemas.microsoft.com/office/drawing/2014/main" id="{CED855B5-4381-9082-19DD-30EAC3924BA7}"/>
              </a:ext>
            </a:extLst>
          </p:cNvPr>
          <p:cNvCxnSpPr>
            <a:cxnSpLocks/>
            <a:stCxn id="128" idx="2"/>
            <a:endCxn id="64" idx="0"/>
          </p:cNvCxnSpPr>
          <p:nvPr/>
        </p:nvCxnSpPr>
        <p:spPr>
          <a:xfrm flipH="1">
            <a:off x="7557778" y="3937629"/>
            <a:ext cx="4532" cy="334424"/>
          </a:xfrm>
          <a:prstGeom prst="straightConnector1">
            <a:avLst/>
          </a:prstGeom>
          <a:ln w="127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4" name="TextBox 153">
            <a:extLst>
              <a:ext uri="{FF2B5EF4-FFF2-40B4-BE49-F238E27FC236}">
                <a16:creationId xmlns:a16="http://schemas.microsoft.com/office/drawing/2014/main" id="{4AF4DDD3-EEC2-510A-AA54-C1E36BC53FC8}"/>
              </a:ext>
            </a:extLst>
          </p:cNvPr>
          <p:cNvSpPr txBox="1"/>
          <p:nvPr/>
        </p:nvSpPr>
        <p:spPr>
          <a:xfrm>
            <a:off x="8624305" y="3973364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08072621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20BA20-9933-1073-9038-B64FC0EA51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모서리가 둥근 직사각형 1">
            <a:extLst>
              <a:ext uri="{FF2B5EF4-FFF2-40B4-BE49-F238E27FC236}">
                <a16:creationId xmlns:a16="http://schemas.microsoft.com/office/drawing/2014/main" id="{389A952E-DE8A-A3BF-22A8-24B5FC64684B}"/>
              </a:ext>
            </a:extLst>
          </p:cNvPr>
          <p:cNvSpPr/>
          <p:nvPr/>
        </p:nvSpPr>
        <p:spPr>
          <a:xfrm>
            <a:off x="256294" y="2665239"/>
            <a:ext cx="970252" cy="427639"/>
          </a:xfrm>
          <a:prstGeom prst="roundRect">
            <a:avLst>
              <a:gd name="adj" fmla="val 12191"/>
            </a:avLst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Downstream</a:t>
            </a:r>
          </a:p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(Client)</a:t>
            </a:r>
            <a:endParaRPr kumimoji="1" lang="ko-KR" altLang="en-US" sz="800">
              <a:solidFill>
                <a:schemeClr val="tx1"/>
              </a:solidFill>
            </a:endParaRPr>
          </a:p>
        </p:txBody>
      </p:sp>
      <p:sp>
        <p:nvSpPr>
          <p:cNvPr id="4" name="모서리가 둥근 직사각형 3">
            <a:extLst>
              <a:ext uri="{FF2B5EF4-FFF2-40B4-BE49-F238E27FC236}">
                <a16:creationId xmlns:a16="http://schemas.microsoft.com/office/drawing/2014/main" id="{6AFCEABB-62F8-EB4B-3182-23D1A9A8B9D6}"/>
              </a:ext>
            </a:extLst>
          </p:cNvPr>
          <p:cNvSpPr/>
          <p:nvPr/>
        </p:nvSpPr>
        <p:spPr>
          <a:xfrm>
            <a:off x="1187624" y="376238"/>
            <a:ext cx="7056784" cy="4470081"/>
          </a:xfrm>
          <a:prstGeom prst="roundRect">
            <a:avLst>
              <a:gd name="adj" fmla="val 3683"/>
            </a:avLst>
          </a:prstGeom>
          <a:solidFill>
            <a:schemeClr val="bg1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r>
              <a:rPr kumimoji="1" lang="en-US" altLang="ko-KR" sz="900" b="1">
                <a:solidFill>
                  <a:schemeClr val="tx1"/>
                </a:solidFill>
              </a:rPr>
              <a:t>Worker Thread</a:t>
            </a:r>
            <a:endParaRPr kumimoji="1" lang="ko-KR" altLang="en-US" sz="900" b="1">
              <a:solidFill>
                <a:schemeClr val="tx1"/>
              </a:solidFill>
            </a:endParaRPr>
          </a:p>
        </p:txBody>
      </p:sp>
      <p:sp>
        <p:nvSpPr>
          <p:cNvPr id="5" name="모서리가 둥근 직사각형 4">
            <a:extLst>
              <a:ext uri="{FF2B5EF4-FFF2-40B4-BE49-F238E27FC236}">
                <a16:creationId xmlns:a16="http://schemas.microsoft.com/office/drawing/2014/main" id="{80F29C74-668A-CE12-1A43-3CF694AE4E9B}"/>
              </a:ext>
            </a:extLst>
          </p:cNvPr>
          <p:cNvSpPr/>
          <p:nvPr/>
        </p:nvSpPr>
        <p:spPr>
          <a:xfrm>
            <a:off x="1513165" y="1986103"/>
            <a:ext cx="1052864" cy="306783"/>
          </a:xfrm>
          <a:prstGeom prst="roundRect">
            <a:avLst>
              <a:gd name="adj" fmla="val 12191"/>
            </a:avLst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Listener</a:t>
            </a:r>
          </a:p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(accept())</a:t>
            </a:r>
            <a:endParaRPr kumimoji="1" lang="ko-KR" altLang="en-US" sz="800">
              <a:solidFill>
                <a:schemeClr val="tx1"/>
              </a:solidFill>
            </a:endParaRPr>
          </a:p>
        </p:txBody>
      </p:sp>
      <p:sp>
        <p:nvSpPr>
          <p:cNvPr id="6" name="모서리가 둥근 직사각형 5">
            <a:extLst>
              <a:ext uri="{FF2B5EF4-FFF2-40B4-BE49-F238E27FC236}">
                <a16:creationId xmlns:a16="http://schemas.microsoft.com/office/drawing/2014/main" id="{8D53C5DD-0893-813F-4BF2-4E3955FD4CCB}"/>
              </a:ext>
            </a:extLst>
          </p:cNvPr>
          <p:cNvSpPr/>
          <p:nvPr/>
        </p:nvSpPr>
        <p:spPr>
          <a:xfrm>
            <a:off x="1442921" y="2663773"/>
            <a:ext cx="1052864" cy="427640"/>
          </a:xfrm>
          <a:prstGeom prst="roundRect">
            <a:avLst>
              <a:gd name="adj" fmla="val 14972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800" b="1">
                <a:solidFill>
                  <a:schemeClr val="tx1"/>
                </a:solidFill>
              </a:rPr>
              <a:t>Dispatcher</a:t>
            </a:r>
          </a:p>
        </p:txBody>
      </p:sp>
      <p:cxnSp>
        <p:nvCxnSpPr>
          <p:cNvPr id="8" name="직선 화살표 연결선 7">
            <a:extLst>
              <a:ext uri="{FF2B5EF4-FFF2-40B4-BE49-F238E27FC236}">
                <a16:creationId xmlns:a16="http://schemas.microsoft.com/office/drawing/2014/main" id="{3EF3175E-0F8C-F315-8488-F14C70B1C4B5}"/>
              </a:ext>
            </a:extLst>
          </p:cNvPr>
          <p:cNvCxnSpPr>
            <a:cxnSpLocks/>
          </p:cNvCxnSpPr>
          <p:nvPr/>
        </p:nvCxnSpPr>
        <p:spPr>
          <a:xfrm>
            <a:off x="971249" y="2714087"/>
            <a:ext cx="541916" cy="0"/>
          </a:xfrm>
          <a:prstGeom prst="straightConnector1">
            <a:avLst/>
          </a:prstGeom>
          <a:ln w="127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직선 화살표 연결선 15">
            <a:extLst>
              <a:ext uri="{FF2B5EF4-FFF2-40B4-BE49-F238E27FC236}">
                <a16:creationId xmlns:a16="http://schemas.microsoft.com/office/drawing/2014/main" id="{7C5FF0B4-9968-4BC3-0DC3-E6FB0674D16E}"/>
              </a:ext>
            </a:extLst>
          </p:cNvPr>
          <p:cNvCxnSpPr>
            <a:cxnSpLocks/>
          </p:cNvCxnSpPr>
          <p:nvPr/>
        </p:nvCxnSpPr>
        <p:spPr>
          <a:xfrm flipV="1">
            <a:off x="1967589" y="2292886"/>
            <a:ext cx="0" cy="370887"/>
          </a:xfrm>
          <a:prstGeom prst="straightConnector1">
            <a:avLst/>
          </a:prstGeom>
          <a:ln w="127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직선 화살표 연결선 22">
            <a:extLst>
              <a:ext uri="{FF2B5EF4-FFF2-40B4-BE49-F238E27FC236}">
                <a16:creationId xmlns:a16="http://schemas.microsoft.com/office/drawing/2014/main" id="{A3F58F73-B869-6AD0-F108-A27C0D480AED}"/>
              </a:ext>
            </a:extLst>
          </p:cNvPr>
          <p:cNvCxnSpPr>
            <a:cxnSpLocks/>
          </p:cNvCxnSpPr>
          <p:nvPr/>
        </p:nvCxnSpPr>
        <p:spPr>
          <a:xfrm flipH="1">
            <a:off x="971249" y="2805585"/>
            <a:ext cx="541916" cy="1466"/>
          </a:xfrm>
          <a:prstGeom prst="straightConnector1">
            <a:avLst/>
          </a:prstGeom>
          <a:ln w="127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모서리가 둥근 직사각형 29">
            <a:extLst>
              <a:ext uri="{FF2B5EF4-FFF2-40B4-BE49-F238E27FC236}">
                <a16:creationId xmlns:a16="http://schemas.microsoft.com/office/drawing/2014/main" id="{EBA60590-3E03-4C22-A84E-971C6E68FB48}"/>
              </a:ext>
            </a:extLst>
          </p:cNvPr>
          <p:cNvSpPr/>
          <p:nvPr/>
        </p:nvSpPr>
        <p:spPr>
          <a:xfrm>
            <a:off x="7583027" y="1384351"/>
            <a:ext cx="1052864" cy="306783"/>
          </a:xfrm>
          <a:prstGeom prst="roundRect">
            <a:avLst>
              <a:gd name="adj" fmla="val 12191"/>
            </a:avLst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Filter Chain Manager</a:t>
            </a:r>
            <a:endParaRPr kumimoji="1" lang="ko-KR" altLang="en-US" sz="800">
              <a:solidFill>
                <a:schemeClr val="tx1"/>
              </a:solidFill>
            </a:endParaRPr>
          </a:p>
        </p:txBody>
      </p:sp>
      <p:cxnSp>
        <p:nvCxnSpPr>
          <p:cNvPr id="31" name="직선 화살표 연결선 30">
            <a:extLst>
              <a:ext uri="{FF2B5EF4-FFF2-40B4-BE49-F238E27FC236}">
                <a16:creationId xmlns:a16="http://schemas.microsoft.com/office/drawing/2014/main" id="{57FC168C-D998-7055-B57D-BAE9467A05EE}"/>
              </a:ext>
            </a:extLst>
          </p:cNvPr>
          <p:cNvCxnSpPr>
            <a:cxnSpLocks/>
          </p:cNvCxnSpPr>
          <p:nvPr/>
        </p:nvCxnSpPr>
        <p:spPr>
          <a:xfrm>
            <a:off x="2089229" y="2292886"/>
            <a:ext cx="0" cy="370887"/>
          </a:xfrm>
          <a:prstGeom prst="straightConnector1">
            <a:avLst/>
          </a:prstGeom>
          <a:ln w="127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모서리가 둥근 직사각형 36">
            <a:extLst>
              <a:ext uri="{FF2B5EF4-FFF2-40B4-BE49-F238E27FC236}">
                <a16:creationId xmlns:a16="http://schemas.microsoft.com/office/drawing/2014/main" id="{2398CAF3-9539-A89B-D959-A979AB76387A}"/>
              </a:ext>
            </a:extLst>
          </p:cNvPr>
          <p:cNvSpPr/>
          <p:nvPr/>
        </p:nvSpPr>
        <p:spPr>
          <a:xfrm>
            <a:off x="2648674" y="462930"/>
            <a:ext cx="4378494" cy="4304331"/>
          </a:xfrm>
          <a:prstGeom prst="roundRect">
            <a:avLst>
              <a:gd name="adj" fmla="val 1832"/>
            </a:avLst>
          </a:prstGeom>
          <a:solidFill>
            <a:schemeClr val="bg1">
              <a:lumMod val="95000"/>
            </a:schemeClr>
          </a:solidFill>
          <a:ln w="12700"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kumimoji="1" lang="en-US" altLang="ko-KR" sz="900" b="1" u="sng">
                <a:solidFill>
                  <a:schemeClr val="tx1"/>
                </a:solidFill>
              </a:rPr>
              <a:t>Per Downstream Connection</a:t>
            </a:r>
            <a:r>
              <a:rPr kumimoji="1" lang="en-US" altLang="ko-KR" sz="900">
                <a:solidFill>
                  <a:schemeClr val="tx1"/>
                </a:solidFill>
              </a:rPr>
              <a:t> Instances</a:t>
            </a:r>
            <a:endParaRPr kumimoji="1" lang="ko-KR" altLang="en-US" sz="900">
              <a:solidFill>
                <a:schemeClr val="tx1"/>
              </a:solidFill>
            </a:endParaRPr>
          </a:p>
        </p:txBody>
      </p:sp>
      <p:sp>
        <p:nvSpPr>
          <p:cNvPr id="7" name="모서리가 둥근 직사각형 6">
            <a:extLst>
              <a:ext uri="{FF2B5EF4-FFF2-40B4-BE49-F238E27FC236}">
                <a16:creationId xmlns:a16="http://schemas.microsoft.com/office/drawing/2014/main" id="{31212F96-FD22-6AC5-9FAD-D74B032D9E7B}"/>
              </a:ext>
            </a:extLst>
          </p:cNvPr>
          <p:cNvSpPr/>
          <p:nvPr/>
        </p:nvSpPr>
        <p:spPr>
          <a:xfrm>
            <a:off x="3801736" y="1148273"/>
            <a:ext cx="3140408" cy="639298"/>
          </a:xfrm>
          <a:prstGeom prst="roundRect">
            <a:avLst>
              <a:gd name="adj" fmla="val 6920"/>
            </a:avLst>
          </a:prstGeom>
          <a:solidFill>
            <a:schemeClr val="bg2">
              <a:lumMod val="90000"/>
            </a:schemeClr>
          </a:solidFill>
          <a:ln w="12700"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kumimoji="1" lang="en-US" altLang="ko-KR" sz="900">
                <a:solidFill>
                  <a:schemeClr val="tx1"/>
                </a:solidFill>
              </a:rPr>
              <a:t>Listener Filters</a:t>
            </a:r>
            <a:endParaRPr kumimoji="1" lang="ko-KR" altLang="en-US" sz="900">
              <a:solidFill>
                <a:schemeClr val="tx1"/>
              </a:solidFill>
            </a:endParaRPr>
          </a:p>
        </p:txBody>
      </p:sp>
      <p:sp>
        <p:nvSpPr>
          <p:cNvPr id="41" name="모서리가 둥근 직사각형 40">
            <a:extLst>
              <a:ext uri="{FF2B5EF4-FFF2-40B4-BE49-F238E27FC236}">
                <a16:creationId xmlns:a16="http://schemas.microsoft.com/office/drawing/2014/main" id="{7A9F232D-68A1-40C9-EB07-18CA4526E6C5}"/>
              </a:ext>
            </a:extLst>
          </p:cNvPr>
          <p:cNvSpPr/>
          <p:nvPr/>
        </p:nvSpPr>
        <p:spPr>
          <a:xfrm>
            <a:off x="2738022" y="1888406"/>
            <a:ext cx="4210242" cy="2808313"/>
          </a:xfrm>
          <a:prstGeom prst="roundRect">
            <a:avLst>
              <a:gd name="adj" fmla="val 2818"/>
            </a:avLst>
          </a:prstGeom>
          <a:solidFill>
            <a:schemeClr val="bg2">
              <a:lumMod val="90000"/>
            </a:schemeClr>
          </a:solidFill>
          <a:ln w="12700"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kumimoji="1" lang="en-US" altLang="ko-KR" sz="900">
                <a:solidFill>
                  <a:schemeClr val="tx1"/>
                </a:solidFill>
              </a:rPr>
              <a:t>Network Filters</a:t>
            </a:r>
            <a:endParaRPr kumimoji="1" lang="ko-KR" altLang="en-US" sz="900">
              <a:solidFill>
                <a:schemeClr val="tx1"/>
              </a:solidFill>
            </a:endParaRPr>
          </a:p>
        </p:txBody>
      </p:sp>
      <p:sp>
        <p:nvSpPr>
          <p:cNvPr id="42" name="모서리가 둥근 직사각형 41">
            <a:extLst>
              <a:ext uri="{FF2B5EF4-FFF2-40B4-BE49-F238E27FC236}">
                <a16:creationId xmlns:a16="http://schemas.microsoft.com/office/drawing/2014/main" id="{781F2813-5C1A-E88B-EEE2-0CB5AE5AAC18}"/>
              </a:ext>
            </a:extLst>
          </p:cNvPr>
          <p:cNvSpPr/>
          <p:nvPr/>
        </p:nvSpPr>
        <p:spPr>
          <a:xfrm>
            <a:off x="2825391" y="2576891"/>
            <a:ext cx="4037654" cy="2042715"/>
          </a:xfrm>
          <a:prstGeom prst="roundRect">
            <a:avLst>
              <a:gd name="adj" fmla="val 5488"/>
            </a:avLst>
          </a:prstGeom>
          <a:solidFill>
            <a:schemeClr val="bg1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r"/>
            <a:r>
              <a:rPr kumimoji="1" lang="en-US" altLang="ko-KR" sz="800">
                <a:solidFill>
                  <a:schemeClr val="tx1"/>
                </a:solidFill>
              </a:rPr>
              <a:t>HCM (HTTP Connection Manager) </a:t>
            </a:r>
          </a:p>
          <a:p>
            <a:pPr algn="r"/>
            <a:r>
              <a:rPr kumimoji="1" lang="en-US" altLang="ko-KR" sz="800">
                <a:solidFill>
                  <a:schemeClr val="tx1"/>
                </a:solidFill>
              </a:rPr>
              <a:t>/ Terminator Filter</a:t>
            </a:r>
            <a:endParaRPr kumimoji="1" lang="ko-KR" altLang="en-US" sz="800">
              <a:solidFill>
                <a:schemeClr val="tx1"/>
              </a:solidFill>
            </a:endParaRPr>
          </a:p>
        </p:txBody>
      </p:sp>
      <p:sp>
        <p:nvSpPr>
          <p:cNvPr id="43" name="모서리가 둥근 직사각형 42">
            <a:extLst>
              <a:ext uri="{FF2B5EF4-FFF2-40B4-BE49-F238E27FC236}">
                <a16:creationId xmlns:a16="http://schemas.microsoft.com/office/drawing/2014/main" id="{094F7196-7134-AAFB-774C-518D6E4F5F13}"/>
              </a:ext>
            </a:extLst>
          </p:cNvPr>
          <p:cNvSpPr/>
          <p:nvPr/>
        </p:nvSpPr>
        <p:spPr>
          <a:xfrm>
            <a:off x="3992046" y="2172644"/>
            <a:ext cx="801642" cy="306783"/>
          </a:xfrm>
          <a:prstGeom prst="roundRect">
            <a:avLst>
              <a:gd name="adj" fmla="val 19601"/>
            </a:avLst>
          </a:prstGeom>
          <a:solidFill>
            <a:schemeClr val="bg1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RBAC (L4)</a:t>
            </a:r>
            <a:endParaRPr kumimoji="1" lang="ko-KR" altLang="en-US" sz="800">
              <a:solidFill>
                <a:schemeClr val="tx1"/>
              </a:solidFill>
            </a:endParaRPr>
          </a:p>
        </p:txBody>
      </p:sp>
      <p:sp>
        <p:nvSpPr>
          <p:cNvPr id="44" name="모서리가 둥근 직사각형 43">
            <a:extLst>
              <a:ext uri="{FF2B5EF4-FFF2-40B4-BE49-F238E27FC236}">
                <a16:creationId xmlns:a16="http://schemas.microsoft.com/office/drawing/2014/main" id="{ECDADF91-4BA7-FB40-3CF7-5F73E635E68E}"/>
              </a:ext>
            </a:extLst>
          </p:cNvPr>
          <p:cNvSpPr/>
          <p:nvPr/>
        </p:nvSpPr>
        <p:spPr>
          <a:xfrm>
            <a:off x="2829503" y="2172643"/>
            <a:ext cx="801642" cy="306783"/>
          </a:xfrm>
          <a:prstGeom prst="roundRect">
            <a:avLst>
              <a:gd name="adj" fmla="val 19601"/>
            </a:avLst>
          </a:prstGeom>
          <a:solidFill>
            <a:schemeClr val="bg1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Connection</a:t>
            </a:r>
          </a:p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Limit</a:t>
            </a:r>
            <a:endParaRPr kumimoji="1" lang="ko-KR" altLang="en-US" sz="800">
              <a:solidFill>
                <a:schemeClr val="tx1"/>
              </a:solidFill>
            </a:endParaRPr>
          </a:p>
        </p:txBody>
      </p:sp>
      <p:sp>
        <p:nvSpPr>
          <p:cNvPr id="45" name="모서리가 둥근 직사각형 44">
            <a:extLst>
              <a:ext uri="{FF2B5EF4-FFF2-40B4-BE49-F238E27FC236}">
                <a16:creationId xmlns:a16="http://schemas.microsoft.com/office/drawing/2014/main" id="{BEDB7502-CE8A-E744-3FA6-16D1A9AE1A08}"/>
              </a:ext>
            </a:extLst>
          </p:cNvPr>
          <p:cNvSpPr/>
          <p:nvPr/>
        </p:nvSpPr>
        <p:spPr>
          <a:xfrm>
            <a:off x="5948451" y="2172642"/>
            <a:ext cx="801642" cy="306783"/>
          </a:xfrm>
          <a:prstGeom prst="roundRect">
            <a:avLst>
              <a:gd name="adj" fmla="val 19601"/>
            </a:avLst>
          </a:prstGeom>
          <a:solidFill>
            <a:schemeClr val="bg1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Local Rate Limit (L4)</a:t>
            </a:r>
            <a:endParaRPr kumimoji="1" lang="ko-KR" altLang="en-US" sz="800">
              <a:solidFill>
                <a:schemeClr val="tx1"/>
              </a:solidFill>
            </a:endParaRPr>
          </a:p>
        </p:txBody>
      </p:sp>
      <p:sp>
        <p:nvSpPr>
          <p:cNvPr id="34" name="모서리가 둥근 직사각형 33">
            <a:extLst>
              <a:ext uri="{FF2B5EF4-FFF2-40B4-BE49-F238E27FC236}">
                <a16:creationId xmlns:a16="http://schemas.microsoft.com/office/drawing/2014/main" id="{4ABC2DF5-ADC1-3927-C333-6A774E885C5C}"/>
              </a:ext>
            </a:extLst>
          </p:cNvPr>
          <p:cNvSpPr/>
          <p:nvPr/>
        </p:nvSpPr>
        <p:spPr>
          <a:xfrm>
            <a:off x="6034996" y="1400875"/>
            <a:ext cx="801642" cy="306783"/>
          </a:xfrm>
          <a:prstGeom prst="roundRect">
            <a:avLst>
              <a:gd name="adj" fmla="val 19601"/>
            </a:avLst>
          </a:prstGeom>
          <a:solidFill>
            <a:schemeClr val="bg1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TLS Inspector</a:t>
            </a:r>
            <a:endParaRPr kumimoji="1" lang="ko-KR" altLang="en-US" sz="800">
              <a:solidFill>
                <a:schemeClr val="tx1"/>
              </a:solidFill>
            </a:endParaRPr>
          </a:p>
        </p:txBody>
      </p:sp>
      <p:sp>
        <p:nvSpPr>
          <p:cNvPr id="35" name="모서리가 둥근 직사각형 34">
            <a:extLst>
              <a:ext uri="{FF2B5EF4-FFF2-40B4-BE49-F238E27FC236}">
                <a16:creationId xmlns:a16="http://schemas.microsoft.com/office/drawing/2014/main" id="{C1D01CA0-22A6-4895-3BF3-1164FDB487BF}"/>
              </a:ext>
            </a:extLst>
          </p:cNvPr>
          <p:cNvSpPr/>
          <p:nvPr/>
        </p:nvSpPr>
        <p:spPr>
          <a:xfrm>
            <a:off x="5055760" y="1402639"/>
            <a:ext cx="801642" cy="306783"/>
          </a:xfrm>
          <a:prstGeom prst="roundRect">
            <a:avLst>
              <a:gd name="adj" fmla="val 19601"/>
            </a:avLst>
          </a:prstGeom>
          <a:solidFill>
            <a:schemeClr val="bg1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Proxy</a:t>
            </a:r>
          </a:p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Protocol</a:t>
            </a:r>
            <a:endParaRPr kumimoji="1" lang="ko-KR" altLang="en-US" sz="800">
              <a:solidFill>
                <a:schemeClr val="tx1"/>
              </a:solidFill>
            </a:endParaRPr>
          </a:p>
        </p:txBody>
      </p:sp>
      <p:sp>
        <p:nvSpPr>
          <p:cNvPr id="36" name="모서리가 둥근 직사각형 35">
            <a:extLst>
              <a:ext uri="{FF2B5EF4-FFF2-40B4-BE49-F238E27FC236}">
                <a16:creationId xmlns:a16="http://schemas.microsoft.com/office/drawing/2014/main" id="{7E67F946-125D-3279-35C2-15190605CC34}"/>
              </a:ext>
            </a:extLst>
          </p:cNvPr>
          <p:cNvSpPr/>
          <p:nvPr/>
        </p:nvSpPr>
        <p:spPr>
          <a:xfrm>
            <a:off x="3898336" y="1402639"/>
            <a:ext cx="801642" cy="306783"/>
          </a:xfrm>
          <a:prstGeom prst="roundRect">
            <a:avLst>
              <a:gd name="adj" fmla="val 19601"/>
            </a:avLst>
          </a:prstGeom>
          <a:solidFill>
            <a:schemeClr val="bg1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Original</a:t>
            </a:r>
          </a:p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Dst</a:t>
            </a:r>
            <a:endParaRPr kumimoji="1" lang="ko-KR" altLang="en-US" sz="800">
              <a:solidFill>
                <a:schemeClr val="tx1"/>
              </a:solidFill>
            </a:endParaRPr>
          </a:p>
        </p:txBody>
      </p:sp>
      <p:sp>
        <p:nvSpPr>
          <p:cNvPr id="47" name="모서리가 둥근 직사각형 46">
            <a:extLst>
              <a:ext uri="{FF2B5EF4-FFF2-40B4-BE49-F238E27FC236}">
                <a16:creationId xmlns:a16="http://schemas.microsoft.com/office/drawing/2014/main" id="{E17210A9-587D-B896-102B-6402D6CC5FA6}"/>
              </a:ext>
            </a:extLst>
          </p:cNvPr>
          <p:cNvSpPr/>
          <p:nvPr/>
        </p:nvSpPr>
        <p:spPr>
          <a:xfrm>
            <a:off x="2915431" y="2663773"/>
            <a:ext cx="801642" cy="306783"/>
          </a:xfrm>
          <a:prstGeom prst="roundRect">
            <a:avLst>
              <a:gd name="adj" fmla="val 19601"/>
            </a:avLst>
          </a:prstGeom>
          <a:solidFill>
            <a:schemeClr val="bg1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HTTP Codec</a:t>
            </a:r>
            <a:endParaRPr kumimoji="1" lang="ko-KR" altLang="en-US" sz="800">
              <a:solidFill>
                <a:schemeClr val="tx1"/>
              </a:solidFill>
            </a:endParaRPr>
          </a:p>
        </p:txBody>
      </p:sp>
      <p:sp>
        <p:nvSpPr>
          <p:cNvPr id="38" name="타원 37">
            <a:extLst>
              <a:ext uri="{FF2B5EF4-FFF2-40B4-BE49-F238E27FC236}">
                <a16:creationId xmlns:a16="http://schemas.microsoft.com/office/drawing/2014/main" id="{11E0223A-6CE5-9288-4E9B-AE67B42B03F3}"/>
              </a:ext>
            </a:extLst>
          </p:cNvPr>
          <p:cNvSpPr/>
          <p:nvPr/>
        </p:nvSpPr>
        <p:spPr>
          <a:xfrm flipH="1" flipV="1">
            <a:off x="4754947" y="1429246"/>
            <a:ext cx="51681" cy="45719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39" name="타원 38">
            <a:extLst>
              <a:ext uri="{FF2B5EF4-FFF2-40B4-BE49-F238E27FC236}">
                <a16:creationId xmlns:a16="http://schemas.microsoft.com/office/drawing/2014/main" id="{D8A85906-41AE-8647-40FF-5421FC997453}"/>
              </a:ext>
            </a:extLst>
          </p:cNvPr>
          <p:cNvSpPr/>
          <p:nvPr/>
        </p:nvSpPr>
        <p:spPr>
          <a:xfrm flipH="1" flipV="1">
            <a:off x="4850778" y="1429719"/>
            <a:ext cx="51681" cy="45719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40" name="타원 39">
            <a:extLst>
              <a:ext uri="{FF2B5EF4-FFF2-40B4-BE49-F238E27FC236}">
                <a16:creationId xmlns:a16="http://schemas.microsoft.com/office/drawing/2014/main" id="{622AD3E7-B9F5-EA7B-059F-104FF51E95A5}"/>
              </a:ext>
            </a:extLst>
          </p:cNvPr>
          <p:cNvSpPr/>
          <p:nvPr/>
        </p:nvSpPr>
        <p:spPr>
          <a:xfrm flipH="1" flipV="1">
            <a:off x="4946608" y="1429245"/>
            <a:ext cx="51681" cy="45719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50" name="모서리가 둥근 직사각형 49">
            <a:extLst>
              <a:ext uri="{FF2B5EF4-FFF2-40B4-BE49-F238E27FC236}">
                <a16:creationId xmlns:a16="http://schemas.microsoft.com/office/drawing/2014/main" id="{837EB55F-88D4-CBA0-BEE9-093CE9078179}"/>
              </a:ext>
            </a:extLst>
          </p:cNvPr>
          <p:cNvSpPr/>
          <p:nvPr/>
        </p:nvSpPr>
        <p:spPr>
          <a:xfrm>
            <a:off x="2915430" y="3027846"/>
            <a:ext cx="3865553" cy="1521424"/>
          </a:xfrm>
          <a:prstGeom prst="roundRect">
            <a:avLst>
              <a:gd name="adj" fmla="val 6920"/>
            </a:avLst>
          </a:prstGeom>
          <a:solidFill>
            <a:schemeClr val="bg1">
              <a:lumMod val="85000"/>
            </a:schemeClr>
          </a:solidFill>
          <a:ln w="12700"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kumimoji="1" lang="en-US" altLang="ko-KR" sz="800" b="1" u="sng">
                <a:solidFill>
                  <a:schemeClr val="tx1"/>
                </a:solidFill>
              </a:rPr>
              <a:t>Per Request/Stream</a:t>
            </a:r>
            <a:r>
              <a:rPr kumimoji="1" lang="en-US" altLang="ko-KR" sz="800">
                <a:solidFill>
                  <a:schemeClr val="tx1"/>
                </a:solidFill>
              </a:rPr>
              <a:t> Instances</a:t>
            </a:r>
            <a:endParaRPr kumimoji="1" lang="ko-KR" altLang="en-US" sz="800">
              <a:solidFill>
                <a:schemeClr val="tx1"/>
              </a:solidFill>
            </a:endParaRPr>
          </a:p>
        </p:txBody>
      </p:sp>
      <p:sp>
        <p:nvSpPr>
          <p:cNvPr id="51" name="모서리가 둥근 직사각형 50">
            <a:extLst>
              <a:ext uri="{FF2B5EF4-FFF2-40B4-BE49-F238E27FC236}">
                <a16:creationId xmlns:a16="http://schemas.microsoft.com/office/drawing/2014/main" id="{A8A7C468-35F6-6130-299F-7D2EE72B9834}"/>
              </a:ext>
            </a:extLst>
          </p:cNvPr>
          <p:cNvSpPr/>
          <p:nvPr/>
        </p:nvSpPr>
        <p:spPr>
          <a:xfrm>
            <a:off x="3005469" y="3313452"/>
            <a:ext cx="3687591" cy="1147893"/>
          </a:xfrm>
          <a:prstGeom prst="roundRect">
            <a:avLst>
              <a:gd name="adj" fmla="val 9482"/>
            </a:avLst>
          </a:prstGeom>
          <a:solidFill>
            <a:schemeClr val="bg2">
              <a:lumMod val="75000"/>
            </a:schemeClr>
          </a:solidFill>
          <a:ln w="12700"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Downstream HTTP Filters</a:t>
            </a:r>
            <a:endParaRPr kumimoji="1" lang="ko-KR" altLang="en-US" sz="800">
              <a:solidFill>
                <a:schemeClr val="tx1"/>
              </a:solidFill>
            </a:endParaRPr>
          </a:p>
        </p:txBody>
      </p:sp>
      <p:sp>
        <p:nvSpPr>
          <p:cNvPr id="52" name="모서리가 둥근 직사각형 51">
            <a:extLst>
              <a:ext uri="{FF2B5EF4-FFF2-40B4-BE49-F238E27FC236}">
                <a16:creationId xmlns:a16="http://schemas.microsoft.com/office/drawing/2014/main" id="{36A509FB-0993-8DB7-0FE9-5C22FE262A3F}"/>
              </a:ext>
            </a:extLst>
          </p:cNvPr>
          <p:cNvSpPr/>
          <p:nvPr/>
        </p:nvSpPr>
        <p:spPr>
          <a:xfrm>
            <a:off x="5799329" y="3575847"/>
            <a:ext cx="801642" cy="306783"/>
          </a:xfrm>
          <a:prstGeom prst="roundRect">
            <a:avLst>
              <a:gd name="adj" fmla="val 19601"/>
            </a:avLst>
          </a:prstGeom>
          <a:solidFill>
            <a:schemeClr val="bg1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Rate Limit</a:t>
            </a:r>
            <a:endParaRPr kumimoji="1" lang="ko-KR" altLang="en-US" sz="800">
              <a:solidFill>
                <a:schemeClr val="tx1"/>
              </a:solidFill>
            </a:endParaRPr>
          </a:p>
        </p:txBody>
      </p:sp>
      <p:sp>
        <p:nvSpPr>
          <p:cNvPr id="53" name="타원 52">
            <a:extLst>
              <a:ext uri="{FF2B5EF4-FFF2-40B4-BE49-F238E27FC236}">
                <a16:creationId xmlns:a16="http://schemas.microsoft.com/office/drawing/2014/main" id="{8B7C748A-77E6-32A8-B195-FEFF872EDA86}"/>
              </a:ext>
            </a:extLst>
          </p:cNvPr>
          <p:cNvSpPr/>
          <p:nvPr/>
        </p:nvSpPr>
        <p:spPr>
          <a:xfrm flipH="1" flipV="1">
            <a:off x="3690872" y="2202255"/>
            <a:ext cx="51681" cy="45719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54" name="타원 53">
            <a:extLst>
              <a:ext uri="{FF2B5EF4-FFF2-40B4-BE49-F238E27FC236}">
                <a16:creationId xmlns:a16="http://schemas.microsoft.com/office/drawing/2014/main" id="{3EA01C10-7B9E-508A-6BCD-479B69F6525B}"/>
              </a:ext>
            </a:extLst>
          </p:cNvPr>
          <p:cNvSpPr/>
          <p:nvPr/>
        </p:nvSpPr>
        <p:spPr>
          <a:xfrm flipH="1" flipV="1">
            <a:off x="3786703" y="2202728"/>
            <a:ext cx="51681" cy="45719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55" name="타원 54">
            <a:extLst>
              <a:ext uri="{FF2B5EF4-FFF2-40B4-BE49-F238E27FC236}">
                <a16:creationId xmlns:a16="http://schemas.microsoft.com/office/drawing/2014/main" id="{C242ECBF-5F72-9D96-6BE9-A56480065F78}"/>
              </a:ext>
            </a:extLst>
          </p:cNvPr>
          <p:cNvSpPr/>
          <p:nvPr/>
        </p:nvSpPr>
        <p:spPr>
          <a:xfrm flipH="1" flipV="1">
            <a:off x="3882533" y="2202254"/>
            <a:ext cx="51681" cy="45719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56" name="모서리가 둥근 직사각형 55">
            <a:extLst>
              <a:ext uri="{FF2B5EF4-FFF2-40B4-BE49-F238E27FC236}">
                <a16:creationId xmlns:a16="http://schemas.microsoft.com/office/drawing/2014/main" id="{BC0FE541-5D80-B63C-3CC6-98E010FF0CFB}"/>
              </a:ext>
            </a:extLst>
          </p:cNvPr>
          <p:cNvSpPr/>
          <p:nvPr/>
        </p:nvSpPr>
        <p:spPr>
          <a:xfrm>
            <a:off x="2733977" y="1363300"/>
            <a:ext cx="995391" cy="427640"/>
          </a:xfrm>
          <a:prstGeom prst="roundRect">
            <a:avLst>
              <a:gd name="adj" fmla="val 12191"/>
            </a:avLst>
          </a:prstGeom>
          <a:solidFill>
            <a:schemeClr val="bg1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Downstream Transport Socket</a:t>
            </a:r>
            <a:endParaRPr kumimoji="1" lang="ko-KR" altLang="en-US" sz="800">
              <a:solidFill>
                <a:schemeClr val="tx1"/>
              </a:solidFill>
            </a:endParaRPr>
          </a:p>
        </p:txBody>
      </p:sp>
      <p:sp>
        <p:nvSpPr>
          <p:cNvPr id="9" name="모서리가 둥근 직사각형 8">
            <a:extLst>
              <a:ext uri="{FF2B5EF4-FFF2-40B4-BE49-F238E27FC236}">
                <a16:creationId xmlns:a16="http://schemas.microsoft.com/office/drawing/2014/main" id="{731AF8AC-7C9F-41FA-FA04-91DC848ACAA7}"/>
              </a:ext>
            </a:extLst>
          </p:cNvPr>
          <p:cNvSpPr/>
          <p:nvPr/>
        </p:nvSpPr>
        <p:spPr>
          <a:xfrm>
            <a:off x="3100976" y="3575848"/>
            <a:ext cx="801642" cy="306783"/>
          </a:xfrm>
          <a:prstGeom prst="roundRect">
            <a:avLst>
              <a:gd name="adj" fmla="val 19601"/>
            </a:avLst>
          </a:prstGeom>
          <a:solidFill>
            <a:schemeClr val="bg1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CORS</a:t>
            </a:r>
            <a:endParaRPr kumimoji="1" lang="ko-KR" altLang="en-US" sz="800">
              <a:solidFill>
                <a:schemeClr val="tx1"/>
              </a:solidFill>
            </a:endParaRPr>
          </a:p>
        </p:txBody>
      </p:sp>
      <p:cxnSp>
        <p:nvCxnSpPr>
          <p:cNvPr id="10" name="직선 화살표 연결선 9">
            <a:extLst>
              <a:ext uri="{FF2B5EF4-FFF2-40B4-BE49-F238E27FC236}">
                <a16:creationId xmlns:a16="http://schemas.microsoft.com/office/drawing/2014/main" id="{B218C046-1F48-EFFE-C664-A5BF558D18C3}"/>
              </a:ext>
            </a:extLst>
          </p:cNvPr>
          <p:cNvCxnSpPr>
            <a:cxnSpLocks/>
            <a:stCxn id="44" idx="3"/>
            <a:endCxn id="43" idx="1"/>
          </p:cNvCxnSpPr>
          <p:nvPr/>
        </p:nvCxnSpPr>
        <p:spPr>
          <a:xfrm>
            <a:off x="3631145" y="2326035"/>
            <a:ext cx="360901" cy="1"/>
          </a:xfrm>
          <a:prstGeom prst="straightConnector1">
            <a:avLst/>
          </a:prstGeom>
          <a:ln w="127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직선 화살표 연결선 12">
            <a:extLst>
              <a:ext uri="{FF2B5EF4-FFF2-40B4-BE49-F238E27FC236}">
                <a16:creationId xmlns:a16="http://schemas.microsoft.com/office/drawing/2014/main" id="{F1745B71-58DF-60AD-42A1-CD0020FBE668}"/>
              </a:ext>
            </a:extLst>
          </p:cNvPr>
          <p:cNvCxnSpPr>
            <a:cxnSpLocks/>
            <a:stCxn id="43" idx="3"/>
            <a:endCxn id="21" idx="1"/>
          </p:cNvCxnSpPr>
          <p:nvPr/>
        </p:nvCxnSpPr>
        <p:spPr>
          <a:xfrm flipV="1">
            <a:off x="4793688" y="2326034"/>
            <a:ext cx="176506" cy="2"/>
          </a:xfrm>
          <a:prstGeom prst="straightConnector1">
            <a:avLst/>
          </a:prstGeom>
          <a:ln w="127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모서리가 둥근 직사각형 16">
            <a:extLst>
              <a:ext uri="{FF2B5EF4-FFF2-40B4-BE49-F238E27FC236}">
                <a16:creationId xmlns:a16="http://schemas.microsoft.com/office/drawing/2014/main" id="{7163E164-C327-6EE8-DC7B-E284666C2091}"/>
              </a:ext>
            </a:extLst>
          </p:cNvPr>
          <p:cNvSpPr/>
          <p:nvPr/>
        </p:nvSpPr>
        <p:spPr>
          <a:xfrm>
            <a:off x="4900429" y="3575847"/>
            <a:ext cx="801642" cy="306783"/>
          </a:xfrm>
          <a:prstGeom prst="roundRect">
            <a:avLst>
              <a:gd name="adj" fmla="val 19601"/>
            </a:avLst>
          </a:prstGeom>
          <a:solidFill>
            <a:schemeClr val="bg1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RBAC (L7)</a:t>
            </a:r>
            <a:endParaRPr kumimoji="1" lang="ko-KR" altLang="en-US" sz="800">
              <a:solidFill>
                <a:schemeClr val="tx1"/>
              </a:solidFill>
            </a:endParaRPr>
          </a:p>
        </p:txBody>
      </p:sp>
      <p:sp>
        <p:nvSpPr>
          <p:cNvPr id="21" name="모서리가 둥근 직사각형 20">
            <a:extLst>
              <a:ext uri="{FF2B5EF4-FFF2-40B4-BE49-F238E27FC236}">
                <a16:creationId xmlns:a16="http://schemas.microsoft.com/office/drawing/2014/main" id="{07E4C6FF-A071-298C-4BF2-5DB9D426DF12}"/>
              </a:ext>
            </a:extLst>
          </p:cNvPr>
          <p:cNvSpPr/>
          <p:nvPr/>
        </p:nvSpPr>
        <p:spPr>
          <a:xfrm>
            <a:off x="4970194" y="2172642"/>
            <a:ext cx="801642" cy="306783"/>
          </a:xfrm>
          <a:prstGeom prst="roundRect">
            <a:avLst>
              <a:gd name="adj" fmla="val 19601"/>
            </a:avLst>
          </a:prstGeom>
          <a:solidFill>
            <a:schemeClr val="bg1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WASM</a:t>
            </a:r>
            <a:endParaRPr kumimoji="1" lang="ko-KR" altLang="en-US" sz="800">
              <a:solidFill>
                <a:schemeClr val="tx1"/>
              </a:solidFill>
            </a:endParaRPr>
          </a:p>
        </p:txBody>
      </p:sp>
      <p:cxnSp>
        <p:nvCxnSpPr>
          <p:cNvPr id="26" name="직선 화살표 연결선 25">
            <a:extLst>
              <a:ext uri="{FF2B5EF4-FFF2-40B4-BE49-F238E27FC236}">
                <a16:creationId xmlns:a16="http://schemas.microsoft.com/office/drawing/2014/main" id="{4C99CAF9-4CC9-EED8-FC7B-491F340B27A2}"/>
              </a:ext>
            </a:extLst>
          </p:cNvPr>
          <p:cNvCxnSpPr>
            <a:cxnSpLocks/>
            <a:stCxn id="21" idx="3"/>
            <a:endCxn id="45" idx="1"/>
          </p:cNvCxnSpPr>
          <p:nvPr/>
        </p:nvCxnSpPr>
        <p:spPr>
          <a:xfrm>
            <a:off x="5771836" y="2326034"/>
            <a:ext cx="176615" cy="0"/>
          </a:xfrm>
          <a:prstGeom prst="straightConnector1">
            <a:avLst/>
          </a:prstGeom>
          <a:ln w="127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모서리가 둥근 직사각형 28">
            <a:extLst>
              <a:ext uri="{FF2B5EF4-FFF2-40B4-BE49-F238E27FC236}">
                <a16:creationId xmlns:a16="http://schemas.microsoft.com/office/drawing/2014/main" id="{88FD9EA7-FEE6-8673-CBD9-0880A9608564}"/>
              </a:ext>
            </a:extLst>
          </p:cNvPr>
          <p:cNvSpPr/>
          <p:nvPr/>
        </p:nvSpPr>
        <p:spPr>
          <a:xfrm>
            <a:off x="5799329" y="4060778"/>
            <a:ext cx="801642" cy="306783"/>
          </a:xfrm>
          <a:prstGeom prst="roundRect">
            <a:avLst>
              <a:gd name="adj" fmla="val 19601"/>
            </a:avLst>
          </a:prstGeom>
          <a:solidFill>
            <a:schemeClr val="bg1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800" b="1" u="sng">
                <a:solidFill>
                  <a:schemeClr val="tx1"/>
                </a:solidFill>
              </a:rPr>
              <a:t>Router</a:t>
            </a:r>
            <a:endParaRPr kumimoji="1" lang="ko-KR" altLang="en-US" sz="800" b="1" u="sng">
              <a:solidFill>
                <a:schemeClr val="tx1"/>
              </a:solidFill>
            </a:endParaRPr>
          </a:p>
        </p:txBody>
      </p:sp>
      <p:sp>
        <p:nvSpPr>
          <p:cNvPr id="32" name="모서리가 둥근 직사각형 31">
            <a:extLst>
              <a:ext uri="{FF2B5EF4-FFF2-40B4-BE49-F238E27FC236}">
                <a16:creationId xmlns:a16="http://schemas.microsoft.com/office/drawing/2014/main" id="{91AFE2E1-F638-08EF-83CF-032882DAD03A}"/>
              </a:ext>
            </a:extLst>
          </p:cNvPr>
          <p:cNvSpPr/>
          <p:nvPr/>
        </p:nvSpPr>
        <p:spPr>
          <a:xfrm>
            <a:off x="4900429" y="4054471"/>
            <a:ext cx="801642" cy="306783"/>
          </a:xfrm>
          <a:prstGeom prst="roundRect">
            <a:avLst>
              <a:gd name="adj" fmla="val 19601"/>
            </a:avLst>
          </a:prstGeom>
          <a:solidFill>
            <a:schemeClr val="bg1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LUA</a:t>
            </a:r>
            <a:endParaRPr kumimoji="1" lang="ko-KR" altLang="en-US" sz="800">
              <a:solidFill>
                <a:schemeClr val="tx1"/>
              </a:solidFill>
            </a:endParaRPr>
          </a:p>
        </p:txBody>
      </p:sp>
      <p:sp>
        <p:nvSpPr>
          <p:cNvPr id="33" name="모서리가 둥근 직사각형 32">
            <a:extLst>
              <a:ext uri="{FF2B5EF4-FFF2-40B4-BE49-F238E27FC236}">
                <a16:creationId xmlns:a16="http://schemas.microsoft.com/office/drawing/2014/main" id="{6308E109-AB75-C2B3-FFCF-77A8E9BA193E}"/>
              </a:ext>
            </a:extLst>
          </p:cNvPr>
          <p:cNvSpPr/>
          <p:nvPr/>
        </p:nvSpPr>
        <p:spPr>
          <a:xfrm>
            <a:off x="3100976" y="4053917"/>
            <a:ext cx="801642" cy="306783"/>
          </a:xfrm>
          <a:prstGeom prst="roundRect">
            <a:avLst>
              <a:gd name="adj" fmla="val 19601"/>
            </a:avLst>
          </a:prstGeom>
          <a:solidFill>
            <a:schemeClr val="bg1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Local Rate Limit (L7)</a:t>
            </a:r>
            <a:endParaRPr kumimoji="1" lang="ko-KR" altLang="en-US" sz="800">
              <a:solidFill>
                <a:schemeClr val="tx1"/>
              </a:solidFill>
            </a:endParaRPr>
          </a:p>
        </p:txBody>
      </p:sp>
      <p:sp>
        <p:nvSpPr>
          <p:cNvPr id="46" name="모서리가 둥근 직사각형 45">
            <a:extLst>
              <a:ext uri="{FF2B5EF4-FFF2-40B4-BE49-F238E27FC236}">
                <a16:creationId xmlns:a16="http://schemas.microsoft.com/office/drawing/2014/main" id="{8800A712-04DD-431D-A9BB-A923818DD16F}"/>
              </a:ext>
            </a:extLst>
          </p:cNvPr>
          <p:cNvSpPr/>
          <p:nvPr/>
        </p:nvSpPr>
        <p:spPr>
          <a:xfrm>
            <a:off x="3998124" y="4054471"/>
            <a:ext cx="801642" cy="306783"/>
          </a:xfrm>
          <a:prstGeom prst="roundRect">
            <a:avLst>
              <a:gd name="adj" fmla="val 19601"/>
            </a:avLst>
          </a:prstGeom>
          <a:solidFill>
            <a:schemeClr val="bg1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Compressor</a:t>
            </a:r>
            <a:endParaRPr kumimoji="1" lang="ko-KR" altLang="en-US" sz="800">
              <a:solidFill>
                <a:schemeClr val="tx1"/>
              </a:solidFill>
            </a:endParaRPr>
          </a:p>
        </p:txBody>
      </p:sp>
      <p:sp>
        <p:nvSpPr>
          <p:cNvPr id="48" name="타원 47">
            <a:extLst>
              <a:ext uri="{FF2B5EF4-FFF2-40B4-BE49-F238E27FC236}">
                <a16:creationId xmlns:a16="http://schemas.microsoft.com/office/drawing/2014/main" id="{D8D2EE88-CE26-07EE-419F-DC2C45F3163F}"/>
              </a:ext>
            </a:extLst>
          </p:cNvPr>
          <p:cNvSpPr/>
          <p:nvPr/>
        </p:nvSpPr>
        <p:spPr>
          <a:xfrm flipH="1" flipV="1">
            <a:off x="4283968" y="3642415"/>
            <a:ext cx="51681" cy="45719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49" name="타원 48">
            <a:extLst>
              <a:ext uri="{FF2B5EF4-FFF2-40B4-BE49-F238E27FC236}">
                <a16:creationId xmlns:a16="http://schemas.microsoft.com/office/drawing/2014/main" id="{6F197321-A65F-3127-AFFA-E3DB0B1E5A7C}"/>
              </a:ext>
            </a:extLst>
          </p:cNvPr>
          <p:cNvSpPr/>
          <p:nvPr/>
        </p:nvSpPr>
        <p:spPr>
          <a:xfrm flipH="1" flipV="1">
            <a:off x="4379799" y="3642888"/>
            <a:ext cx="51681" cy="45719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57" name="타원 56">
            <a:extLst>
              <a:ext uri="{FF2B5EF4-FFF2-40B4-BE49-F238E27FC236}">
                <a16:creationId xmlns:a16="http://schemas.microsoft.com/office/drawing/2014/main" id="{1EFB369E-CD6E-AD98-4B03-1EE78BB0F343}"/>
              </a:ext>
            </a:extLst>
          </p:cNvPr>
          <p:cNvSpPr/>
          <p:nvPr/>
        </p:nvSpPr>
        <p:spPr>
          <a:xfrm flipH="1" flipV="1">
            <a:off x="4475629" y="3642414"/>
            <a:ext cx="51681" cy="45719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cxnSp>
        <p:nvCxnSpPr>
          <p:cNvPr id="58" name="직선 화살표 연결선 57">
            <a:extLst>
              <a:ext uri="{FF2B5EF4-FFF2-40B4-BE49-F238E27FC236}">
                <a16:creationId xmlns:a16="http://schemas.microsoft.com/office/drawing/2014/main" id="{ED37B301-7454-FEF4-6B95-EBD037363E2A}"/>
              </a:ext>
            </a:extLst>
          </p:cNvPr>
          <p:cNvCxnSpPr>
            <a:cxnSpLocks/>
            <a:stCxn id="36" idx="3"/>
            <a:endCxn id="35" idx="1"/>
          </p:cNvCxnSpPr>
          <p:nvPr/>
        </p:nvCxnSpPr>
        <p:spPr>
          <a:xfrm>
            <a:off x="4699978" y="1556031"/>
            <a:ext cx="355782" cy="0"/>
          </a:xfrm>
          <a:prstGeom prst="straightConnector1">
            <a:avLst/>
          </a:prstGeom>
          <a:ln w="127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직선 화살표 연결선 60">
            <a:extLst>
              <a:ext uri="{FF2B5EF4-FFF2-40B4-BE49-F238E27FC236}">
                <a16:creationId xmlns:a16="http://schemas.microsoft.com/office/drawing/2014/main" id="{84FCD870-4CDC-D91C-01E0-0595CFB868D4}"/>
              </a:ext>
            </a:extLst>
          </p:cNvPr>
          <p:cNvCxnSpPr>
            <a:cxnSpLocks/>
            <a:stCxn id="35" idx="3"/>
            <a:endCxn id="34" idx="1"/>
          </p:cNvCxnSpPr>
          <p:nvPr/>
        </p:nvCxnSpPr>
        <p:spPr>
          <a:xfrm flipV="1">
            <a:off x="5857402" y="1554267"/>
            <a:ext cx="177594" cy="1764"/>
          </a:xfrm>
          <a:prstGeom prst="straightConnector1">
            <a:avLst/>
          </a:prstGeom>
          <a:ln w="127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모서리가 둥근 직사각형 63">
            <a:extLst>
              <a:ext uri="{FF2B5EF4-FFF2-40B4-BE49-F238E27FC236}">
                <a16:creationId xmlns:a16="http://schemas.microsoft.com/office/drawing/2014/main" id="{D1816012-3C29-8743-A907-839F9FDAB195}"/>
              </a:ext>
            </a:extLst>
          </p:cNvPr>
          <p:cNvSpPr/>
          <p:nvPr/>
        </p:nvSpPr>
        <p:spPr>
          <a:xfrm>
            <a:off x="7579593" y="2478329"/>
            <a:ext cx="982735" cy="427640"/>
          </a:xfrm>
          <a:prstGeom prst="roundRect">
            <a:avLst>
              <a:gd name="adj" fmla="val 12191"/>
            </a:avLst>
          </a:prstGeom>
          <a:solidFill>
            <a:schemeClr val="bg1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Upstream Transport Socket</a:t>
            </a:r>
            <a:endParaRPr kumimoji="1" lang="ko-KR" altLang="en-US" sz="800">
              <a:solidFill>
                <a:schemeClr val="tx1"/>
              </a:solidFill>
            </a:endParaRPr>
          </a:p>
        </p:txBody>
      </p:sp>
      <p:cxnSp>
        <p:nvCxnSpPr>
          <p:cNvPr id="65" name="직선 화살표 연결선 64">
            <a:extLst>
              <a:ext uri="{FF2B5EF4-FFF2-40B4-BE49-F238E27FC236}">
                <a16:creationId xmlns:a16="http://schemas.microsoft.com/office/drawing/2014/main" id="{B68F1F40-7E4D-FDAB-9E23-B6AF9C334D7D}"/>
              </a:ext>
            </a:extLst>
          </p:cNvPr>
          <p:cNvCxnSpPr>
            <a:cxnSpLocks/>
            <a:stCxn id="17" idx="3"/>
            <a:endCxn id="52" idx="1"/>
          </p:cNvCxnSpPr>
          <p:nvPr/>
        </p:nvCxnSpPr>
        <p:spPr>
          <a:xfrm>
            <a:off x="5702071" y="3729239"/>
            <a:ext cx="97258" cy="0"/>
          </a:xfrm>
          <a:prstGeom prst="straightConnector1">
            <a:avLst/>
          </a:prstGeom>
          <a:ln w="127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직선 화살표 연결선 67">
            <a:extLst>
              <a:ext uri="{FF2B5EF4-FFF2-40B4-BE49-F238E27FC236}">
                <a16:creationId xmlns:a16="http://schemas.microsoft.com/office/drawing/2014/main" id="{AAB47702-D9DB-7289-33AB-87565DD2FA7C}"/>
              </a:ext>
            </a:extLst>
          </p:cNvPr>
          <p:cNvCxnSpPr>
            <a:cxnSpLocks/>
            <a:stCxn id="32" idx="3"/>
            <a:endCxn id="29" idx="1"/>
          </p:cNvCxnSpPr>
          <p:nvPr/>
        </p:nvCxnSpPr>
        <p:spPr>
          <a:xfrm>
            <a:off x="5702071" y="4207863"/>
            <a:ext cx="97258" cy="6307"/>
          </a:xfrm>
          <a:prstGeom prst="straightConnector1">
            <a:avLst/>
          </a:prstGeom>
          <a:ln w="127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직선 화살표 연결선 70">
            <a:extLst>
              <a:ext uri="{FF2B5EF4-FFF2-40B4-BE49-F238E27FC236}">
                <a16:creationId xmlns:a16="http://schemas.microsoft.com/office/drawing/2014/main" id="{8A9B1A9C-2FC0-4D3A-D463-08CB8DC393CE}"/>
              </a:ext>
            </a:extLst>
          </p:cNvPr>
          <p:cNvCxnSpPr>
            <a:cxnSpLocks/>
            <a:stCxn id="46" idx="3"/>
            <a:endCxn id="32" idx="1"/>
          </p:cNvCxnSpPr>
          <p:nvPr/>
        </p:nvCxnSpPr>
        <p:spPr>
          <a:xfrm>
            <a:off x="4799766" y="4207863"/>
            <a:ext cx="100663" cy="0"/>
          </a:xfrm>
          <a:prstGeom prst="straightConnector1">
            <a:avLst/>
          </a:prstGeom>
          <a:ln w="127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직선 화살표 연결선 73">
            <a:extLst>
              <a:ext uri="{FF2B5EF4-FFF2-40B4-BE49-F238E27FC236}">
                <a16:creationId xmlns:a16="http://schemas.microsoft.com/office/drawing/2014/main" id="{083F6B17-3AB5-7B5D-7F38-01DC9EF767B4}"/>
              </a:ext>
            </a:extLst>
          </p:cNvPr>
          <p:cNvCxnSpPr>
            <a:cxnSpLocks/>
            <a:stCxn id="33" idx="3"/>
            <a:endCxn id="46" idx="1"/>
          </p:cNvCxnSpPr>
          <p:nvPr/>
        </p:nvCxnSpPr>
        <p:spPr>
          <a:xfrm>
            <a:off x="3902618" y="4207309"/>
            <a:ext cx="95506" cy="554"/>
          </a:xfrm>
          <a:prstGeom prst="straightConnector1">
            <a:avLst/>
          </a:prstGeom>
          <a:ln w="127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직선 화살표 연결선 77">
            <a:extLst>
              <a:ext uri="{FF2B5EF4-FFF2-40B4-BE49-F238E27FC236}">
                <a16:creationId xmlns:a16="http://schemas.microsoft.com/office/drawing/2014/main" id="{6911D0BF-8C42-D5C5-3538-29543AD53A52}"/>
              </a:ext>
            </a:extLst>
          </p:cNvPr>
          <p:cNvCxnSpPr>
            <a:cxnSpLocks/>
            <a:stCxn id="9" idx="3"/>
            <a:endCxn id="17" idx="1"/>
          </p:cNvCxnSpPr>
          <p:nvPr/>
        </p:nvCxnSpPr>
        <p:spPr>
          <a:xfrm flipV="1">
            <a:off x="3902618" y="3729239"/>
            <a:ext cx="997811" cy="1"/>
          </a:xfrm>
          <a:prstGeom prst="straightConnector1">
            <a:avLst/>
          </a:prstGeom>
          <a:ln w="127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꺾인 연결선[E] 81">
            <a:extLst>
              <a:ext uri="{FF2B5EF4-FFF2-40B4-BE49-F238E27FC236}">
                <a16:creationId xmlns:a16="http://schemas.microsoft.com/office/drawing/2014/main" id="{960CCF9B-8DE1-CE1B-643D-42A8FC82A985}"/>
              </a:ext>
            </a:extLst>
          </p:cNvPr>
          <p:cNvCxnSpPr>
            <a:stCxn id="45" idx="2"/>
            <a:endCxn id="47" idx="0"/>
          </p:cNvCxnSpPr>
          <p:nvPr/>
        </p:nvCxnSpPr>
        <p:spPr>
          <a:xfrm rot="5400000">
            <a:off x="4740588" y="1055089"/>
            <a:ext cx="184348" cy="3033020"/>
          </a:xfrm>
          <a:prstGeom prst="bentConnector3">
            <a:avLst>
              <a:gd name="adj1" fmla="val 23427"/>
            </a:avLst>
          </a:prstGeom>
          <a:ln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꺾인 연결선[E] 83">
            <a:extLst>
              <a:ext uri="{FF2B5EF4-FFF2-40B4-BE49-F238E27FC236}">
                <a16:creationId xmlns:a16="http://schemas.microsoft.com/office/drawing/2014/main" id="{F5B0DE4F-47E5-6EE8-90B4-AE9CCC1E9C1D}"/>
              </a:ext>
            </a:extLst>
          </p:cNvPr>
          <p:cNvCxnSpPr>
            <a:cxnSpLocks/>
            <a:stCxn id="6" idx="3"/>
            <a:endCxn id="56" idx="1"/>
          </p:cNvCxnSpPr>
          <p:nvPr/>
        </p:nvCxnSpPr>
        <p:spPr>
          <a:xfrm flipV="1">
            <a:off x="2495785" y="1577120"/>
            <a:ext cx="238192" cy="1300473"/>
          </a:xfrm>
          <a:prstGeom prst="bentConnector3">
            <a:avLst>
              <a:gd name="adj1" fmla="val 50000"/>
            </a:avLst>
          </a:prstGeom>
          <a:ln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직선 화살표 연결선 95">
            <a:extLst>
              <a:ext uri="{FF2B5EF4-FFF2-40B4-BE49-F238E27FC236}">
                <a16:creationId xmlns:a16="http://schemas.microsoft.com/office/drawing/2014/main" id="{64447BE1-8B7F-C4E6-A3F9-5E314A7A4EBB}"/>
              </a:ext>
            </a:extLst>
          </p:cNvPr>
          <p:cNvCxnSpPr>
            <a:cxnSpLocks/>
            <a:stCxn id="56" idx="2"/>
            <a:endCxn id="44" idx="0"/>
          </p:cNvCxnSpPr>
          <p:nvPr/>
        </p:nvCxnSpPr>
        <p:spPr>
          <a:xfrm flipH="1">
            <a:off x="3230324" y="1790940"/>
            <a:ext cx="1349" cy="381703"/>
          </a:xfrm>
          <a:prstGeom prst="straightConnector1">
            <a:avLst/>
          </a:prstGeom>
          <a:ln w="127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꺾인 연결선[E] 102">
            <a:extLst>
              <a:ext uri="{FF2B5EF4-FFF2-40B4-BE49-F238E27FC236}">
                <a16:creationId xmlns:a16="http://schemas.microsoft.com/office/drawing/2014/main" id="{D1D3708D-E69E-6785-8D98-392F8EDE0FC6}"/>
              </a:ext>
            </a:extLst>
          </p:cNvPr>
          <p:cNvCxnSpPr>
            <a:cxnSpLocks/>
            <a:stCxn id="47" idx="2"/>
            <a:endCxn id="9" idx="0"/>
          </p:cNvCxnSpPr>
          <p:nvPr/>
        </p:nvCxnSpPr>
        <p:spPr>
          <a:xfrm rot="16200000" flipH="1">
            <a:off x="3106378" y="3180429"/>
            <a:ext cx="605292" cy="185545"/>
          </a:xfrm>
          <a:prstGeom prst="bentConnector3">
            <a:avLst>
              <a:gd name="adj1" fmla="val 50000"/>
            </a:avLst>
          </a:prstGeom>
          <a:ln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꺾인 연결선[E] 105">
            <a:extLst>
              <a:ext uri="{FF2B5EF4-FFF2-40B4-BE49-F238E27FC236}">
                <a16:creationId xmlns:a16="http://schemas.microsoft.com/office/drawing/2014/main" id="{F5A7CFC4-2B21-AFDF-FA9E-75C94EBDC897}"/>
              </a:ext>
            </a:extLst>
          </p:cNvPr>
          <p:cNvCxnSpPr>
            <a:cxnSpLocks/>
            <a:stCxn id="52" idx="2"/>
            <a:endCxn id="33" idx="0"/>
          </p:cNvCxnSpPr>
          <p:nvPr/>
        </p:nvCxnSpPr>
        <p:spPr>
          <a:xfrm rot="5400000">
            <a:off x="4765331" y="2619097"/>
            <a:ext cx="171287" cy="2698353"/>
          </a:xfrm>
          <a:prstGeom prst="bentConnector3">
            <a:avLst>
              <a:gd name="adj1" fmla="val 50000"/>
            </a:avLst>
          </a:prstGeom>
          <a:ln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6239507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3601D5-3126-6C9C-D915-7616C099A8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모서리가 둥근 직사각형 1">
            <a:extLst>
              <a:ext uri="{FF2B5EF4-FFF2-40B4-BE49-F238E27FC236}">
                <a16:creationId xmlns:a16="http://schemas.microsoft.com/office/drawing/2014/main" id="{342DF4B5-1C62-E220-DA7B-4FFAFFAB051A}"/>
              </a:ext>
            </a:extLst>
          </p:cNvPr>
          <p:cNvSpPr/>
          <p:nvPr/>
        </p:nvSpPr>
        <p:spPr>
          <a:xfrm>
            <a:off x="107505" y="3170974"/>
            <a:ext cx="970252" cy="427639"/>
          </a:xfrm>
          <a:prstGeom prst="roundRect">
            <a:avLst>
              <a:gd name="adj" fmla="val 12191"/>
            </a:avLst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Downstream</a:t>
            </a:r>
          </a:p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(Client)</a:t>
            </a:r>
            <a:endParaRPr kumimoji="1" lang="ko-KR" altLang="en-US" sz="800">
              <a:solidFill>
                <a:schemeClr val="tx1"/>
              </a:solidFill>
            </a:endParaRPr>
          </a:p>
        </p:txBody>
      </p:sp>
      <p:sp>
        <p:nvSpPr>
          <p:cNvPr id="4" name="모서리가 둥근 직사각형 3">
            <a:extLst>
              <a:ext uri="{FF2B5EF4-FFF2-40B4-BE49-F238E27FC236}">
                <a16:creationId xmlns:a16="http://schemas.microsoft.com/office/drawing/2014/main" id="{50531C4D-C6BE-C2A6-6677-B9FF9494911C}"/>
              </a:ext>
            </a:extLst>
          </p:cNvPr>
          <p:cNvSpPr/>
          <p:nvPr/>
        </p:nvSpPr>
        <p:spPr>
          <a:xfrm>
            <a:off x="1475656" y="881974"/>
            <a:ext cx="6120680" cy="3443592"/>
          </a:xfrm>
          <a:prstGeom prst="roundRect">
            <a:avLst>
              <a:gd name="adj" fmla="val 5395"/>
            </a:avLst>
          </a:prstGeom>
          <a:solidFill>
            <a:schemeClr val="bg1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r>
              <a:rPr kumimoji="1" lang="en-US" altLang="ko-KR" sz="900" b="1">
                <a:solidFill>
                  <a:schemeClr val="tx1"/>
                </a:solidFill>
              </a:rPr>
              <a:t>Worker Thread</a:t>
            </a:r>
            <a:endParaRPr kumimoji="1" lang="ko-KR" altLang="en-US" sz="900" b="1">
              <a:solidFill>
                <a:schemeClr val="tx1"/>
              </a:solidFill>
            </a:endParaRPr>
          </a:p>
        </p:txBody>
      </p:sp>
      <p:sp>
        <p:nvSpPr>
          <p:cNvPr id="5" name="모서리가 둥근 직사각형 4">
            <a:extLst>
              <a:ext uri="{FF2B5EF4-FFF2-40B4-BE49-F238E27FC236}">
                <a16:creationId xmlns:a16="http://schemas.microsoft.com/office/drawing/2014/main" id="{68A821A7-3DB9-6F85-3714-2664FE6A664D}"/>
              </a:ext>
            </a:extLst>
          </p:cNvPr>
          <p:cNvSpPr/>
          <p:nvPr/>
        </p:nvSpPr>
        <p:spPr>
          <a:xfrm>
            <a:off x="1619673" y="2491838"/>
            <a:ext cx="1052864" cy="306783"/>
          </a:xfrm>
          <a:prstGeom prst="roundRect">
            <a:avLst>
              <a:gd name="adj" fmla="val 12191"/>
            </a:avLst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Listener</a:t>
            </a:r>
          </a:p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(accept())</a:t>
            </a:r>
            <a:endParaRPr kumimoji="1" lang="ko-KR" altLang="en-US" sz="800">
              <a:solidFill>
                <a:schemeClr val="tx1"/>
              </a:solidFill>
            </a:endParaRPr>
          </a:p>
        </p:txBody>
      </p:sp>
      <p:sp>
        <p:nvSpPr>
          <p:cNvPr id="6" name="모서리가 둥근 직사각형 5">
            <a:extLst>
              <a:ext uri="{FF2B5EF4-FFF2-40B4-BE49-F238E27FC236}">
                <a16:creationId xmlns:a16="http://schemas.microsoft.com/office/drawing/2014/main" id="{038DADD2-B698-1DB7-6BD4-06458FC16DBC}"/>
              </a:ext>
            </a:extLst>
          </p:cNvPr>
          <p:cNvSpPr/>
          <p:nvPr/>
        </p:nvSpPr>
        <p:spPr>
          <a:xfrm>
            <a:off x="1619673" y="3169508"/>
            <a:ext cx="1052864" cy="427640"/>
          </a:xfrm>
          <a:prstGeom prst="roundRect">
            <a:avLst>
              <a:gd name="adj" fmla="val 14972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800" b="1">
                <a:solidFill>
                  <a:schemeClr val="tx1"/>
                </a:solidFill>
              </a:rPr>
              <a:t>Dispatcher</a:t>
            </a:r>
          </a:p>
        </p:txBody>
      </p:sp>
      <p:cxnSp>
        <p:nvCxnSpPr>
          <p:cNvPr id="8" name="직선 화살표 연결선 7">
            <a:extLst>
              <a:ext uri="{FF2B5EF4-FFF2-40B4-BE49-F238E27FC236}">
                <a16:creationId xmlns:a16="http://schemas.microsoft.com/office/drawing/2014/main" id="{207B9CD0-F7E6-3E07-7214-264000812231}"/>
              </a:ext>
            </a:extLst>
          </p:cNvPr>
          <p:cNvCxnSpPr>
            <a:cxnSpLocks/>
          </p:cNvCxnSpPr>
          <p:nvPr/>
        </p:nvCxnSpPr>
        <p:spPr>
          <a:xfrm>
            <a:off x="1077757" y="3219822"/>
            <a:ext cx="541916" cy="0"/>
          </a:xfrm>
          <a:prstGeom prst="straightConnector1">
            <a:avLst/>
          </a:prstGeom>
          <a:ln w="127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직선 화살표 연결선 15">
            <a:extLst>
              <a:ext uri="{FF2B5EF4-FFF2-40B4-BE49-F238E27FC236}">
                <a16:creationId xmlns:a16="http://schemas.microsoft.com/office/drawing/2014/main" id="{7FCB9AF7-A330-402F-9105-CBC88F419A76}"/>
              </a:ext>
            </a:extLst>
          </p:cNvPr>
          <p:cNvCxnSpPr>
            <a:cxnSpLocks/>
          </p:cNvCxnSpPr>
          <p:nvPr/>
        </p:nvCxnSpPr>
        <p:spPr>
          <a:xfrm flipV="1">
            <a:off x="2074097" y="2798621"/>
            <a:ext cx="0" cy="370887"/>
          </a:xfrm>
          <a:prstGeom prst="straightConnector1">
            <a:avLst/>
          </a:prstGeom>
          <a:ln w="127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직선 화살표 연결선 22">
            <a:extLst>
              <a:ext uri="{FF2B5EF4-FFF2-40B4-BE49-F238E27FC236}">
                <a16:creationId xmlns:a16="http://schemas.microsoft.com/office/drawing/2014/main" id="{D0614E0A-E63B-2720-6210-0BB93A1EE736}"/>
              </a:ext>
            </a:extLst>
          </p:cNvPr>
          <p:cNvCxnSpPr>
            <a:cxnSpLocks/>
          </p:cNvCxnSpPr>
          <p:nvPr/>
        </p:nvCxnSpPr>
        <p:spPr>
          <a:xfrm flipH="1">
            <a:off x="1077757" y="3311320"/>
            <a:ext cx="541916" cy="1466"/>
          </a:xfrm>
          <a:prstGeom prst="straightConnector1">
            <a:avLst/>
          </a:prstGeom>
          <a:ln w="127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모서리가 둥근 직사각형 29">
            <a:extLst>
              <a:ext uri="{FF2B5EF4-FFF2-40B4-BE49-F238E27FC236}">
                <a16:creationId xmlns:a16="http://schemas.microsoft.com/office/drawing/2014/main" id="{7FF793BE-E2AC-BFAA-25FB-A7D0B378838C}"/>
              </a:ext>
            </a:extLst>
          </p:cNvPr>
          <p:cNvSpPr/>
          <p:nvPr/>
        </p:nvSpPr>
        <p:spPr>
          <a:xfrm>
            <a:off x="7668344" y="1131590"/>
            <a:ext cx="1052864" cy="306783"/>
          </a:xfrm>
          <a:prstGeom prst="roundRect">
            <a:avLst>
              <a:gd name="adj" fmla="val 12191"/>
            </a:avLst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Filter Chain Manager</a:t>
            </a:r>
            <a:endParaRPr kumimoji="1" lang="ko-KR" altLang="en-US" sz="800">
              <a:solidFill>
                <a:schemeClr val="tx1"/>
              </a:solidFill>
            </a:endParaRPr>
          </a:p>
        </p:txBody>
      </p:sp>
      <p:cxnSp>
        <p:nvCxnSpPr>
          <p:cNvPr id="31" name="직선 화살표 연결선 30">
            <a:extLst>
              <a:ext uri="{FF2B5EF4-FFF2-40B4-BE49-F238E27FC236}">
                <a16:creationId xmlns:a16="http://schemas.microsoft.com/office/drawing/2014/main" id="{9FFD92DC-CCF5-01DA-2F4A-43CA12D9CAB4}"/>
              </a:ext>
            </a:extLst>
          </p:cNvPr>
          <p:cNvCxnSpPr>
            <a:cxnSpLocks/>
          </p:cNvCxnSpPr>
          <p:nvPr/>
        </p:nvCxnSpPr>
        <p:spPr>
          <a:xfrm>
            <a:off x="2195737" y="2798621"/>
            <a:ext cx="0" cy="370887"/>
          </a:xfrm>
          <a:prstGeom prst="straightConnector1">
            <a:avLst/>
          </a:prstGeom>
          <a:ln w="127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모서리가 둥근 직사각형 36">
            <a:extLst>
              <a:ext uri="{FF2B5EF4-FFF2-40B4-BE49-F238E27FC236}">
                <a16:creationId xmlns:a16="http://schemas.microsoft.com/office/drawing/2014/main" id="{E2BAC641-C58B-4174-E4FC-7635E3F72E84}"/>
              </a:ext>
            </a:extLst>
          </p:cNvPr>
          <p:cNvSpPr/>
          <p:nvPr/>
        </p:nvSpPr>
        <p:spPr>
          <a:xfrm>
            <a:off x="3070436" y="968667"/>
            <a:ext cx="4477732" cy="3259266"/>
          </a:xfrm>
          <a:prstGeom prst="roundRect">
            <a:avLst>
              <a:gd name="adj" fmla="val 3704"/>
            </a:avLst>
          </a:prstGeom>
          <a:solidFill>
            <a:schemeClr val="bg1">
              <a:lumMod val="95000"/>
            </a:schemeClr>
          </a:solidFill>
          <a:ln w="12700"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kumimoji="1" lang="en-US" altLang="ko-KR" sz="900">
                <a:solidFill>
                  <a:schemeClr val="tx1"/>
                </a:solidFill>
              </a:rPr>
              <a:t>Per Downstream Connection State </a:t>
            </a:r>
            <a:endParaRPr kumimoji="1" lang="ko-KR" altLang="en-US" sz="900">
              <a:solidFill>
                <a:schemeClr val="tx1"/>
              </a:solidFill>
            </a:endParaRPr>
          </a:p>
        </p:txBody>
      </p:sp>
      <p:sp>
        <p:nvSpPr>
          <p:cNvPr id="7" name="모서리가 둥근 직사각형 6">
            <a:extLst>
              <a:ext uri="{FF2B5EF4-FFF2-40B4-BE49-F238E27FC236}">
                <a16:creationId xmlns:a16="http://schemas.microsoft.com/office/drawing/2014/main" id="{AB261467-36A1-8D46-23A9-EE2E9A93F693}"/>
              </a:ext>
            </a:extLst>
          </p:cNvPr>
          <p:cNvSpPr/>
          <p:nvPr/>
        </p:nvSpPr>
        <p:spPr>
          <a:xfrm>
            <a:off x="3159784" y="1274889"/>
            <a:ext cx="3140408" cy="639298"/>
          </a:xfrm>
          <a:prstGeom prst="roundRect">
            <a:avLst>
              <a:gd name="adj" fmla="val 6920"/>
            </a:avLst>
          </a:prstGeom>
          <a:solidFill>
            <a:schemeClr val="bg2">
              <a:lumMod val="90000"/>
            </a:schemeClr>
          </a:solidFill>
          <a:ln w="12700"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kumimoji="1" lang="en-US" altLang="ko-KR" sz="900">
                <a:solidFill>
                  <a:schemeClr val="tx1"/>
                </a:solidFill>
              </a:rPr>
              <a:t>Listener Filters</a:t>
            </a:r>
            <a:endParaRPr kumimoji="1" lang="ko-KR" altLang="en-US" sz="900">
              <a:solidFill>
                <a:schemeClr val="tx1"/>
              </a:solidFill>
            </a:endParaRPr>
          </a:p>
        </p:txBody>
      </p:sp>
      <p:sp>
        <p:nvSpPr>
          <p:cNvPr id="41" name="모서리가 둥근 직사각형 40">
            <a:extLst>
              <a:ext uri="{FF2B5EF4-FFF2-40B4-BE49-F238E27FC236}">
                <a16:creationId xmlns:a16="http://schemas.microsoft.com/office/drawing/2014/main" id="{A18D0F4D-4F93-4AAC-C377-4171470FD6BA}"/>
              </a:ext>
            </a:extLst>
          </p:cNvPr>
          <p:cNvSpPr/>
          <p:nvPr/>
        </p:nvSpPr>
        <p:spPr>
          <a:xfrm>
            <a:off x="3159784" y="2238523"/>
            <a:ext cx="3124284" cy="1898496"/>
          </a:xfrm>
          <a:prstGeom prst="roundRect">
            <a:avLst>
              <a:gd name="adj" fmla="val 6920"/>
            </a:avLst>
          </a:prstGeom>
          <a:solidFill>
            <a:schemeClr val="bg2">
              <a:lumMod val="90000"/>
            </a:schemeClr>
          </a:solidFill>
          <a:ln w="12700"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kumimoji="1" lang="en-US" altLang="ko-KR" sz="900">
                <a:solidFill>
                  <a:schemeClr val="tx1"/>
                </a:solidFill>
              </a:rPr>
              <a:t>Network Filters</a:t>
            </a:r>
            <a:endParaRPr kumimoji="1" lang="ko-KR" altLang="en-US" sz="900">
              <a:solidFill>
                <a:schemeClr val="tx1"/>
              </a:solidFill>
            </a:endParaRPr>
          </a:p>
        </p:txBody>
      </p:sp>
      <p:sp>
        <p:nvSpPr>
          <p:cNvPr id="42" name="모서리가 둥근 직사각형 41">
            <a:extLst>
              <a:ext uri="{FF2B5EF4-FFF2-40B4-BE49-F238E27FC236}">
                <a16:creationId xmlns:a16="http://schemas.microsoft.com/office/drawing/2014/main" id="{8A40BD44-CE8D-685B-E2C7-74BCD7A5B0FB}"/>
              </a:ext>
            </a:extLst>
          </p:cNvPr>
          <p:cNvSpPr/>
          <p:nvPr/>
        </p:nvSpPr>
        <p:spPr>
          <a:xfrm>
            <a:off x="3247153" y="3003093"/>
            <a:ext cx="2947533" cy="1049855"/>
          </a:xfrm>
          <a:prstGeom prst="roundRect">
            <a:avLst>
              <a:gd name="adj" fmla="val 10335"/>
            </a:avLst>
          </a:prstGeom>
          <a:solidFill>
            <a:schemeClr val="bg1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HCM</a:t>
            </a:r>
            <a:endParaRPr kumimoji="1" lang="ko-KR" altLang="en-US" sz="800">
              <a:solidFill>
                <a:schemeClr val="tx1"/>
              </a:solidFill>
            </a:endParaRPr>
          </a:p>
        </p:txBody>
      </p:sp>
      <p:sp>
        <p:nvSpPr>
          <p:cNvPr id="43" name="모서리가 둥근 직사각형 42">
            <a:extLst>
              <a:ext uri="{FF2B5EF4-FFF2-40B4-BE49-F238E27FC236}">
                <a16:creationId xmlns:a16="http://schemas.microsoft.com/office/drawing/2014/main" id="{38869F4B-716C-B79D-9CD3-522FF528D3BF}"/>
              </a:ext>
            </a:extLst>
          </p:cNvPr>
          <p:cNvSpPr/>
          <p:nvPr/>
        </p:nvSpPr>
        <p:spPr>
          <a:xfrm>
            <a:off x="4411750" y="2507185"/>
            <a:ext cx="801642" cy="306783"/>
          </a:xfrm>
          <a:prstGeom prst="roundRect">
            <a:avLst>
              <a:gd name="adj" fmla="val 19601"/>
            </a:avLst>
          </a:prstGeom>
          <a:solidFill>
            <a:schemeClr val="bg1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Rate Limit</a:t>
            </a:r>
            <a:endParaRPr kumimoji="1" lang="ko-KR" altLang="en-US" sz="800">
              <a:solidFill>
                <a:schemeClr val="tx1"/>
              </a:solidFill>
            </a:endParaRPr>
          </a:p>
        </p:txBody>
      </p:sp>
      <p:sp>
        <p:nvSpPr>
          <p:cNvPr id="44" name="모서리가 둥근 직사각형 43">
            <a:extLst>
              <a:ext uri="{FF2B5EF4-FFF2-40B4-BE49-F238E27FC236}">
                <a16:creationId xmlns:a16="http://schemas.microsoft.com/office/drawing/2014/main" id="{CFF41EDF-E5E7-55CA-D574-122E1F3CE731}"/>
              </a:ext>
            </a:extLst>
          </p:cNvPr>
          <p:cNvSpPr/>
          <p:nvPr/>
        </p:nvSpPr>
        <p:spPr>
          <a:xfrm>
            <a:off x="3251265" y="2507184"/>
            <a:ext cx="801642" cy="306783"/>
          </a:xfrm>
          <a:prstGeom prst="roundRect">
            <a:avLst>
              <a:gd name="adj" fmla="val 19601"/>
            </a:avLst>
          </a:prstGeom>
          <a:solidFill>
            <a:schemeClr val="bg1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Connection</a:t>
            </a:r>
          </a:p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Limit</a:t>
            </a:r>
            <a:endParaRPr kumimoji="1" lang="ko-KR" altLang="en-US" sz="800">
              <a:solidFill>
                <a:schemeClr val="tx1"/>
              </a:solidFill>
            </a:endParaRPr>
          </a:p>
        </p:txBody>
      </p:sp>
      <p:sp>
        <p:nvSpPr>
          <p:cNvPr id="45" name="모서리가 둥근 직사각형 44">
            <a:extLst>
              <a:ext uri="{FF2B5EF4-FFF2-40B4-BE49-F238E27FC236}">
                <a16:creationId xmlns:a16="http://schemas.microsoft.com/office/drawing/2014/main" id="{A3E08CE1-C051-789F-8BF9-27C27843E460}"/>
              </a:ext>
            </a:extLst>
          </p:cNvPr>
          <p:cNvSpPr/>
          <p:nvPr/>
        </p:nvSpPr>
        <p:spPr>
          <a:xfrm>
            <a:off x="5393043" y="2507183"/>
            <a:ext cx="801642" cy="306783"/>
          </a:xfrm>
          <a:prstGeom prst="roundRect">
            <a:avLst>
              <a:gd name="adj" fmla="val 19601"/>
            </a:avLst>
          </a:prstGeom>
          <a:solidFill>
            <a:schemeClr val="bg1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Rate Limit</a:t>
            </a:r>
            <a:endParaRPr kumimoji="1" lang="ko-KR" altLang="en-US" sz="800">
              <a:solidFill>
                <a:schemeClr val="tx1"/>
              </a:solidFill>
            </a:endParaRPr>
          </a:p>
        </p:txBody>
      </p:sp>
      <p:sp>
        <p:nvSpPr>
          <p:cNvPr id="34" name="모서리가 둥근 직사각형 33">
            <a:extLst>
              <a:ext uri="{FF2B5EF4-FFF2-40B4-BE49-F238E27FC236}">
                <a16:creationId xmlns:a16="http://schemas.microsoft.com/office/drawing/2014/main" id="{653D62ED-524E-4B89-6267-C3720FCA9DA3}"/>
              </a:ext>
            </a:extLst>
          </p:cNvPr>
          <p:cNvSpPr/>
          <p:nvPr/>
        </p:nvSpPr>
        <p:spPr>
          <a:xfrm>
            <a:off x="5393044" y="1527491"/>
            <a:ext cx="801642" cy="306783"/>
          </a:xfrm>
          <a:prstGeom prst="roundRect">
            <a:avLst>
              <a:gd name="adj" fmla="val 19601"/>
            </a:avLst>
          </a:prstGeom>
          <a:solidFill>
            <a:schemeClr val="bg1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TLS Inspector</a:t>
            </a:r>
            <a:endParaRPr kumimoji="1" lang="ko-KR" altLang="en-US" sz="800">
              <a:solidFill>
                <a:schemeClr val="tx1"/>
              </a:solidFill>
            </a:endParaRPr>
          </a:p>
        </p:txBody>
      </p:sp>
      <p:sp>
        <p:nvSpPr>
          <p:cNvPr id="35" name="모서리가 둥근 직사각형 34">
            <a:extLst>
              <a:ext uri="{FF2B5EF4-FFF2-40B4-BE49-F238E27FC236}">
                <a16:creationId xmlns:a16="http://schemas.microsoft.com/office/drawing/2014/main" id="{AB04B119-3E75-E460-0736-03E0BD9CE064}"/>
              </a:ext>
            </a:extLst>
          </p:cNvPr>
          <p:cNvSpPr/>
          <p:nvPr/>
        </p:nvSpPr>
        <p:spPr>
          <a:xfrm>
            <a:off x="4413808" y="1529255"/>
            <a:ext cx="801642" cy="306783"/>
          </a:xfrm>
          <a:prstGeom prst="roundRect">
            <a:avLst>
              <a:gd name="adj" fmla="val 19601"/>
            </a:avLst>
          </a:prstGeom>
          <a:solidFill>
            <a:schemeClr val="bg1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Proxy</a:t>
            </a:r>
          </a:p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Protocol</a:t>
            </a:r>
            <a:endParaRPr kumimoji="1" lang="ko-KR" altLang="en-US" sz="800">
              <a:solidFill>
                <a:schemeClr val="tx1"/>
              </a:solidFill>
            </a:endParaRPr>
          </a:p>
        </p:txBody>
      </p:sp>
      <p:sp>
        <p:nvSpPr>
          <p:cNvPr id="36" name="모서리가 둥근 직사각형 35">
            <a:extLst>
              <a:ext uri="{FF2B5EF4-FFF2-40B4-BE49-F238E27FC236}">
                <a16:creationId xmlns:a16="http://schemas.microsoft.com/office/drawing/2014/main" id="{999E8414-2420-5D2E-1EBC-17F6EF46F0B1}"/>
              </a:ext>
            </a:extLst>
          </p:cNvPr>
          <p:cNvSpPr/>
          <p:nvPr/>
        </p:nvSpPr>
        <p:spPr>
          <a:xfrm>
            <a:off x="3256384" y="1529255"/>
            <a:ext cx="801642" cy="306783"/>
          </a:xfrm>
          <a:prstGeom prst="roundRect">
            <a:avLst>
              <a:gd name="adj" fmla="val 19601"/>
            </a:avLst>
          </a:prstGeom>
          <a:solidFill>
            <a:schemeClr val="bg1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Original</a:t>
            </a:r>
          </a:p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Dst</a:t>
            </a:r>
            <a:endParaRPr kumimoji="1" lang="ko-KR" altLang="en-US" sz="800">
              <a:solidFill>
                <a:schemeClr val="tx1"/>
              </a:solidFill>
            </a:endParaRPr>
          </a:p>
        </p:txBody>
      </p:sp>
      <p:sp>
        <p:nvSpPr>
          <p:cNvPr id="47" name="모서리가 둥근 직사각형 46">
            <a:extLst>
              <a:ext uri="{FF2B5EF4-FFF2-40B4-BE49-F238E27FC236}">
                <a16:creationId xmlns:a16="http://schemas.microsoft.com/office/drawing/2014/main" id="{86548305-4DD2-F577-9DDA-D99E7C441310}"/>
              </a:ext>
            </a:extLst>
          </p:cNvPr>
          <p:cNvSpPr/>
          <p:nvPr/>
        </p:nvSpPr>
        <p:spPr>
          <a:xfrm>
            <a:off x="3337193" y="3611983"/>
            <a:ext cx="801642" cy="306783"/>
          </a:xfrm>
          <a:prstGeom prst="roundRect">
            <a:avLst>
              <a:gd name="adj" fmla="val 19601"/>
            </a:avLst>
          </a:prstGeom>
          <a:solidFill>
            <a:schemeClr val="bg1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HTTP</a:t>
            </a:r>
          </a:p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Codec</a:t>
            </a:r>
            <a:endParaRPr kumimoji="1" lang="ko-KR" altLang="en-US" sz="800">
              <a:solidFill>
                <a:schemeClr val="tx1"/>
              </a:solidFill>
            </a:endParaRPr>
          </a:p>
        </p:txBody>
      </p:sp>
      <p:sp>
        <p:nvSpPr>
          <p:cNvPr id="38" name="타원 37">
            <a:extLst>
              <a:ext uri="{FF2B5EF4-FFF2-40B4-BE49-F238E27FC236}">
                <a16:creationId xmlns:a16="http://schemas.microsoft.com/office/drawing/2014/main" id="{A304BBBB-1C10-2E7C-2BDD-917B43825F7A}"/>
              </a:ext>
            </a:extLst>
          </p:cNvPr>
          <p:cNvSpPr/>
          <p:nvPr/>
        </p:nvSpPr>
        <p:spPr>
          <a:xfrm flipH="1" flipV="1">
            <a:off x="4112995" y="1658022"/>
            <a:ext cx="51681" cy="45719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39" name="타원 38">
            <a:extLst>
              <a:ext uri="{FF2B5EF4-FFF2-40B4-BE49-F238E27FC236}">
                <a16:creationId xmlns:a16="http://schemas.microsoft.com/office/drawing/2014/main" id="{47684505-577D-9EF6-EBA6-12957ABD3BF6}"/>
              </a:ext>
            </a:extLst>
          </p:cNvPr>
          <p:cNvSpPr/>
          <p:nvPr/>
        </p:nvSpPr>
        <p:spPr>
          <a:xfrm flipH="1" flipV="1">
            <a:off x="4208826" y="1658495"/>
            <a:ext cx="51681" cy="45719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40" name="타원 39">
            <a:extLst>
              <a:ext uri="{FF2B5EF4-FFF2-40B4-BE49-F238E27FC236}">
                <a16:creationId xmlns:a16="http://schemas.microsoft.com/office/drawing/2014/main" id="{FBE34B6E-0BBD-5B35-6B3D-07A020A5B9C7}"/>
              </a:ext>
            </a:extLst>
          </p:cNvPr>
          <p:cNvSpPr/>
          <p:nvPr/>
        </p:nvSpPr>
        <p:spPr>
          <a:xfrm flipH="1" flipV="1">
            <a:off x="4304656" y="1658021"/>
            <a:ext cx="51681" cy="45719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50" name="모서리가 둥근 직사각형 49">
            <a:extLst>
              <a:ext uri="{FF2B5EF4-FFF2-40B4-BE49-F238E27FC236}">
                <a16:creationId xmlns:a16="http://schemas.microsoft.com/office/drawing/2014/main" id="{62260E37-A050-396E-30C1-32C3E3F4401F}"/>
              </a:ext>
            </a:extLst>
          </p:cNvPr>
          <p:cNvSpPr/>
          <p:nvPr/>
        </p:nvSpPr>
        <p:spPr>
          <a:xfrm>
            <a:off x="4226205" y="3311320"/>
            <a:ext cx="1884616" cy="660849"/>
          </a:xfrm>
          <a:prstGeom prst="roundRect">
            <a:avLst>
              <a:gd name="adj" fmla="val 6920"/>
            </a:avLst>
          </a:prstGeom>
          <a:solidFill>
            <a:schemeClr val="bg1">
              <a:lumMod val="85000"/>
            </a:schemeClr>
          </a:solidFill>
          <a:ln w="12700"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kumimoji="1" lang="en-US" altLang="ko-KR" sz="900">
                <a:solidFill>
                  <a:schemeClr val="tx1"/>
                </a:solidFill>
              </a:rPr>
              <a:t>Per Request/Stream State</a:t>
            </a:r>
            <a:endParaRPr kumimoji="1" lang="ko-KR" altLang="en-US" sz="900">
              <a:solidFill>
                <a:schemeClr val="tx1"/>
              </a:solidFill>
            </a:endParaRPr>
          </a:p>
        </p:txBody>
      </p:sp>
      <p:sp>
        <p:nvSpPr>
          <p:cNvPr id="51" name="모서리가 둥근 직사각형 50">
            <a:extLst>
              <a:ext uri="{FF2B5EF4-FFF2-40B4-BE49-F238E27FC236}">
                <a16:creationId xmlns:a16="http://schemas.microsoft.com/office/drawing/2014/main" id="{7769F75C-CBE3-1058-098A-970D04254E04}"/>
              </a:ext>
            </a:extLst>
          </p:cNvPr>
          <p:cNvSpPr/>
          <p:nvPr/>
        </p:nvSpPr>
        <p:spPr>
          <a:xfrm>
            <a:off x="4316245" y="3605655"/>
            <a:ext cx="801642" cy="306783"/>
          </a:xfrm>
          <a:prstGeom prst="roundRect">
            <a:avLst>
              <a:gd name="adj" fmla="val 19601"/>
            </a:avLst>
          </a:prstGeom>
          <a:solidFill>
            <a:schemeClr val="bg1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Downstream</a:t>
            </a:r>
          </a:p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HTTP Filter</a:t>
            </a:r>
            <a:endParaRPr kumimoji="1" lang="ko-KR" altLang="en-US" sz="800">
              <a:solidFill>
                <a:schemeClr val="tx1"/>
              </a:solidFill>
            </a:endParaRPr>
          </a:p>
        </p:txBody>
      </p:sp>
      <p:sp>
        <p:nvSpPr>
          <p:cNvPr id="52" name="모서리가 둥근 직사각형 51">
            <a:extLst>
              <a:ext uri="{FF2B5EF4-FFF2-40B4-BE49-F238E27FC236}">
                <a16:creationId xmlns:a16="http://schemas.microsoft.com/office/drawing/2014/main" id="{75347BF5-5647-8721-2978-7CDD5F73470B}"/>
              </a:ext>
            </a:extLst>
          </p:cNvPr>
          <p:cNvSpPr/>
          <p:nvPr/>
        </p:nvSpPr>
        <p:spPr>
          <a:xfrm>
            <a:off x="5238354" y="3605653"/>
            <a:ext cx="801642" cy="306783"/>
          </a:xfrm>
          <a:prstGeom prst="roundRect">
            <a:avLst>
              <a:gd name="adj" fmla="val 19601"/>
            </a:avLst>
          </a:prstGeom>
          <a:solidFill>
            <a:schemeClr val="bg1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Router</a:t>
            </a:r>
            <a:endParaRPr kumimoji="1" lang="ko-KR" altLang="en-US" sz="800">
              <a:solidFill>
                <a:schemeClr val="tx1"/>
              </a:solidFill>
            </a:endParaRPr>
          </a:p>
        </p:txBody>
      </p:sp>
      <p:sp>
        <p:nvSpPr>
          <p:cNvPr id="53" name="타원 52">
            <a:extLst>
              <a:ext uri="{FF2B5EF4-FFF2-40B4-BE49-F238E27FC236}">
                <a16:creationId xmlns:a16="http://schemas.microsoft.com/office/drawing/2014/main" id="{9BD034E3-BCB0-E699-2FB9-E20BF1D0E73C}"/>
              </a:ext>
            </a:extLst>
          </p:cNvPr>
          <p:cNvSpPr/>
          <p:nvPr/>
        </p:nvSpPr>
        <p:spPr>
          <a:xfrm flipH="1" flipV="1">
            <a:off x="4112634" y="2643759"/>
            <a:ext cx="51681" cy="45719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54" name="타원 53">
            <a:extLst>
              <a:ext uri="{FF2B5EF4-FFF2-40B4-BE49-F238E27FC236}">
                <a16:creationId xmlns:a16="http://schemas.microsoft.com/office/drawing/2014/main" id="{DCFCC3EA-FB49-EA11-130D-6ECC64DC3F52}"/>
              </a:ext>
            </a:extLst>
          </p:cNvPr>
          <p:cNvSpPr/>
          <p:nvPr/>
        </p:nvSpPr>
        <p:spPr>
          <a:xfrm flipH="1" flipV="1">
            <a:off x="4208465" y="2644232"/>
            <a:ext cx="51681" cy="45719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55" name="타원 54">
            <a:extLst>
              <a:ext uri="{FF2B5EF4-FFF2-40B4-BE49-F238E27FC236}">
                <a16:creationId xmlns:a16="http://schemas.microsoft.com/office/drawing/2014/main" id="{9F7A72F3-259D-0217-C5D2-373F684CBF8C}"/>
              </a:ext>
            </a:extLst>
          </p:cNvPr>
          <p:cNvSpPr/>
          <p:nvPr/>
        </p:nvSpPr>
        <p:spPr>
          <a:xfrm flipH="1" flipV="1">
            <a:off x="4304295" y="2643758"/>
            <a:ext cx="51681" cy="45719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56" name="모서리가 둥근 직사각형 55">
            <a:extLst>
              <a:ext uri="{FF2B5EF4-FFF2-40B4-BE49-F238E27FC236}">
                <a16:creationId xmlns:a16="http://schemas.microsoft.com/office/drawing/2014/main" id="{202E5D3F-8EB9-0BD9-4202-AA2C05D73D92}"/>
              </a:ext>
            </a:extLst>
          </p:cNvPr>
          <p:cNvSpPr/>
          <p:nvPr/>
        </p:nvSpPr>
        <p:spPr>
          <a:xfrm>
            <a:off x="6419175" y="1877266"/>
            <a:ext cx="1052864" cy="427640"/>
          </a:xfrm>
          <a:prstGeom prst="roundRect">
            <a:avLst>
              <a:gd name="adj" fmla="val 12191"/>
            </a:avLst>
          </a:prstGeom>
          <a:solidFill>
            <a:schemeClr val="bg1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Downstream (TLS)</a:t>
            </a:r>
          </a:p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Transport Socket</a:t>
            </a:r>
            <a:endParaRPr kumimoji="1" lang="ko-KR" altLang="en-US" sz="8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0633149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B896E7-019D-18F9-04D1-B8FA09C56C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모서리가 둥근 직사각형 33">
            <a:extLst>
              <a:ext uri="{FF2B5EF4-FFF2-40B4-BE49-F238E27FC236}">
                <a16:creationId xmlns:a16="http://schemas.microsoft.com/office/drawing/2014/main" id="{7A7D4C4E-C592-0923-31BE-E88A9778C979}"/>
              </a:ext>
            </a:extLst>
          </p:cNvPr>
          <p:cNvSpPr/>
          <p:nvPr/>
        </p:nvSpPr>
        <p:spPr>
          <a:xfrm>
            <a:off x="1882643" y="3276023"/>
            <a:ext cx="5155978" cy="1533918"/>
          </a:xfrm>
          <a:prstGeom prst="roundRect">
            <a:avLst>
              <a:gd name="adj" fmla="val 5395"/>
            </a:avLst>
          </a:prstGeom>
          <a:solidFill>
            <a:schemeClr val="bg1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r>
              <a:rPr kumimoji="1" lang="en-US" altLang="ko-KR" sz="900" b="1">
                <a:solidFill>
                  <a:schemeClr val="tx1"/>
                </a:solidFill>
              </a:rPr>
              <a:t>Worker Thread</a:t>
            </a:r>
            <a:endParaRPr kumimoji="1" lang="ko-KR" altLang="en-US" sz="900" b="1">
              <a:solidFill>
                <a:schemeClr val="tx1"/>
              </a:solidFill>
            </a:endParaRPr>
          </a:p>
        </p:txBody>
      </p:sp>
      <p:sp>
        <p:nvSpPr>
          <p:cNvPr id="33" name="모서리가 둥근 직사각형 32">
            <a:extLst>
              <a:ext uri="{FF2B5EF4-FFF2-40B4-BE49-F238E27FC236}">
                <a16:creationId xmlns:a16="http://schemas.microsoft.com/office/drawing/2014/main" id="{46F0DC6E-3ED0-7CE9-2E08-D7360690DB82}"/>
              </a:ext>
            </a:extLst>
          </p:cNvPr>
          <p:cNvSpPr/>
          <p:nvPr/>
        </p:nvSpPr>
        <p:spPr>
          <a:xfrm>
            <a:off x="1812618" y="3351596"/>
            <a:ext cx="5155978" cy="1533918"/>
          </a:xfrm>
          <a:prstGeom prst="roundRect">
            <a:avLst>
              <a:gd name="adj" fmla="val 5395"/>
            </a:avLst>
          </a:prstGeom>
          <a:solidFill>
            <a:schemeClr val="bg1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r>
              <a:rPr kumimoji="1" lang="en-US" altLang="ko-KR" sz="900" b="1">
                <a:solidFill>
                  <a:schemeClr val="tx1"/>
                </a:solidFill>
              </a:rPr>
              <a:t>Worker Thread</a:t>
            </a:r>
            <a:endParaRPr kumimoji="1" lang="ko-KR" altLang="en-US" sz="900" b="1">
              <a:solidFill>
                <a:schemeClr val="tx1"/>
              </a:solidFill>
            </a:endParaRPr>
          </a:p>
        </p:txBody>
      </p:sp>
      <p:sp>
        <p:nvSpPr>
          <p:cNvPr id="2" name="모서리가 둥근 직사각형 1">
            <a:extLst>
              <a:ext uri="{FF2B5EF4-FFF2-40B4-BE49-F238E27FC236}">
                <a16:creationId xmlns:a16="http://schemas.microsoft.com/office/drawing/2014/main" id="{09376300-2EBD-41A6-A75F-DE150E0A0716}"/>
              </a:ext>
            </a:extLst>
          </p:cNvPr>
          <p:cNvSpPr/>
          <p:nvPr/>
        </p:nvSpPr>
        <p:spPr>
          <a:xfrm>
            <a:off x="1619672" y="411510"/>
            <a:ext cx="5545711" cy="4615831"/>
          </a:xfrm>
          <a:prstGeom prst="roundRect">
            <a:avLst>
              <a:gd name="adj" fmla="val 2626"/>
            </a:avLst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r"/>
            <a:r>
              <a:rPr kumimoji="1" lang="en-US" altLang="ko-KR" sz="1000" b="1">
                <a:solidFill>
                  <a:schemeClr val="tx1"/>
                </a:solidFill>
              </a:rPr>
              <a:t>Envoy Process</a:t>
            </a:r>
            <a:endParaRPr kumimoji="1" lang="ko-KR" altLang="en-US" sz="1000" b="1">
              <a:solidFill>
                <a:schemeClr val="tx1"/>
              </a:solidFill>
            </a:endParaRPr>
          </a:p>
        </p:txBody>
      </p:sp>
      <p:sp>
        <p:nvSpPr>
          <p:cNvPr id="3" name="모서리가 둥근 직사각형 2">
            <a:extLst>
              <a:ext uri="{FF2B5EF4-FFF2-40B4-BE49-F238E27FC236}">
                <a16:creationId xmlns:a16="http://schemas.microsoft.com/office/drawing/2014/main" id="{385A752E-3E99-30E3-3D3E-C9C182C67369}"/>
              </a:ext>
            </a:extLst>
          </p:cNvPr>
          <p:cNvSpPr/>
          <p:nvPr/>
        </p:nvSpPr>
        <p:spPr>
          <a:xfrm>
            <a:off x="1746423" y="469281"/>
            <a:ext cx="3545657" cy="2487656"/>
          </a:xfrm>
          <a:prstGeom prst="roundRect">
            <a:avLst>
              <a:gd name="adj" fmla="val 4772"/>
            </a:avLst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r"/>
            <a:r>
              <a:rPr kumimoji="1" lang="en-US" altLang="ko-KR" sz="900" b="1">
                <a:solidFill>
                  <a:schemeClr val="tx1"/>
                </a:solidFill>
              </a:rPr>
              <a:t>Main Thread</a:t>
            </a:r>
            <a:endParaRPr kumimoji="1" lang="ko-KR" altLang="en-US" sz="900" b="1">
              <a:solidFill>
                <a:schemeClr val="tx1"/>
              </a:solidFill>
            </a:endParaRPr>
          </a:p>
        </p:txBody>
      </p:sp>
      <p:sp>
        <p:nvSpPr>
          <p:cNvPr id="4" name="모서리가 둥근 직사각형 3">
            <a:extLst>
              <a:ext uri="{FF2B5EF4-FFF2-40B4-BE49-F238E27FC236}">
                <a16:creationId xmlns:a16="http://schemas.microsoft.com/office/drawing/2014/main" id="{EFC279B4-5796-98AA-BC62-E4BE907AF6F2}"/>
              </a:ext>
            </a:extLst>
          </p:cNvPr>
          <p:cNvSpPr/>
          <p:nvPr/>
        </p:nvSpPr>
        <p:spPr>
          <a:xfrm>
            <a:off x="1746425" y="3422241"/>
            <a:ext cx="5155978" cy="1533918"/>
          </a:xfrm>
          <a:prstGeom prst="roundRect">
            <a:avLst>
              <a:gd name="adj" fmla="val 5395"/>
            </a:avLst>
          </a:prstGeom>
          <a:solidFill>
            <a:schemeClr val="bg1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r>
              <a:rPr kumimoji="1" lang="en-US" altLang="ko-KR" sz="900" b="1">
                <a:solidFill>
                  <a:schemeClr val="tx1"/>
                </a:solidFill>
              </a:rPr>
              <a:t>Worker Thread</a:t>
            </a:r>
            <a:endParaRPr kumimoji="1" lang="ko-KR" altLang="en-US" sz="900" b="1">
              <a:solidFill>
                <a:schemeClr val="tx1"/>
              </a:solidFill>
            </a:endParaRPr>
          </a:p>
        </p:txBody>
      </p:sp>
      <p:sp>
        <p:nvSpPr>
          <p:cNvPr id="6" name="모서리가 둥근 직사각형 5">
            <a:extLst>
              <a:ext uri="{FF2B5EF4-FFF2-40B4-BE49-F238E27FC236}">
                <a16:creationId xmlns:a16="http://schemas.microsoft.com/office/drawing/2014/main" id="{DBDCB004-34B5-3669-F20A-AE54391EDE7F}"/>
              </a:ext>
            </a:extLst>
          </p:cNvPr>
          <p:cNvSpPr/>
          <p:nvPr/>
        </p:nvSpPr>
        <p:spPr>
          <a:xfrm>
            <a:off x="1843572" y="1708211"/>
            <a:ext cx="1036323" cy="306784"/>
          </a:xfrm>
          <a:prstGeom prst="roundRect">
            <a:avLst>
              <a:gd name="adj" fmla="val 14972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Hot Restart</a:t>
            </a:r>
          </a:p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(UDS Socket)</a:t>
            </a:r>
            <a:endParaRPr kumimoji="1" lang="ko-KR" altLang="en-US" sz="800">
              <a:solidFill>
                <a:schemeClr val="tx1"/>
              </a:solidFill>
            </a:endParaRPr>
          </a:p>
        </p:txBody>
      </p:sp>
      <p:sp>
        <p:nvSpPr>
          <p:cNvPr id="7" name="모서리가 둥근 직사각형 6">
            <a:extLst>
              <a:ext uri="{FF2B5EF4-FFF2-40B4-BE49-F238E27FC236}">
                <a16:creationId xmlns:a16="http://schemas.microsoft.com/office/drawing/2014/main" id="{168E1FF3-CDE8-93C4-E6BF-139541BA052C}"/>
              </a:ext>
            </a:extLst>
          </p:cNvPr>
          <p:cNvSpPr/>
          <p:nvPr/>
        </p:nvSpPr>
        <p:spPr>
          <a:xfrm>
            <a:off x="2992891" y="2105346"/>
            <a:ext cx="1036323" cy="306784"/>
          </a:xfrm>
          <a:prstGeom prst="roundRect">
            <a:avLst>
              <a:gd name="adj" fmla="val 14972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GuardDog</a:t>
            </a:r>
          </a:p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(Timer)</a:t>
            </a:r>
            <a:endParaRPr kumimoji="1" lang="ko-KR" altLang="en-US" sz="800">
              <a:solidFill>
                <a:schemeClr val="tx1"/>
              </a:solidFill>
            </a:endParaRPr>
          </a:p>
        </p:txBody>
      </p:sp>
      <p:sp>
        <p:nvSpPr>
          <p:cNvPr id="8" name="모서리가 둥근 직사각형 7">
            <a:extLst>
              <a:ext uri="{FF2B5EF4-FFF2-40B4-BE49-F238E27FC236}">
                <a16:creationId xmlns:a16="http://schemas.microsoft.com/office/drawing/2014/main" id="{D7C96453-8518-49E7-AAE8-45B5860EF036}"/>
              </a:ext>
            </a:extLst>
          </p:cNvPr>
          <p:cNvSpPr/>
          <p:nvPr/>
        </p:nvSpPr>
        <p:spPr>
          <a:xfrm>
            <a:off x="1843570" y="915604"/>
            <a:ext cx="1036323" cy="306784"/>
          </a:xfrm>
          <a:prstGeom prst="roundRect">
            <a:avLst>
              <a:gd name="adj" fmla="val 13441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Admin</a:t>
            </a:r>
          </a:p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(TCP Socket)</a:t>
            </a:r>
            <a:endParaRPr kumimoji="1" lang="ko-KR" altLang="en-US" sz="800">
              <a:solidFill>
                <a:schemeClr val="tx1"/>
              </a:solidFill>
            </a:endParaRPr>
          </a:p>
        </p:txBody>
      </p:sp>
      <p:sp>
        <p:nvSpPr>
          <p:cNvPr id="9" name="모서리가 둥근 직사각형 8">
            <a:extLst>
              <a:ext uri="{FF2B5EF4-FFF2-40B4-BE49-F238E27FC236}">
                <a16:creationId xmlns:a16="http://schemas.microsoft.com/office/drawing/2014/main" id="{C523A043-621F-3521-97C3-F3459A0580E5}"/>
              </a:ext>
            </a:extLst>
          </p:cNvPr>
          <p:cNvSpPr/>
          <p:nvPr/>
        </p:nvSpPr>
        <p:spPr>
          <a:xfrm>
            <a:off x="1843570" y="2107742"/>
            <a:ext cx="1036323" cy="306784"/>
          </a:xfrm>
          <a:prstGeom prst="roundRect">
            <a:avLst>
              <a:gd name="adj" fmla="val 14972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900">
                <a:solidFill>
                  <a:schemeClr val="tx1"/>
                </a:solidFill>
              </a:rPr>
              <a:t>Drain Manager</a:t>
            </a:r>
          </a:p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(SIGTERM, Timer)</a:t>
            </a:r>
            <a:endParaRPr kumimoji="1" lang="ko-KR" altLang="en-US" sz="800">
              <a:solidFill>
                <a:schemeClr val="tx1"/>
              </a:solidFill>
            </a:endParaRPr>
          </a:p>
        </p:txBody>
      </p:sp>
      <p:sp>
        <p:nvSpPr>
          <p:cNvPr id="14" name="모서리가 둥근 직사각형 13">
            <a:extLst>
              <a:ext uri="{FF2B5EF4-FFF2-40B4-BE49-F238E27FC236}">
                <a16:creationId xmlns:a16="http://schemas.microsoft.com/office/drawing/2014/main" id="{1D6227A6-9285-036B-80AF-3BB89B284560}"/>
              </a:ext>
            </a:extLst>
          </p:cNvPr>
          <p:cNvSpPr/>
          <p:nvPr/>
        </p:nvSpPr>
        <p:spPr>
          <a:xfrm>
            <a:off x="5308191" y="3514276"/>
            <a:ext cx="1500613" cy="305103"/>
          </a:xfrm>
          <a:prstGeom prst="roundRect">
            <a:avLst>
              <a:gd name="adj" fmla="val 19649"/>
            </a:avLst>
          </a:prstGeom>
          <a:solidFill>
            <a:schemeClr val="bg1">
              <a:lumMod val="7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Access Logger</a:t>
            </a:r>
            <a:r>
              <a:rPr kumimoji="1" lang="ko-KR" altLang="en-US" sz="800">
                <a:solidFill>
                  <a:schemeClr val="tx1"/>
                </a:solidFill>
              </a:rPr>
              <a:t> </a:t>
            </a:r>
            <a:r>
              <a:rPr kumimoji="1" lang="en-US" altLang="ko-KR" sz="800">
                <a:solidFill>
                  <a:schemeClr val="tx1"/>
                </a:solidFill>
              </a:rPr>
              <a:t>Writer</a:t>
            </a:r>
            <a:endParaRPr kumimoji="1" lang="ko-KR" altLang="en-US" sz="800">
              <a:solidFill>
                <a:schemeClr val="tx1"/>
              </a:solidFill>
            </a:endParaRPr>
          </a:p>
        </p:txBody>
      </p:sp>
      <p:sp>
        <p:nvSpPr>
          <p:cNvPr id="11" name="모서리가 둥근 직사각형 10">
            <a:extLst>
              <a:ext uri="{FF2B5EF4-FFF2-40B4-BE49-F238E27FC236}">
                <a16:creationId xmlns:a16="http://schemas.microsoft.com/office/drawing/2014/main" id="{E49BD97B-0B6D-35FC-0DE3-D6205BCB7FFC}"/>
              </a:ext>
            </a:extLst>
          </p:cNvPr>
          <p:cNvSpPr/>
          <p:nvPr/>
        </p:nvSpPr>
        <p:spPr>
          <a:xfrm>
            <a:off x="1846734" y="2567307"/>
            <a:ext cx="1411228" cy="306784"/>
          </a:xfrm>
          <a:prstGeom prst="roundRect">
            <a:avLst>
              <a:gd name="adj" fmla="val 14972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800" b="1">
                <a:solidFill>
                  <a:schemeClr val="tx1"/>
                </a:solidFill>
              </a:rPr>
              <a:t>Dispatcher </a:t>
            </a:r>
          </a:p>
          <a:p>
            <a:pPr algn="ctr"/>
            <a:r>
              <a:rPr kumimoji="1" lang="en-US" altLang="ko-KR" sz="800" b="1">
                <a:solidFill>
                  <a:schemeClr val="tx1"/>
                </a:solidFill>
              </a:rPr>
              <a:t>(libevent, io_uring)</a:t>
            </a:r>
            <a:endParaRPr kumimoji="1" lang="ko-KR" altLang="en-US" sz="800" b="1">
              <a:solidFill>
                <a:schemeClr val="tx1"/>
              </a:solidFill>
            </a:endParaRPr>
          </a:p>
        </p:txBody>
      </p:sp>
      <p:sp>
        <p:nvSpPr>
          <p:cNvPr id="13" name="모서리가 둥근 직사각형 12">
            <a:extLst>
              <a:ext uri="{FF2B5EF4-FFF2-40B4-BE49-F238E27FC236}">
                <a16:creationId xmlns:a16="http://schemas.microsoft.com/office/drawing/2014/main" id="{A89A2263-E9C7-352D-DA0C-52CAE4E06FF9}"/>
              </a:ext>
            </a:extLst>
          </p:cNvPr>
          <p:cNvSpPr/>
          <p:nvPr/>
        </p:nvSpPr>
        <p:spPr>
          <a:xfrm>
            <a:off x="1846734" y="3514276"/>
            <a:ext cx="1411228" cy="306784"/>
          </a:xfrm>
          <a:prstGeom prst="roundRect">
            <a:avLst>
              <a:gd name="adj" fmla="val 14972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800" b="1">
                <a:solidFill>
                  <a:schemeClr val="tx1"/>
                </a:solidFill>
              </a:rPr>
              <a:t>Dispatcher</a:t>
            </a:r>
          </a:p>
          <a:p>
            <a:pPr algn="ctr"/>
            <a:r>
              <a:rPr kumimoji="1" lang="en-US" altLang="ko-KR" sz="800" b="1">
                <a:solidFill>
                  <a:schemeClr val="tx1"/>
                </a:solidFill>
              </a:rPr>
              <a:t>(libevent, io_uring)</a:t>
            </a:r>
            <a:endParaRPr kumimoji="1" lang="ko-KR" altLang="en-US" sz="800" b="1">
              <a:solidFill>
                <a:schemeClr val="tx1"/>
              </a:solidFill>
            </a:endParaRPr>
          </a:p>
        </p:txBody>
      </p:sp>
      <p:sp>
        <p:nvSpPr>
          <p:cNvPr id="15" name="모서리가 둥근 직사각형 14">
            <a:extLst>
              <a:ext uri="{FF2B5EF4-FFF2-40B4-BE49-F238E27FC236}">
                <a16:creationId xmlns:a16="http://schemas.microsoft.com/office/drawing/2014/main" id="{5E541288-2E1F-784F-8ED2-CA573EBE277F}"/>
              </a:ext>
            </a:extLst>
          </p:cNvPr>
          <p:cNvSpPr/>
          <p:nvPr/>
        </p:nvSpPr>
        <p:spPr>
          <a:xfrm>
            <a:off x="1840997" y="4223520"/>
            <a:ext cx="835163" cy="306784"/>
          </a:xfrm>
          <a:prstGeom prst="roundRect">
            <a:avLst>
              <a:gd name="adj" fmla="val 14972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Listener</a:t>
            </a:r>
          </a:p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(Socket, LDS)</a:t>
            </a:r>
            <a:endParaRPr kumimoji="1" lang="ko-KR" altLang="en-US" sz="800">
              <a:solidFill>
                <a:schemeClr val="tx1"/>
              </a:solidFill>
            </a:endParaRPr>
          </a:p>
        </p:txBody>
      </p:sp>
      <p:sp>
        <p:nvSpPr>
          <p:cNvPr id="17" name="모서리가 둥근 직사각형 16">
            <a:extLst>
              <a:ext uri="{FF2B5EF4-FFF2-40B4-BE49-F238E27FC236}">
                <a16:creationId xmlns:a16="http://schemas.microsoft.com/office/drawing/2014/main" id="{CCB55711-ACF7-8FB1-5417-3D2A5635DF6A}"/>
              </a:ext>
            </a:extLst>
          </p:cNvPr>
          <p:cNvSpPr/>
          <p:nvPr/>
        </p:nvSpPr>
        <p:spPr>
          <a:xfrm>
            <a:off x="3527039" y="3514276"/>
            <a:ext cx="1499222" cy="306784"/>
          </a:xfrm>
          <a:prstGeom prst="roundRect">
            <a:avLst>
              <a:gd name="adj" fmla="val 14972"/>
            </a:avLst>
          </a:prstGeom>
          <a:solidFill>
            <a:schemeClr val="bg2">
              <a:lumMod val="9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800" b="1">
                <a:solidFill>
                  <a:schemeClr val="tx1"/>
                </a:solidFill>
              </a:rPr>
              <a:t>TLS </a:t>
            </a:r>
          </a:p>
          <a:p>
            <a:pPr algn="ctr"/>
            <a:r>
              <a:rPr kumimoji="1" lang="en-US" altLang="ko-KR" sz="800" b="1">
                <a:solidFill>
                  <a:schemeClr val="tx1"/>
                </a:solidFill>
              </a:rPr>
              <a:t>(Thread Local Storage)</a:t>
            </a:r>
            <a:endParaRPr kumimoji="1" lang="ko-KR" altLang="en-US" sz="800" b="1">
              <a:solidFill>
                <a:schemeClr val="tx1"/>
              </a:solidFill>
            </a:endParaRPr>
          </a:p>
        </p:txBody>
      </p:sp>
      <p:sp>
        <p:nvSpPr>
          <p:cNvPr id="20" name="모서리가 둥근 직사각형 19">
            <a:extLst>
              <a:ext uri="{FF2B5EF4-FFF2-40B4-BE49-F238E27FC236}">
                <a16:creationId xmlns:a16="http://schemas.microsoft.com/office/drawing/2014/main" id="{DE241F59-0565-FC51-4A08-F027EC8E62FE}"/>
              </a:ext>
            </a:extLst>
          </p:cNvPr>
          <p:cNvSpPr/>
          <p:nvPr/>
        </p:nvSpPr>
        <p:spPr>
          <a:xfrm>
            <a:off x="3527039" y="2567307"/>
            <a:ext cx="1499222" cy="306784"/>
          </a:xfrm>
          <a:prstGeom prst="roundRect">
            <a:avLst>
              <a:gd name="adj" fmla="val 14972"/>
            </a:avLst>
          </a:prstGeom>
          <a:solidFill>
            <a:schemeClr val="bg2">
              <a:lumMod val="9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800" b="1">
                <a:solidFill>
                  <a:schemeClr val="tx1"/>
                </a:solidFill>
              </a:rPr>
              <a:t>TLS </a:t>
            </a:r>
          </a:p>
          <a:p>
            <a:pPr algn="ctr"/>
            <a:r>
              <a:rPr kumimoji="1" lang="en-US" altLang="ko-KR" sz="800" b="1">
                <a:solidFill>
                  <a:schemeClr val="tx1"/>
                </a:solidFill>
              </a:rPr>
              <a:t>(Thread Local Storage)</a:t>
            </a:r>
            <a:endParaRPr kumimoji="1" lang="ko-KR" altLang="en-US" sz="800" b="1">
              <a:solidFill>
                <a:schemeClr val="tx1"/>
              </a:solidFill>
            </a:endParaRPr>
          </a:p>
        </p:txBody>
      </p:sp>
      <p:sp>
        <p:nvSpPr>
          <p:cNvPr id="24" name="모서리가 둥근 직사각형 23">
            <a:extLst>
              <a:ext uri="{FF2B5EF4-FFF2-40B4-BE49-F238E27FC236}">
                <a16:creationId xmlns:a16="http://schemas.microsoft.com/office/drawing/2014/main" id="{6367C03B-C2DD-A7F5-29B5-FA6ABCE22AAD}"/>
              </a:ext>
            </a:extLst>
          </p:cNvPr>
          <p:cNvSpPr/>
          <p:nvPr/>
        </p:nvSpPr>
        <p:spPr>
          <a:xfrm>
            <a:off x="2851135" y="3974451"/>
            <a:ext cx="3956925" cy="906135"/>
          </a:xfrm>
          <a:prstGeom prst="roundRect">
            <a:avLst>
              <a:gd name="adj" fmla="val 5395"/>
            </a:avLst>
          </a:prstGeom>
          <a:noFill/>
          <a:ln w="12700"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Per connection/stream state</a:t>
            </a:r>
            <a:endParaRPr kumimoji="1" lang="ko-KR" altLang="en-US" sz="800">
              <a:solidFill>
                <a:schemeClr val="tx1"/>
              </a:solidFill>
            </a:endParaRPr>
          </a:p>
        </p:txBody>
      </p:sp>
      <p:sp>
        <p:nvSpPr>
          <p:cNvPr id="26" name="모서리가 둥근 직사각형 25">
            <a:extLst>
              <a:ext uri="{FF2B5EF4-FFF2-40B4-BE49-F238E27FC236}">
                <a16:creationId xmlns:a16="http://schemas.microsoft.com/office/drawing/2014/main" id="{A87BFEFF-16DA-B50C-C2C7-432ECE65DE61}"/>
              </a:ext>
            </a:extLst>
          </p:cNvPr>
          <p:cNvSpPr/>
          <p:nvPr/>
        </p:nvSpPr>
        <p:spPr>
          <a:xfrm>
            <a:off x="217372" y="4407134"/>
            <a:ext cx="1209354" cy="306783"/>
          </a:xfrm>
          <a:prstGeom prst="roundRect">
            <a:avLst>
              <a:gd name="adj" fmla="val 12191"/>
            </a:avLst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Downstream B</a:t>
            </a:r>
          </a:p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(Client)</a:t>
            </a:r>
            <a:endParaRPr kumimoji="1" lang="ko-KR" altLang="en-US" sz="800">
              <a:solidFill>
                <a:schemeClr val="tx1"/>
              </a:solidFill>
            </a:endParaRPr>
          </a:p>
        </p:txBody>
      </p:sp>
      <p:sp>
        <p:nvSpPr>
          <p:cNvPr id="27" name="모서리가 둥근 직사각형 26">
            <a:extLst>
              <a:ext uri="{FF2B5EF4-FFF2-40B4-BE49-F238E27FC236}">
                <a16:creationId xmlns:a16="http://schemas.microsoft.com/office/drawing/2014/main" id="{4A05D443-1E47-176F-A4A0-2DC8A2770826}"/>
              </a:ext>
            </a:extLst>
          </p:cNvPr>
          <p:cNvSpPr/>
          <p:nvPr/>
        </p:nvSpPr>
        <p:spPr>
          <a:xfrm>
            <a:off x="7370333" y="4122031"/>
            <a:ext cx="1209354" cy="301001"/>
          </a:xfrm>
          <a:prstGeom prst="roundRect">
            <a:avLst>
              <a:gd name="adj" fmla="val 11691"/>
            </a:avLst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Upstream</a:t>
            </a:r>
          </a:p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(Server)</a:t>
            </a:r>
            <a:endParaRPr kumimoji="1" lang="ko-KR" altLang="en-US" sz="800">
              <a:solidFill>
                <a:schemeClr val="tx1"/>
              </a:solidFill>
            </a:endParaRPr>
          </a:p>
        </p:txBody>
      </p:sp>
      <p:sp>
        <p:nvSpPr>
          <p:cNvPr id="28" name="모서리가 둥근 직사각형 27">
            <a:extLst>
              <a:ext uri="{FF2B5EF4-FFF2-40B4-BE49-F238E27FC236}">
                <a16:creationId xmlns:a16="http://schemas.microsoft.com/office/drawing/2014/main" id="{1F6D46CB-90A5-B568-809D-3E567BD99762}"/>
              </a:ext>
            </a:extLst>
          </p:cNvPr>
          <p:cNvSpPr/>
          <p:nvPr/>
        </p:nvSpPr>
        <p:spPr>
          <a:xfrm>
            <a:off x="217372" y="3846192"/>
            <a:ext cx="1209354" cy="306783"/>
          </a:xfrm>
          <a:prstGeom prst="roundRect">
            <a:avLst>
              <a:gd name="adj" fmla="val 12191"/>
            </a:avLst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Downstream A</a:t>
            </a:r>
          </a:p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(Client)</a:t>
            </a:r>
            <a:endParaRPr kumimoji="1" lang="ko-KR" altLang="en-US" sz="800">
              <a:solidFill>
                <a:schemeClr val="tx1"/>
              </a:solidFill>
            </a:endParaRPr>
          </a:p>
        </p:txBody>
      </p:sp>
      <p:sp>
        <p:nvSpPr>
          <p:cNvPr id="29" name="모서리가 둥근 직사각형 28">
            <a:extLst>
              <a:ext uri="{FF2B5EF4-FFF2-40B4-BE49-F238E27FC236}">
                <a16:creationId xmlns:a16="http://schemas.microsoft.com/office/drawing/2014/main" id="{575C4D60-50F2-6647-03E0-4E636ED8BB43}"/>
              </a:ext>
            </a:extLst>
          </p:cNvPr>
          <p:cNvSpPr/>
          <p:nvPr/>
        </p:nvSpPr>
        <p:spPr>
          <a:xfrm>
            <a:off x="2968068" y="4081882"/>
            <a:ext cx="1037351" cy="595696"/>
          </a:xfrm>
          <a:prstGeom prst="roundRect">
            <a:avLst>
              <a:gd name="adj" fmla="val 11228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Listener Filter</a:t>
            </a:r>
          </a:p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Chain (LDS)</a:t>
            </a:r>
            <a:endParaRPr kumimoji="1" lang="ko-KR" altLang="en-US" sz="800">
              <a:solidFill>
                <a:schemeClr val="tx1"/>
              </a:solidFill>
            </a:endParaRPr>
          </a:p>
        </p:txBody>
      </p:sp>
      <p:sp>
        <p:nvSpPr>
          <p:cNvPr id="30" name="모서리가 둥근 직사각형 29">
            <a:extLst>
              <a:ext uri="{FF2B5EF4-FFF2-40B4-BE49-F238E27FC236}">
                <a16:creationId xmlns:a16="http://schemas.microsoft.com/office/drawing/2014/main" id="{0E20BA9A-6DEE-C4A1-8862-2CAF8BB0C95A}"/>
              </a:ext>
            </a:extLst>
          </p:cNvPr>
          <p:cNvSpPr/>
          <p:nvPr/>
        </p:nvSpPr>
        <p:spPr>
          <a:xfrm>
            <a:off x="4191357" y="4223520"/>
            <a:ext cx="1037351" cy="306784"/>
          </a:xfrm>
          <a:prstGeom prst="roundRect">
            <a:avLst>
              <a:gd name="adj" fmla="val 14972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TLS Transport</a:t>
            </a:r>
          </a:p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Socket (SDS)</a:t>
            </a:r>
            <a:endParaRPr kumimoji="1" lang="ko-KR" altLang="en-US" sz="800">
              <a:solidFill>
                <a:schemeClr val="tx1"/>
              </a:solidFill>
            </a:endParaRPr>
          </a:p>
        </p:txBody>
      </p:sp>
      <p:sp>
        <p:nvSpPr>
          <p:cNvPr id="31" name="모서리가 둥근 직사각형 30">
            <a:extLst>
              <a:ext uri="{FF2B5EF4-FFF2-40B4-BE49-F238E27FC236}">
                <a16:creationId xmlns:a16="http://schemas.microsoft.com/office/drawing/2014/main" id="{1CA85BF4-20C5-DE06-CA49-1FB4F7ED44F8}"/>
              </a:ext>
            </a:extLst>
          </p:cNvPr>
          <p:cNvSpPr/>
          <p:nvPr/>
        </p:nvSpPr>
        <p:spPr>
          <a:xfrm>
            <a:off x="5419351" y="4081882"/>
            <a:ext cx="1309924" cy="595696"/>
          </a:xfrm>
          <a:prstGeom prst="roundRect">
            <a:avLst>
              <a:gd name="adj" fmla="val 8966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Network Filter Chain (Timer, LDS, CDS, EDS)</a:t>
            </a:r>
            <a:endParaRPr kumimoji="1" lang="ko-KR" altLang="en-US" sz="800">
              <a:solidFill>
                <a:schemeClr val="tx1"/>
              </a:solidFill>
            </a:endParaRPr>
          </a:p>
        </p:txBody>
      </p:sp>
      <p:cxnSp>
        <p:nvCxnSpPr>
          <p:cNvPr id="37" name="직선 화살표 연결선 36">
            <a:extLst>
              <a:ext uri="{FF2B5EF4-FFF2-40B4-BE49-F238E27FC236}">
                <a16:creationId xmlns:a16="http://schemas.microsoft.com/office/drawing/2014/main" id="{3BFC6919-A7FE-570C-3B04-AA80FAF0D888}"/>
              </a:ext>
            </a:extLst>
          </p:cNvPr>
          <p:cNvCxnSpPr>
            <a:cxnSpLocks/>
            <a:stCxn id="26" idx="3"/>
            <a:endCxn id="15" idx="1"/>
          </p:cNvCxnSpPr>
          <p:nvPr/>
        </p:nvCxnSpPr>
        <p:spPr>
          <a:xfrm flipV="1">
            <a:off x="1426726" y="4376912"/>
            <a:ext cx="414271" cy="183614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직선 화살표 연결선 37">
            <a:extLst>
              <a:ext uri="{FF2B5EF4-FFF2-40B4-BE49-F238E27FC236}">
                <a16:creationId xmlns:a16="http://schemas.microsoft.com/office/drawing/2014/main" id="{59507849-7EBC-0CAA-AAD6-A0DBEEC9121D}"/>
              </a:ext>
            </a:extLst>
          </p:cNvPr>
          <p:cNvCxnSpPr>
            <a:cxnSpLocks/>
            <a:stCxn id="15" idx="3"/>
            <a:endCxn id="29" idx="1"/>
          </p:cNvCxnSpPr>
          <p:nvPr/>
        </p:nvCxnSpPr>
        <p:spPr>
          <a:xfrm>
            <a:off x="2676160" y="4376912"/>
            <a:ext cx="291908" cy="2818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직선 화살표 연결선 40">
            <a:extLst>
              <a:ext uri="{FF2B5EF4-FFF2-40B4-BE49-F238E27FC236}">
                <a16:creationId xmlns:a16="http://schemas.microsoft.com/office/drawing/2014/main" id="{76E76356-B517-820E-D9AA-F8753917F70E}"/>
              </a:ext>
            </a:extLst>
          </p:cNvPr>
          <p:cNvCxnSpPr>
            <a:cxnSpLocks/>
            <a:stCxn id="29" idx="3"/>
            <a:endCxn id="30" idx="1"/>
          </p:cNvCxnSpPr>
          <p:nvPr/>
        </p:nvCxnSpPr>
        <p:spPr>
          <a:xfrm flipV="1">
            <a:off x="4005419" y="4376912"/>
            <a:ext cx="185938" cy="2818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직선 화살표 연결선 43">
            <a:extLst>
              <a:ext uri="{FF2B5EF4-FFF2-40B4-BE49-F238E27FC236}">
                <a16:creationId xmlns:a16="http://schemas.microsoft.com/office/drawing/2014/main" id="{C92F2DF8-D440-1A5A-14FA-3B374AF6EA79}"/>
              </a:ext>
            </a:extLst>
          </p:cNvPr>
          <p:cNvCxnSpPr>
            <a:cxnSpLocks/>
            <a:stCxn id="30" idx="3"/>
            <a:endCxn id="31" idx="1"/>
          </p:cNvCxnSpPr>
          <p:nvPr/>
        </p:nvCxnSpPr>
        <p:spPr>
          <a:xfrm>
            <a:off x="5228708" y="4376912"/>
            <a:ext cx="190643" cy="2818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직선 화살표 연결선 46">
            <a:extLst>
              <a:ext uri="{FF2B5EF4-FFF2-40B4-BE49-F238E27FC236}">
                <a16:creationId xmlns:a16="http://schemas.microsoft.com/office/drawing/2014/main" id="{C19B3C64-178B-2507-D122-35F3664F1FEB}"/>
              </a:ext>
            </a:extLst>
          </p:cNvPr>
          <p:cNvCxnSpPr>
            <a:cxnSpLocks/>
            <a:stCxn id="31" idx="3"/>
            <a:endCxn id="27" idx="1"/>
          </p:cNvCxnSpPr>
          <p:nvPr/>
        </p:nvCxnSpPr>
        <p:spPr>
          <a:xfrm flipV="1">
            <a:off x="6729275" y="4272532"/>
            <a:ext cx="641058" cy="107198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직선 화살표 연결선 53">
            <a:extLst>
              <a:ext uri="{FF2B5EF4-FFF2-40B4-BE49-F238E27FC236}">
                <a16:creationId xmlns:a16="http://schemas.microsoft.com/office/drawing/2014/main" id="{92583BB6-F29F-114F-8270-449F1769107A}"/>
              </a:ext>
            </a:extLst>
          </p:cNvPr>
          <p:cNvCxnSpPr>
            <a:cxnSpLocks/>
            <a:stCxn id="28" idx="3"/>
            <a:endCxn id="4" idx="1"/>
          </p:cNvCxnSpPr>
          <p:nvPr/>
        </p:nvCxnSpPr>
        <p:spPr>
          <a:xfrm>
            <a:off x="1426726" y="3999584"/>
            <a:ext cx="319699" cy="189616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직선 화살표 연결선 68">
            <a:extLst>
              <a:ext uri="{FF2B5EF4-FFF2-40B4-BE49-F238E27FC236}">
                <a16:creationId xmlns:a16="http://schemas.microsoft.com/office/drawing/2014/main" id="{2DCD07C9-DD3D-6D36-CC54-F4ACCD3E4A61}"/>
              </a:ext>
            </a:extLst>
          </p:cNvPr>
          <p:cNvCxnSpPr>
            <a:cxnSpLocks/>
            <a:stCxn id="4" idx="3"/>
            <a:endCxn id="27" idx="1"/>
          </p:cNvCxnSpPr>
          <p:nvPr/>
        </p:nvCxnSpPr>
        <p:spPr>
          <a:xfrm>
            <a:off x="6902403" y="4189200"/>
            <a:ext cx="467930" cy="83332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직선 화살표 연결선 71">
            <a:extLst>
              <a:ext uri="{FF2B5EF4-FFF2-40B4-BE49-F238E27FC236}">
                <a16:creationId xmlns:a16="http://schemas.microsoft.com/office/drawing/2014/main" id="{15A81829-1088-77A6-D399-24D003D82900}"/>
              </a:ext>
            </a:extLst>
          </p:cNvPr>
          <p:cNvCxnSpPr>
            <a:cxnSpLocks/>
            <a:stCxn id="33" idx="3"/>
            <a:endCxn id="27" idx="1"/>
          </p:cNvCxnSpPr>
          <p:nvPr/>
        </p:nvCxnSpPr>
        <p:spPr>
          <a:xfrm>
            <a:off x="6968596" y="4118555"/>
            <a:ext cx="401737" cy="153977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직선 화살표 연결선 78">
            <a:extLst>
              <a:ext uri="{FF2B5EF4-FFF2-40B4-BE49-F238E27FC236}">
                <a16:creationId xmlns:a16="http://schemas.microsoft.com/office/drawing/2014/main" id="{2F670A15-37B5-6A6A-A462-B456F3563E55}"/>
              </a:ext>
            </a:extLst>
          </p:cNvPr>
          <p:cNvCxnSpPr>
            <a:cxnSpLocks/>
            <a:stCxn id="13" idx="0"/>
            <a:endCxn id="11" idx="2"/>
          </p:cNvCxnSpPr>
          <p:nvPr/>
        </p:nvCxnSpPr>
        <p:spPr>
          <a:xfrm flipV="1">
            <a:off x="2552348" y="2874091"/>
            <a:ext cx="0" cy="640186"/>
          </a:xfrm>
          <a:prstGeom prst="straightConnector1">
            <a:avLst/>
          </a:prstGeom>
          <a:ln w="12700"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직선 화살표 연결선 81">
            <a:extLst>
              <a:ext uri="{FF2B5EF4-FFF2-40B4-BE49-F238E27FC236}">
                <a16:creationId xmlns:a16="http://schemas.microsoft.com/office/drawing/2014/main" id="{CF74ABED-2F27-D513-5736-4B77AEC4603D}"/>
              </a:ext>
            </a:extLst>
          </p:cNvPr>
          <p:cNvCxnSpPr>
            <a:cxnSpLocks/>
            <a:endCxn id="11" idx="2"/>
          </p:cNvCxnSpPr>
          <p:nvPr/>
        </p:nvCxnSpPr>
        <p:spPr>
          <a:xfrm flipH="1" flipV="1">
            <a:off x="2552348" y="2874091"/>
            <a:ext cx="78012" cy="55221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직선 화살표 연결선 88">
            <a:extLst>
              <a:ext uri="{FF2B5EF4-FFF2-40B4-BE49-F238E27FC236}">
                <a16:creationId xmlns:a16="http://schemas.microsoft.com/office/drawing/2014/main" id="{0E792277-B87C-F9AB-5220-A2967BEE08C1}"/>
              </a:ext>
            </a:extLst>
          </p:cNvPr>
          <p:cNvCxnSpPr>
            <a:cxnSpLocks/>
            <a:endCxn id="11" idx="2"/>
          </p:cNvCxnSpPr>
          <p:nvPr/>
        </p:nvCxnSpPr>
        <p:spPr>
          <a:xfrm flipH="1" flipV="1">
            <a:off x="2552348" y="2874091"/>
            <a:ext cx="153277" cy="47962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직선 화살표 연결선 96">
            <a:extLst>
              <a:ext uri="{FF2B5EF4-FFF2-40B4-BE49-F238E27FC236}">
                <a16:creationId xmlns:a16="http://schemas.microsoft.com/office/drawing/2014/main" id="{3D2CF8A2-15EC-EF51-0E14-82F1E753F4BB}"/>
              </a:ext>
            </a:extLst>
          </p:cNvPr>
          <p:cNvCxnSpPr>
            <a:cxnSpLocks/>
            <a:endCxn id="11" idx="1"/>
          </p:cNvCxnSpPr>
          <p:nvPr/>
        </p:nvCxnSpPr>
        <p:spPr>
          <a:xfrm>
            <a:off x="215900" y="2720699"/>
            <a:ext cx="1630834" cy="1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1" name="TextBox 100">
            <a:extLst>
              <a:ext uri="{FF2B5EF4-FFF2-40B4-BE49-F238E27FC236}">
                <a16:creationId xmlns:a16="http://schemas.microsoft.com/office/drawing/2014/main" id="{518EACAB-5559-78D3-2FCE-AD2E76CCD5AD}"/>
              </a:ext>
            </a:extLst>
          </p:cNvPr>
          <p:cNvSpPr txBox="1"/>
          <p:nvPr/>
        </p:nvSpPr>
        <p:spPr>
          <a:xfrm>
            <a:off x="2136157" y="2967072"/>
            <a:ext cx="38504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sz="800" i="1"/>
              <a:t>Post</a:t>
            </a:r>
            <a:endParaRPr kumimoji="1" lang="ko-KR" altLang="en-US" sz="800" i="1"/>
          </a:p>
        </p:txBody>
      </p:sp>
      <p:cxnSp>
        <p:nvCxnSpPr>
          <p:cNvPr id="107" name="직선 화살표 연결선 106">
            <a:extLst>
              <a:ext uri="{FF2B5EF4-FFF2-40B4-BE49-F238E27FC236}">
                <a16:creationId xmlns:a16="http://schemas.microsoft.com/office/drawing/2014/main" id="{D30CEFF2-D218-68BE-231E-204979DBDAA5}"/>
              </a:ext>
            </a:extLst>
          </p:cNvPr>
          <p:cNvCxnSpPr>
            <a:cxnSpLocks/>
            <a:endCxn id="13" idx="1"/>
          </p:cNvCxnSpPr>
          <p:nvPr/>
        </p:nvCxnSpPr>
        <p:spPr>
          <a:xfrm>
            <a:off x="222250" y="3667668"/>
            <a:ext cx="1624484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0" name="TextBox 109">
            <a:extLst>
              <a:ext uri="{FF2B5EF4-FFF2-40B4-BE49-F238E27FC236}">
                <a16:creationId xmlns:a16="http://schemas.microsoft.com/office/drawing/2014/main" id="{2E35DF38-A81D-DCFB-636A-F29B16520E4F}"/>
              </a:ext>
            </a:extLst>
          </p:cNvPr>
          <p:cNvSpPr txBox="1"/>
          <p:nvPr/>
        </p:nvSpPr>
        <p:spPr>
          <a:xfrm>
            <a:off x="210126" y="2514929"/>
            <a:ext cx="1362874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sz="800" i="1"/>
              <a:t>OS Signal, Timer, Socket </a:t>
            </a:r>
            <a:endParaRPr kumimoji="1" lang="ko-KR" altLang="en-US" sz="800" i="1"/>
          </a:p>
        </p:txBody>
      </p:sp>
      <p:sp>
        <p:nvSpPr>
          <p:cNvPr id="114" name="TextBox 113">
            <a:extLst>
              <a:ext uri="{FF2B5EF4-FFF2-40B4-BE49-F238E27FC236}">
                <a16:creationId xmlns:a16="http://schemas.microsoft.com/office/drawing/2014/main" id="{F9B35001-A827-FBEF-D538-BBD25FFFBE31}"/>
              </a:ext>
            </a:extLst>
          </p:cNvPr>
          <p:cNvSpPr txBox="1"/>
          <p:nvPr/>
        </p:nvSpPr>
        <p:spPr>
          <a:xfrm>
            <a:off x="210126" y="3467528"/>
            <a:ext cx="848309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sz="800" i="1"/>
              <a:t>Timer, Socket </a:t>
            </a:r>
            <a:endParaRPr kumimoji="1" lang="ko-KR" altLang="en-US" sz="800" i="1"/>
          </a:p>
        </p:txBody>
      </p:sp>
      <p:sp>
        <p:nvSpPr>
          <p:cNvPr id="115" name="모서리가 둥근 직사각형 114">
            <a:extLst>
              <a:ext uri="{FF2B5EF4-FFF2-40B4-BE49-F238E27FC236}">
                <a16:creationId xmlns:a16="http://schemas.microsoft.com/office/drawing/2014/main" id="{3624549F-294A-F09A-DFAC-023AB0C663CD}"/>
              </a:ext>
            </a:extLst>
          </p:cNvPr>
          <p:cNvSpPr/>
          <p:nvPr/>
        </p:nvSpPr>
        <p:spPr>
          <a:xfrm>
            <a:off x="217372" y="1708210"/>
            <a:ext cx="1209354" cy="306785"/>
          </a:xfrm>
          <a:prstGeom prst="roundRect">
            <a:avLst>
              <a:gd name="adj" fmla="val 12191"/>
            </a:avLst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systemd</a:t>
            </a:r>
          </a:p>
        </p:txBody>
      </p:sp>
      <p:cxnSp>
        <p:nvCxnSpPr>
          <p:cNvPr id="116" name="직선 화살표 연결선 115">
            <a:extLst>
              <a:ext uri="{FF2B5EF4-FFF2-40B4-BE49-F238E27FC236}">
                <a16:creationId xmlns:a16="http://schemas.microsoft.com/office/drawing/2014/main" id="{9108E865-3D12-F3D6-BE8F-6AFF61CB2B16}"/>
              </a:ext>
            </a:extLst>
          </p:cNvPr>
          <p:cNvCxnSpPr>
            <a:cxnSpLocks/>
            <a:stCxn id="115" idx="3"/>
            <a:endCxn id="6" idx="1"/>
          </p:cNvCxnSpPr>
          <p:nvPr/>
        </p:nvCxnSpPr>
        <p:spPr>
          <a:xfrm>
            <a:off x="1426726" y="1861602"/>
            <a:ext cx="416846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0" name="모서리가 둥근 직사각형 119">
            <a:extLst>
              <a:ext uri="{FF2B5EF4-FFF2-40B4-BE49-F238E27FC236}">
                <a16:creationId xmlns:a16="http://schemas.microsoft.com/office/drawing/2014/main" id="{D67F6F3A-96A1-5CBC-4078-EB85B7538281}"/>
              </a:ext>
            </a:extLst>
          </p:cNvPr>
          <p:cNvSpPr/>
          <p:nvPr/>
        </p:nvSpPr>
        <p:spPr>
          <a:xfrm>
            <a:off x="1843572" y="513144"/>
            <a:ext cx="1036323" cy="306784"/>
          </a:xfrm>
          <a:prstGeom prst="roundRect">
            <a:avLst>
              <a:gd name="adj" fmla="val 14972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Stats Flush</a:t>
            </a:r>
          </a:p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(Timer)</a:t>
            </a:r>
          </a:p>
        </p:txBody>
      </p:sp>
      <p:sp>
        <p:nvSpPr>
          <p:cNvPr id="123" name="모서리가 둥근 직사각형 122">
            <a:extLst>
              <a:ext uri="{FF2B5EF4-FFF2-40B4-BE49-F238E27FC236}">
                <a16:creationId xmlns:a16="http://schemas.microsoft.com/office/drawing/2014/main" id="{FED1BC2B-83A9-9DDE-B45A-1ED80207EFC0}"/>
              </a:ext>
            </a:extLst>
          </p:cNvPr>
          <p:cNvSpPr/>
          <p:nvPr/>
        </p:nvSpPr>
        <p:spPr>
          <a:xfrm>
            <a:off x="217372" y="512704"/>
            <a:ext cx="1209354" cy="306784"/>
          </a:xfrm>
          <a:prstGeom prst="roundRect">
            <a:avLst>
              <a:gd name="adj" fmla="val 12191"/>
            </a:avLst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StatsD Server</a:t>
            </a:r>
            <a:endParaRPr kumimoji="1" lang="ko-KR" altLang="en-US" sz="800">
              <a:solidFill>
                <a:schemeClr val="tx1"/>
              </a:solidFill>
            </a:endParaRPr>
          </a:p>
        </p:txBody>
      </p:sp>
      <p:cxnSp>
        <p:nvCxnSpPr>
          <p:cNvPr id="124" name="직선 화살표 연결선 123">
            <a:extLst>
              <a:ext uri="{FF2B5EF4-FFF2-40B4-BE49-F238E27FC236}">
                <a16:creationId xmlns:a16="http://schemas.microsoft.com/office/drawing/2014/main" id="{4DB0BC96-81B9-9473-E4E2-47AE517E17AB}"/>
              </a:ext>
            </a:extLst>
          </p:cNvPr>
          <p:cNvCxnSpPr>
            <a:cxnSpLocks/>
            <a:stCxn id="120" idx="1"/>
            <a:endCxn id="123" idx="3"/>
          </p:cNvCxnSpPr>
          <p:nvPr/>
        </p:nvCxnSpPr>
        <p:spPr>
          <a:xfrm flipH="1" flipV="1">
            <a:off x="1426726" y="666096"/>
            <a:ext cx="416846" cy="44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1" name="모서리가 둥근 직사각형 150">
            <a:extLst>
              <a:ext uri="{FF2B5EF4-FFF2-40B4-BE49-F238E27FC236}">
                <a16:creationId xmlns:a16="http://schemas.microsoft.com/office/drawing/2014/main" id="{1A30DF3B-07BE-9ABF-0A77-F398E783129B}"/>
              </a:ext>
            </a:extLst>
          </p:cNvPr>
          <p:cNvSpPr/>
          <p:nvPr/>
        </p:nvSpPr>
        <p:spPr>
          <a:xfrm>
            <a:off x="1843571" y="1310825"/>
            <a:ext cx="1036323" cy="306784"/>
          </a:xfrm>
          <a:prstGeom prst="roundRect">
            <a:avLst>
              <a:gd name="adj" fmla="val 14972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xDS</a:t>
            </a:r>
          </a:p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(TCP Socket)</a:t>
            </a:r>
            <a:endParaRPr kumimoji="1" lang="ko-KR" altLang="en-US" sz="800">
              <a:solidFill>
                <a:schemeClr val="tx1"/>
              </a:solidFill>
            </a:endParaRPr>
          </a:p>
        </p:txBody>
      </p:sp>
      <p:sp>
        <p:nvSpPr>
          <p:cNvPr id="152" name="모서리가 둥근 직사각형 151">
            <a:extLst>
              <a:ext uri="{FF2B5EF4-FFF2-40B4-BE49-F238E27FC236}">
                <a16:creationId xmlns:a16="http://schemas.microsoft.com/office/drawing/2014/main" id="{26808688-670F-F1B3-9A0B-55E21244C58D}"/>
              </a:ext>
            </a:extLst>
          </p:cNvPr>
          <p:cNvSpPr/>
          <p:nvPr/>
        </p:nvSpPr>
        <p:spPr>
          <a:xfrm>
            <a:off x="217372" y="1312163"/>
            <a:ext cx="1209353" cy="306785"/>
          </a:xfrm>
          <a:prstGeom prst="roundRect">
            <a:avLst>
              <a:gd name="adj" fmla="val 12191"/>
            </a:avLst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Control Plane</a:t>
            </a:r>
            <a:endParaRPr kumimoji="1" lang="ko-KR" altLang="en-US" sz="800">
              <a:solidFill>
                <a:schemeClr val="tx1"/>
              </a:solidFill>
            </a:endParaRPr>
          </a:p>
        </p:txBody>
      </p:sp>
      <p:cxnSp>
        <p:nvCxnSpPr>
          <p:cNvPr id="157" name="직선 화살표 연결선 156">
            <a:extLst>
              <a:ext uri="{FF2B5EF4-FFF2-40B4-BE49-F238E27FC236}">
                <a16:creationId xmlns:a16="http://schemas.microsoft.com/office/drawing/2014/main" id="{60D74C34-C41D-1A34-06AC-D73BBBAC71F8}"/>
              </a:ext>
            </a:extLst>
          </p:cNvPr>
          <p:cNvCxnSpPr>
            <a:cxnSpLocks/>
            <a:stCxn id="8" idx="0"/>
            <a:endCxn id="120" idx="2"/>
          </p:cNvCxnSpPr>
          <p:nvPr/>
        </p:nvCxnSpPr>
        <p:spPr>
          <a:xfrm flipV="1">
            <a:off x="2361732" y="819928"/>
            <a:ext cx="2" cy="95676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3" name="모서리가 둥근 직사각형 162">
            <a:extLst>
              <a:ext uri="{FF2B5EF4-FFF2-40B4-BE49-F238E27FC236}">
                <a16:creationId xmlns:a16="http://schemas.microsoft.com/office/drawing/2014/main" id="{465406A5-225B-A90B-A579-419CE0184DA1}"/>
              </a:ext>
            </a:extLst>
          </p:cNvPr>
          <p:cNvSpPr/>
          <p:nvPr/>
        </p:nvSpPr>
        <p:spPr>
          <a:xfrm>
            <a:off x="5465208" y="2470916"/>
            <a:ext cx="1519189" cy="424682"/>
          </a:xfrm>
          <a:prstGeom prst="roundRect">
            <a:avLst>
              <a:gd name="adj" fmla="val 10985"/>
            </a:avLst>
          </a:prstGeom>
          <a:solidFill>
            <a:schemeClr val="bg1"/>
          </a:solidFill>
          <a:ln w="12700"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kumimoji="1" lang="en-US" altLang="ko-KR" sz="800">
                <a:solidFill>
                  <a:schemeClr val="tx1"/>
                </a:solidFill>
              </a:rPr>
              <a:t>Write</a:t>
            </a:r>
          </a:p>
          <a:p>
            <a:pPr algn="r"/>
            <a:r>
              <a:rPr kumimoji="1" lang="en-US" altLang="ko-KR" sz="800">
                <a:solidFill>
                  <a:schemeClr val="tx1"/>
                </a:solidFill>
              </a:rPr>
              <a:t>Lock</a:t>
            </a:r>
            <a:endParaRPr kumimoji="1" lang="ko-KR" altLang="en-US" sz="800">
              <a:solidFill>
                <a:schemeClr val="tx1"/>
              </a:solidFill>
            </a:endParaRPr>
          </a:p>
        </p:txBody>
      </p:sp>
      <p:cxnSp>
        <p:nvCxnSpPr>
          <p:cNvPr id="182" name="직선 화살표 연결선 181">
            <a:extLst>
              <a:ext uri="{FF2B5EF4-FFF2-40B4-BE49-F238E27FC236}">
                <a16:creationId xmlns:a16="http://schemas.microsoft.com/office/drawing/2014/main" id="{F0AAF1AE-E8CC-85B9-0861-299DFF861B69}"/>
              </a:ext>
            </a:extLst>
          </p:cNvPr>
          <p:cNvCxnSpPr>
            <a:cxnSpLocks/>
            <a:stCxn id="152" idx="3"/>
            <a:endCxn id="151" idx="1"/>
          </p:cNvCxnSpPr>
          <p:nvPr/>
        </p:nvCxnSpPr>
        <p:spPr>
          <a:xfrm flipV="1">
            <a:off x="1426725" y="1464217"/>
            <a:ext cx="416846" cy="1339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8" name="모서리가 둥근 직사각형 187">
            <a:extLst>
              <a:ext uri="{FF2B5EF4-FFF2-40B4-BE49-F238E27FC236}">
                <a16:creationId xmlns:a16="http://schemas.microsoft.com/office/drawing/2014/main" id="{88739DCC-A381-B5DB-3E03-17029F853ADA}"/>
              </a:ext>
            </a:extLst>
          </p:cNvPr>
          <p:cNvSpPr/>
          <p:nvPr/>
        </p:nvSpPr>
        <p:spPr>
          <a:xfrm>
            <a:off x="217371" y="913343"/>
            <a:ext cx="1209353" cy="306785"/>
          </a:xfrm>
          <a:prstGeom prst="roundRect">
            <a:avLst>
              <a:gd name="adj" fmla="val 12191"/>
            </a:avLst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Admin User</a:t>
            </a:r>
          </a:p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/ Prometheus</a:t>
            </a:r>
          </a:p>
        </p:txBody>
      </p:sp>
      <p:cxnSp>
        <p:nvCxnSpPr>
          <p:cNvPr id="189" name="직선 화살표 연결선 188">
            <a:extLst>
              <a:ext uri="{FF2B5EF4-FFF2-40B4-BE49-F238E27FC236}">
                <a16:creationId xmlns:a16="http://schemas.microsoft.com/office/drawing/2014/main" id="{C19DD661-6E38-CAAE-3C7A-50A1285023FC}"/>
              </a:ext>
            </a:extLst>
          </p:cNvPr>
          <p:cNvCxnSpPr>
            <a:cxnSpLocks/>
            <a:stCxn id="188" idx="3"/>
            <a:endCxn id="8" idx="1"/>
          </p:cNvCxnSpPr>
          <p:nvPr/>
        </p:nvCxnSpPr>
        <p:spPr>
          <a:xfrm>
            <a:off x="1426724" y="1066736"/>
            <a:ext cx="416846" cy="226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0" name="직선 화살표 연결선 209">
            <a:extLst>
              <a:ext uri="{FF2B5EF4-FFF2-40B4-BE49-F238E27FC236}">
                <a16:creationId xmlns:a16="http://schemas.microsoft.com/office/drawing/2014/main" id="{08C25885-68DA-83C4-975E-1FC657A8E4B9}"/>
              </a:ext>
            </a:extLst>
          </p:cNvPr>
          <p:cNvCxnSpPr>
            <a:cxnSpLocks/>
            <a:stCxn id="17" idx="0"/>
            <a:endCxn id="20" idx="2"/>
          </p:cNvCxnSpPr>
          <p:nvPr/>
        </p:nvCxnSpPr>
        <p:spPr>
          <a:xfrm flipV="1">
            <a:off x="4276650" y="2874091"/>
            <a:ext cx="0" cy="640186"/>
          </a:xfrm>
          <a:prstGeom prst="straightConnector1">
            <a:avLst/>
          </a:prstGeom>
          <a:ln w="12700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1" name="직선 화살표 연결선 210">
            <a:extLst>
              <a:ext uri="{FF2B5EF4-FFF2-40B4-BE49-F238E27FC236}">
                <a16:creationId xmlns:a16="http://schemas.microsoft.com/office/drawing/2014/main" id="{22511479-88A5-F33D-34F6-4EE7576EA4FF}"/>
              </a:ext>
            </a:extLst>
          </p:cNvPr>
          <p:cNvCxnSpPr>
            <a:cxnSpLocks/>
            <a:endCxn id="20" idx="2"/>
          </p:cNvCxnSpPr>
          <p:nvPr/>
        </p:nvCxnSpPr>
        <p:spPr>
          <a:xfrm flipH="1" flipV="1">
            <a:off x="4276650" y="2874091"/>
            <a:ext cx="78011" cy="554000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2" name="직선 화살표 연결선 211">
            <a:extLst>
              <a:ext uri="{FF2B5EF4-FFF2-40B4-BE49-F238E27FC236}">
                <a16:creationId xmlns:a16="http://schemas.microsoft.com/office/drawing/2014/main" id="{A7BA9675-0129-9645-2BB6-2621BCF21135}"/>
              </a:ext>
            </a:extLst>
          </p:cNvPr>
          <p:cNvCxnSpPr>
            <a:cxnSpLocks/>
            <a:endCxn id="20" idx="2"/>
          </p:cNvCxnSpPr>
          <p:nvPr/>
        </p:nvCxnSpPr>
        <p:spPr>
          <a:xfrm flipH="1" flipV="1">
            <a:off x="4276650" y="2874091"/>
            <a:ext cx="143811" cy="479620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모서리가 둥근 직사각형 17">
            <a:extLst>
              <a:ext uri="{FF2B5EF4-FFF2-40B4-BE49-F238E27FC236}">
                <a16:creationId xmlns:a16="http://schemas.microsoft.com/office/drawing/2014/main" id="{AEE863FB-51D2-5F7C-1C66-843E5075AB24}"/>
              </a:ext>
            </a:extLst>
          </p:cNvPr>
          <p:cNvSpPr/>
          <p:nvPr/>
        </p:nvSpPr>
        <p:spPr>
          <a:xfrm>
            <a:off x="5252978" y="3568739"/>
            <a:ext cx="1500613" cy="305103"/>
          </a:xfrm>
          <a:prstGeom prst="roundRect">
            <a:avLst>
              <a:gd name="adj" fmla="val 19649"/>
            </a:avLst>
          </a:prstGeom>
          <a:solidFill>
            <a:schemeClr val="bg1">
              <a:lumMod val="7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800" b="1">
                <a:solidFill>
                  <a:schemeClr val="tx1"/>
                </a:solidFill>
              </a:rPr>
              <a:t>Access Logger</a:t>
            </a:r>
            <a:r>
              <a:rPr kumimoji="1" lang="ko-KR" altLang="en-US" sz="800" b="1">
                <a:solidFill>
                  <a:schemeClr val="tx1"/>
                </a:solidFill>
              </a:rPr>
              <a:t> </a:t>
            </a:r>
            <a:endParaRPr kumimoji="1" lang="en-US" altLang="ko-KR" sz="800" b="1">
              <a:solidFill>
                <a:schemeClr val="tx1"/>
              </a:solidFill>
            </a:endParaRPr>
          </a:p>
          <a:p>
            <a:pPr algn="ctr"/>
            <a:r>
              <a:rPr kumimoji="1" lang="en-US" altLang="ko-KR" sz="800" b="1">
                <a:solidFill>
                  <a:schemeClr val="tx1"/>
                </a:solidFill>
              </a:rPr>
              <a:t>/ Shared Writer</a:t>
            </a:r>
            <a:endParaRPr kumimoji="1" lang="ko-KR" altLang="en-US" sz="800" b="1">
              <a:solidFill>
                <a:schemeClr val="tx1"/>
              </a:solidFill>
            </a:endParaRPr>
          </a:p>
        </p:txBody>
      </p:sp>
      <p:sp>
        <p:nvSpPr>
          <p:cNvPr id="19" name="모서리가 둥근 직사각형 18">
            <a:extLst>
              <a:ext uri="{FF2B5EF4-FFF2-40B4-BE49-F238E27FC236}">
                <a16:creationId xmlns:a16="http://schemas.microsoft.com/office/drawing/2014/main" id="{0F174DF9-4E0C-8E49-87C6-A1F889F0B390}"/>
              </a:ext>
            </a:extLst>
          </p:cNvPr>
          <p:cNvSpPr/>
          <p:nvPr/>
        </p:nvSpPr>
        <p:spPr>
          <a:xfrm>
            <a:off x="5571348" y="2527407"/>
            <a:ext cx="984897" cy="305103"/>
          </a:xfrm>
          <a:prstGeom prst="roundRect">
            <a:avLst>
              <a:gd name="adj" fmla="val 19649"/>
            </a:avLst>
          </a:prstGeom>
          <a:solidFill>
            <a:schemeClr val="bg2">
              <a:lumMod val="9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Flush Buffer</a:t>
            </a:r>
            <a:endParaRPr kumimoji="1" lang="ko-KR" altLang="en-US" sz="800">
              <a:solidFill>
                <a:schemeClr val="tx1"/>
              </a:solidFill>
            </a:endParaRPr>
          </a:p>
        </p:txBody>
      </p:sp>
      <p:sp>
        <p:nvSpPr>
          <p:cNvPr id="21" name="모서리가 둥근 직사각형 20">
            <a:extLst>
              <a:ext uri="{FF2B5EF4-FFF2-40B4-BE49-F238E27FC236}">
                <a16:creationId xmlns:a16="http://schemas.microsoft.com/office/drawing/2014/main" id="{186A0A90-DC27-50ED-4514-00CD199EC0AC}"/>
              </a:ext>
            </a:extLst>
          </p:cNvPr>
          <p:cNvSpPr/>
          <p:nvPr/>
        </p:nvSpPr>
        <p:spPr>
          <a:xfrm>
            <a:off x="5394673" y="2515221"/>
            <a:ext cx="1519189" cy="424682"/>
          </a:xfrm>
          <a:prstGeom prst="roundRect">
            <a:avLst>
              <a:gd name="adj" fmla="val 10985"/>
            </a:avLst>
          </a:prstGeom>
          <a:solidFill>
            <a:schemeClr val="bg1"/>
          </a:solidFill>
          <a:ln w="12700"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kumimoji="1" lang="en-US" altLang="ko-KR" sz="800">
                <a:solidFill>
                  <a:schemeClr val="tx1"/>
                </a:solidFill>
              </a:rPr>
              <a:t>Write</a:t>
            </a:r>
          </a:p>
          <a:p>
            <a:pPr algn="r"/>
            <a:r>
              <a:rPr kumimoji="1" lang="en-US" altLang="ko-KR" sz="800">
                <a:solidFill>
                  <a:schemeClr val="tx1"/>
                </a:solidFill>
              </a:rPr>
              <a:t>Lock</a:t>
            </a:r>
            <a:endParaRPr kumimoji="1" lang="ko-KR" altLang="en-US" sz="800">
              <a:solidFill>
                <a:schemeClr val="tx1"/>
              </a:solidFill>
            </a:endParaRPr>
          </a:p>
        </p:txBody>
      </p:sp>
      <p:sp>
        <p:nvSpPr>
          <p:cNvPr id="22" name="모서리가 둥근 직사각형 21">
            <a:extLst>
              <a:ext uri="{FF2B5EF4-FFF2-40B4-BE49-F238E27FC236}">
                <a16:creationId xmlns:a16="http://schemas.microsoft.com/office/drawing/2014/main" id="{CA8A5117-96C3-6B59-8862-1E908790A18D}"/>
              </a:ext>
            </a:extLst>
          </p:cNvPr>
          <p:cNvSpPr/>
          <p:nvPr/>
        </p:nvSpPr>
        <p:spPr>
          <a:xfrm>
            <a:off x="5512774" y="2571712"/>
            <a:ext cx="984897" cy="305103"/>
          </a:xfrm>
          <a:prstGeom prst="roundRect">
            <a:avLst>
              <a:gd name="adj" fmla="val 19649"/>
            </a:avLst>
          </a:prstGeom>
          <a:solidFill>
            <a:schemeClr val="bg2">
              <a:lumMod val="9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Flush Buffer</a:t>
            </a:r>
            <a:endParaRPr kumimoji="1" lang="ko-KR" altLang="en-US" sz="800">
              <a:solidFill>
                <a:schemeClr val="tx1"/>
              </a:solidFill>
            </a:endParaRPr>
          </a:p>
        </p:txBody>
      </p:sp>
      <p:cxnSp>
        <p:nvCxnSpPr>
          <p:cNvPr id="39" name="직선 화살표 연결선 38">
            <a:extLst>
              <a:ext uri="{FF2B5EF4-FFF2-40B4-BE49-F238E27FC236}">
                <a16:creationId xmlns:a16="http://schemas.microsoft.com/office/drawing/2014/main" id="{C5415084-C763-42E2-B087-6655341D7A86}"/>
              </a:ext>
            </a:extLst>
          </p:cNvPr>
          <p:cNvCxnSpPr>
            <a:cxnSpLocks/>
            <a:stCxn id="18" idx="0"/>
            <a:endCxn id="22" idx="2"/>
          </p:cNvCxnSpPr>
          <p:nvPr/>
        </p:nvCxnSpPr>
        <p:spPr>
          <a:xfrm flipV="1">
            <a:off x="6003285" y="2876815"/>
            <a:ext cx="1938" cy="691924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직선 화살표 연결선 59">
            <a:extLst>
              <a:ext uri="{FF2B5EF4-FFF2-40B4-BE49-F238E27FC236}">
                <a16:creationId xmlns:a16="http://schemas.microsoft.com/office/drawing/2014/main" id="{72662EA4-BD9B-7262-0053-E57E20EF7FC5}"/>
              </a:ext>
            </a:extLst>
          </p:cNvPr>
          <p:cNvCxnSpPr>
            <a:cxnSpLocks/>
            <a:endCxn id="21" idx="2"/>
          </p:cNvCxnSpPr>
          <p:nvPr/>
        </p:nvCxnSpPr>
        <p:spPr>
          <a:xfrm flipH="1" flipV="1">
            <a:off x="6154268" y="2939903"/>
            <a:ext cx="1908" cy="574374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6" name="모서리가 둥근 직사각형 85">
            <a:extLst>
              <a:ext uri="{FF2B5EF4-FFF2-40B4-BE49-F238E27FC236}">
                <a16:creationId xmlns:a16="http://schemas.microsoft.com/office/drawing/2014/main" id="{2E26776E-3FDD-7069-C27F-EE6559B0FEF7}"/>
              </a:ext>
            </a:extLst>
          </p:cNvPr>
          <p:cNvSpPr/>
          <p:nvPr/>
        </p:nvSpPr>
        <p:spPr>
          <a:xfrm>
            <a:off x="5475431" y="1697552"/>
            <a:ext cx="1508966" cy="664278"/>
          </a:xfrm>
          <a:prstGeom prst="roundRect">
            <a:avLst>
              <a:gd name="adj" fmla="val 9818"/>
            </a:avLst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kumimoji="1" lang="en-US" altLang="ko-KR" sz="900" b="1">
                <a:solidFill>
                  <a:schemeClr val="tx1"/>
                </a:solidFill>
              </a:rPr>
              <a:t>Flush Thread</a:t>
            </a:r>
            <a:endParaRPr kumimoji="1" lang="ko-KR" altLang="en-US" sz="900" b="1">
              <a:solidFill>
                <a:schemeClr val="tx1"/>
              </a:solidFill>
            </a:endParaRPr>
          </a:p>
        </p:txBody>
      </p:sp>
      <p:sp>
        <p:nvSpPr>
          <p:cNvPr id="87" name="모서리가 둥근 직사각형 86">
            <a:extLst>
              <a:ext uri="{FF2B5EF4-FFF2-40B4-BE49-F238E27FC236}">
                <a16:creationId xmlns:a16="http://schemas.microsoft.com/office/drawing/2014/main" id="{0C1816B7-2CA0-D4AE-8BCA-13B2C0A45CCE}"/>
              </a:ext>
            </a:extLst>
          </p:cNvPr>
          <p:cNvSpPr/>
          <p:nvPr/>
        </p:nvSpPr>
        <p:spPr>
          <a:xfrm>
            <a:off x="5393437" y="1739479"/>
            <a:ext cx="1508966" cy="664278"/>
          </a:xfrm>
          <a:prstGeom prst="roundRect">
            <a:avLst>
              <a:gd name="adj" fmla="val 9818"/>
            </a:avLst>
          </a:prstGeom>
          <a:solidFill>
            <a:schemeClr val="bg1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kumimoji="1" lang="en-US" altLang="ko-KR" sz="900" b="1">
                <a:solidFill>
                  <a:schemeClr val="tx1"/>
                </a:solidFill>
              </a:rPr>
              <a:t>Flush Thread</a:t>
            </a:r>
            <a:endParaRPr kumimoji="1" lang="ko-KR" altLang="en-US" sz="900" b="1">
              <a:solidFill>
                <a:schemeClr val="tx1"/>
              </a:solidFill>
            </a:endParaRPr>
          </a:p>
        </p:txBody>
      </p:sp>
      <p:sp>
        <p:nvSpPr>
          <p:cNvPr id="88" name="모서리가 둥근 직사각형 87">
            <a:extLst>
              <a:ext uri="{FF2B5EF4-FFF2-40B4-BE49-F238E27FC236}">
                <a16:creationId xmlns:a16="http://schemas.microsoft.com/office/drawing/2014/main" id="{4FBEC044-C6CC-31E3-E221-E7ADA43421C9}"/>
              </a:ext>
            </a:extLst>
          </p:cNvPr>
          <p:cNvSpPr/>
          <p:nvPr/>
        </p:nvSpPr>
        <p:spPr>
          <a:xfrm>
            <a:off x="5462399" y="2018558"/>
            <a:ext cx="1376551" cy="305103"/>
          </a:xfrm>
          <a:prstGeom prst="roundRect">
            <a:avLst>
              <a:gd name="adj" fmla="val 19649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800" b="1">
                <a:solidFill>
                  <a:schemeClr val="tx1"/>
                </a:solidFill>
              </a:rPr>
              <a:t>Access Logger</a:t>
            </a:r>
            <a:r>
              <a:rPr kumimoji="1" lang="ko-KR" altLang="en-US" sz="800" b="1">
                <a:solidFill>
                  <a:schemeClr val="tx1"/>
                </a:solidFill>
              </a:rPr>
              <a:t> </a:t>
            </a:r>
            <a:endParaRPr kumimoji="1" lang="en-US" altLang="ko-KR" sz="800" b="1">
              <a:solidFill>
                <a:schemeClr val="tx1"/>
              </a:solidFill>
            </a:endParaRPr>
          </a:p>
          <a:p>
            <a:pPr algn="ctr"/>
            <a:r>
              <a:rPr kumimoji="1" lang="en-US" altLang="ko-KR" sz="800" b="1">
                <a:solidFill>
                  <a:schemeClr val="tx1"/>
                </a:solidFill>
              </a:rPr>
              <a:t>/ Flusher</a:t>
            </a:r>
            <a:endParaRPr kumimoji="1" lang="ko-KR" altLang="en-US" sz="800" b="1">
              <a:solidFill>
                <a:schemeClr val="tx1"/>
              </a:solidFill>
            </a:endParaRPr>
          </a:p>
        </p:txBody>
      </p:sp>
      <p:cxnSp>
        <p:nvCxnSpPr>
          <p:cNvPr id="90" name="직선 화살표 연결선 89">
            <a:extLst>
              <a:ext uri="{FF2B5EF4-FFF2-40B4-BE49-F238E27FC236}">
                <a16:creationId xmlns:a16="http://schemas.microsoft.com/office/drawing/2014/main" id="{2F0EE0FB-04A8-CF68-BE69-3BA120570827}"/>
              </a:ext>
            </a:extLst>
          </p:cNvPr>
          <p:cNvCxnSpPr>
            <a:cxnSpLocks/>
            <a:stCxn id="22" idx="0"/>
          </p:cNvCxnSpPr>
          <p:nvPr/>
        </p:nvCxnSpPr>
        <p:spPr>
          <a:xfrm flipH="1" flipV="1">
            <a:off x="6003284" y="2325360"/>
            <a:ext cx="1939" cy="246353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직선 화살표 연결선 95">
            <a:extLst>
              <a:ext uri="{FF2B5EF4-FFF2-40B4-BE49-F238E27FC236}">
                <a16:creationId xmlns:a16="http://schemas.microsoft.com/office/drawing/2014/main" id="{F6CCD621-8105-D083-C045-0AD9862ED06B}"/>
              </a:ext>
            </a:extLst>
          </p:cNvPr>
          <p:cNvCxnSpPr>
            <a:cxnSpLocks/>
          </p:cNvCxnSpPr>
          <p:nvPr/>
        </p:nvCxnSpPr>
        <p:spPr>
          <a:xfrm flipV="1">
            <a:off x="6175012" y="2403757"/>
            <a:ext cx="0" cy="115230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2" name="직선 화살표 연결선 141">
            <a:extLst>
              <a:ext uri="{FF2B5EF4-FFF2-40B4-BE49-F238E27FC236}">
                <a16:creationId xmlns:a16="http://schemas.microsoft.com/office/drawing/2014/main" id="{61CE50A8-175E-BAB6-CF85-CE5CEE12B636}"/>
              </a:ext>
            </a:extLst>
          </p:cNvPr>
          <p:cNvCxnSpPr>
            <a:cxnSpLocks/>
            <a:endCxn id="121" idx="2"/>
          </p:cNvCxnSpPr>
          <p:nvPr/>
        </p:nvCxnSpPr>
        <p:spPr>
          <a:xfrm flipV="1">
            <a:off x="6005223" y="1570197"/>
            <a:ext cx="0" cy="446057"/>
          </a:xfrm>
          <a:prstGeom prst="straightConnector1">
            <a:avLst/>
          </a:prstGeom>
          <a:ln w="12700"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6" name="직선 화살표 연결선 155">
            <a:extLst>
              <a:ext uri="{FF2B5EF4-FFF2-40B4-BE49-F238E27FC236}">
                <a16:creationId xmlns:a16="http://schemas.microsoft.com/office/drawing/2014/main" id="{0605B500-6D23-E22F-ED9D-ABB48F8F62E9}"/>
              </a:ext>
            </a:extLst>
          </p:cNvPr>
          <p:cNvCxnSpPr>
            <a:cxnSpLocks/>
          </p:cNvCxnSpPr>
          <p:nvPr/>
        </p:nvCxnSpPr>
        <p:spPr>
          <a:xfrm flipV="1">
            <a:off x="6175012" y="1570197"/>
            <a:ext cx="0" cy="169282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9" name="모서리가 둥근 직사각형 158">
            <a:extLst>
              <a:ext uri="{FF2B5EF4-FFF2-40B4-BE49-F238E27FC236}">
                <a16:creationId xmlns:a16="http://schemas.microsoft.com/office/drawing/2014/main" id="{5E1EFBE8-4C80-8218-7BB9-7A6CADB43CCF}"/>
              </a:ext>
            </a:extLst>
          </p:cNvPr>
          <p:cNvSpPr/>
          <p:nvPr/>
        </p:nvSpPr>
        <p:spPr>
          <a:xfrm>
            <a:off x="7350515" y="1958768"/>
            <a:ext cx="1519189" cy="424682"/>
          </a:xfrm>
          <a:prstGeom prst="roundRect">
            <a:avLst>
              <a:gd name="adj" fmla="val 10985"/>
            </a:avLst>
          </a:prstGeom>
          <a:solidFill>
            <a:schemeClr val="bg1"/>
          </a:solidFill>
          <a:ln w="12700"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kumimoji="1" lang="en-US" altLang="ko-KR" sz="800">
                <a:solidFill>
                  <a:schemeClr val="tx1"/>
                </a:solidFill>
              </a:rPr>
              <a:t>File</a:t>
            </a:r>
          </a:p>
          <a:p>
            <a:pPr algn="r"/>
            <a:r>
              <a:rPr kumimoji="1" lang="en-US" altLang="ko-KR" sz="800">
                <a:solidFill>
                  <a:schemeClr val="tx1"/>
                </a:solidFill>
              </a:rPr>
              <a:t>Lock</a:t>
            </a:r>
            <a:endParaRPr kumimoji="1" lang="ko-KR" altLang="en-US" sz="800">
              <a:solidFill>
                <a:schemeClr val="tx1"/>
              </a:solidFill>
            </a:endParaRPr>
          </a:p>
        </p:txBody>
      </p:sp>
      <p:sp>
        <p:nvSpPr>
          <p:cNvPr id="160" name="모서리가 둥근 직사각형 159">
            <a:extLst>
              <a:ext uri="{FF2B5EF4-FFF2-40B4-BE49-F238E27FC236}">
                <a16:creationId xmlns:a16="http://schemas.microsoft.com/office/drawing/2014/main" id="{5818E326-E8B5-F9F1-0C06-39B082079106}"/>
              </a:ext>
            </a:extLst>
          </p:cNvPr>
          <p:cNvSpPr/>
          <p:nvPr/>
        </p:nvSpPr>
        <p:spPr>
          <a:xfrm>
            <a:off x="7468616" y="2018558"/>
            <a:ext cx="984897" cy="305103"/>
          </a:xfrm>
          <a:prstGeom prst="roundRect">
            <a:avLst>
              <a:gd name="adj" fmla="val 19649"/>
            </a:avLst>
          </a:prstGeom>
          <a:solidFill>
            <a:schemeClr val="bg2">
              <a:lumMod val="9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stdout</a:t>
            </a:r>
            <a:endParaRPr kumimoji="1" lang="ko-KR" altLang="en-US" sz="800">
              <a:solidFill>
                <a:schemeClr val="tx1"/>
              </a:solidFill>
            </a:endParaRPr>
          </a:p>
        </p:txBody>
      </p:sp>
      <p:cxnSp>
        <p:nvCxnSpPr>
          <p:cNvPr id="165" name="직선 화살표 연결선 164">
            <a:extLst>
              <a:ext uri="{FF2B5EF4-FFF2-40B4-BE49-F238E27FC236}">
                <a16:creationId xmlns:a16="http://schemas.microsoft.com/office/drawing/2014/main" id="{2A5EF703-344E-4928-0D0C-D97F8172BB87}"/>
              </a:ext>
            </a:extLst>
          </p:cNvPr>
          <p:cNvCxnSpPr>
            <a:cxnSpLocks/>
            <a:stCxn id="88" idx="3"/>
            <a:endCxn id="160" idx="1"/>
          </p:cNvCxnSpPr>
          <p:nvPr/>
        </p:nvCxnSpPr>
        <p:spPr>
          <a:xfrm>
            <a:off x="6838950" y="2171110"/>
            <a:ext cx="629666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3" name="모서리가 둥근 직사각형 172">
            <a:extLst>
              <a:ext uri="{FF2B5EF4-FFF2-40B4-BE49-F238E27FC236}">
                <a16:creationId xmlns:a16="http://schemas.microsoft.com/office/drawing/2014/main" id="{9C7B0036-4A46-AD9E-24B0-7F3B4A6D8FE0}"/>
              </a:ext>
            </a:extLst>
          </p:cNvPr>
          <p:cNvSpPr/>
          <p:nvPr/>
        </p:nvSpPr>
        <p:spPr>
          <a:xfrm>
            <a:off x="7350515" y="1413613"/>
            <a:ext cx="1519189" cy="424682"/>
          </a:xfrm>
          <a:prstGeom prst="roundRect">
            <a:avLst>
              <a:gd name="adj" fmla="val 10985"/>
            </a:avLst>
          </a:prstGeom>
          <a:solidFill>
            <a:schemeClr val="bg1"/>
          </a:solidFill>
          <a:ln w="12700"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kumimoji="1" lang="en-US" altLang="ko-KR" sz="800">
                <a:solidFill>
                  <a:schemeClr val="tx1"/>
                </a:solidFill>
              </a:rPr>
              <a:t>File</a:t>
            </a:r>
          </a:p>
          <a:p>
            <a:pPr algn="r"/>
            <a:r>
              <a:rPr kumimoji="1" lang="en-US" altLang="ko-KR" sz="800">
                <a:solidFill>
                  <a:schemeClr val="tx1"/>
                </a:solidFill>
              </a:rPr>
              <a:t>Lock</a:t>
            </a:r>
            <a:endParaRPr kumimoji="1" lang="ko-KR" altLang="en-US" sz="800">
              <a:solidFill>
                <a:schemeClr val="tx1"/>
              </a:solidFill>
            </a:endParaRPr>
          </a:p>
        </p:txBody>
      </p:sp>
      <p:sp>
        <p:nvSpPr>
          <p:cNvPr id="174" name="모서리가 둥근 직사각형 173">
            <a:extLst>
              <a:ext uri="{FF2B5EF4-FFF2-40B4-BE49-F238E27FC236}">
                <a16:creationId xmlns:a16="http://schemas.microsoft.com/office/drawing/2014/main" id="{FBA6D4DD-CF31-68AC-9227-946030360C72}"/>
              </a:ext>
            </a:extLst>
          </p:cNvPr>
          <p:cNvSpPr/>
          <p:nvPr/>
        </p:nvSpPr>
        <p:spPr>
          <a:xfrm>
            <a:off x="7468616" y="1473402"/>
            <a:ext cx="984897" cy="305103"/>
          </a:xfrm>
          <a:prstGeom prst="roundRect">
            <a:avLst>
              <a:gd name="adj" fmla="val 19649"/>
            </a:avLst>
          </a:prstGeom>
          <a:solidFill>
            <a:schemeClr val="bg2">
              <a:lumMod val="9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Access Log</a:t>
            </a:r>
          </a:p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File</a:t>
            </a:r>
            <a:endParaRPr kumimoji="1" lang="ko-KR" altLang="en-US" sz="800">
              <a:solidFill>
                <a:schemeClr val="tx1"/>
              </a:solidFill>
            </a:endParaRPr>
          </a:p>
        </p:txBody>
      </p:sp>
      <p:cxnSp>
        <p:nvCxnSpPr>
          <p:cNvPr id="176" name="직선 화살표 연결선 175">
            <a:extLst>
              <a:ext uri="{FF2B5EF4-FFF2-40B4-BE49-F238E27FC236}">
                <a16:creationId xmlns:a16="http://schemas.microsoft.com/office/drawing/2014/main" id="{E6830CC0-8FDF-3039-1403-9581D03318B1}"/>
              </a:ext>
            </a:extLst>
          </p:cNvPr>
          <p:cNvCxnSpPr>
            <a:cxnSpLocks/>
            <a:stCxn id="87" idx="3"/>
            <a:endCxn id="174" idx="1"/>
          </p:cNvCxnSpPr>
          <p:nvPr/>
        </p:nvCxnSpPr>
        <p:spPr>
          <a:xfrm flipV="1">
            <a:off x="6902403" y="1625954"/>
            <a:ext cx="566213" cy="445664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9" name="모서리가 둥근 직사각형 198">
            <a:extLst>
              <a:ext uri="{FF2B5EF4-FFF2-40B4-BE49-F238E27FC236}">
                <a16:creationId xmlns:a16="http://schemas.microsoft.com/office/drawing/2014/main" id="{093C30CB-9B29-BBE4-CC2B-FF938D7E034D}"/>
              </a:ext>
            </a:extLst>
          </p:cNvPr>
          <p:cNvSpPr/>
          <p:nvPr/>
        </p:nvSpPr>
        <p:spPr>
          <a:xfrm>
            <a:off x="2992262" y="1708211"/>
            <a:ext cx="1036323" cy="306784"/>
          </a:xfrm>
          <a:prstGeom prst="roundRect">
            <a:avLst>
              <a:gd name="adj" fmla="val 14972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Listener Manager</a:t>
            </a:r>
          </a:p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(LDS)</a:t>
            </a:r>
            <a:endParaRPr kumimoji="1" lang="ko-KR" altLang="en-US" sz="800">
              <a:solidFill>
                <a:schemeClr val="tx1"/>
              </a:solidFill>
            </a:endParaRPr>
          </a:p>
        </p:txBody>
      </p:sp>
      <p:sp>
        <p:nvSpPr>
          <p:cNvPr id="200" name="모서리가 둥근 직사각형 199">
            <a:extLst>
              <a:ext uri="{FF2B5EF4-FFF2-40B4-BE49-F238E27FC236}">
                <a16:creationId xmlns:a16="http://schemas.microsoft.com/office/drawing/2014/main" id="{84C4224F-1176-7E31-AAA1-63615514C24E}"/>
              </a:ext>
            </a:extLst>
          </p:cNvPr>
          <p:cNvSpPr/>
          <p:nvPr/>
        </p:nvSpPr>
        <p:spPr>
          <a:xfrm>
            <a:off x="4133776" y="1708211"/>
            <a:ext cx="1036323" cy="306784"/>
          </a:xfrm>
          <a:prstGeom prst="roundRect">
            <a:avLst>
              <a:gd name="adj" fmla="val 14972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Access Logger Noti (Timer) </a:t>
            </a:r>
            <a:endParaRPr kumimoji="1" lang="ko-KR" altLang="en-US" sz="800">
              <a:solidFill>
                <a:schemeClr val="tx1"/>
              </a:solidFill>
            </a:endParaRPr>
          </a:p>
        </p:txBody>
      </p:sp>
      <p:cxnSp>
        <p:nvCxnSpPr>
          <p:cNvPr id="208" name="직선 화살표 연결선 207">
            <a:extLst>
              <a:ext uri="{FF2B5EF4-FFF2-40B4-BE49-F238E27FC236}">
                <a16:creationId xmlns:a16="http://schemas.microsoft.com/office/drawing/2014/main" id="{D38812DA-4942-2F4C-52C6-EB418863EF50}"/>
              </a:ext>
            </a:extLst>
          </p:cNvPr>
          <p:cNvCxnSpPr>
            <a:cxnSpLocks/>
            <a:stCxn id="200" idx="3"/>
            <a:endCxn id="87" idx="1"/>
          </p:cNvCxnSpPr>
          <p:nvPr/>
        </p:nvCxnSpPr>
        <p:spPr>
          <a:xfrm>
            <a:off x="5170099" y="1861603"/>
            <a:ext cx="223338" cy="210015"/>
          </a:xfrm>
          <a:prstGeom prst="straightConnector1">
            <a:avLst/>
          </a:prstGeom>
          <a:ln w="12700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9" name="직선 화살표 연결선 218">
            <a:extLst>
              <a:ext uri="{FF2B5EF4-FFF2-40B4-BE49-F238E27FC236}">
                <a16:creationId xmlns:a16="http://schemas.microsoft.com/office/drawing/2014/main" id="{B92740A5-438C-364E-B19B-162A44AD298B}"/>
              </a:ext>
            </a:extLst>
          </p:cNvPr>
          <p:cNvCxnSpPr>
            <a:cxnSpLocks/>
            <a:endCxn id="200" idx="3"/>
          </p:cNvCxnSpPr>
          <p:nvPr/>
        </p:nvCxnSpPr>
        <p:spPr>
          <a:xfrm flipH="1" flipV="1">
            <a:off x="5170099" y="1861603"/>
            <a:ext cx="219130" cy="80525"/>
          </a:xfrm>
          <a:prstGeom prst="straightConnector1">
            <a:avLst/>
          </a:prstGeom>
          <a:ln w="12700">
            <a:solidFill>
              <a:schemeClr val="tx1"/>
            </a:solidFill>
            <a:prstDash val="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2" name="TextBox 221">
            <a:extLst>
              <a:ext uri="{FF2B5EF4-FFF2-40B4-BE49-F238E27FC236}">
                <a16:creationId xmlns:a16="http://schemas.microsoft.com/office/drawing/2014/main" id="{CDE476E7-87A6-52DB-40BA-CE5ACEA9BA25}"/>
              </a:ext>
            </a:extLst>
          </p:cNvPr>
          <p:cNvSpPr txBox="1"/>
          <p:nvPr/>
        </p:nvSpPr>
        <p:spPr>
          <a:xfrm>
            <a:off x="5040248" y="2037828"/>
            <a:ext cx="468398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sz="800" i="1"/>
              <a:t>Notify</a:t>
            </a:r>
            <a:endParaRPr kumimoji="1" lang="ko-KR" altLang="en-US" sz="800" i="1"/>
          </a:p>
        </p:txBody>
      </p:sp>
      <p:sp>
        <p:nvSpPr>
          <p:cNvPr id="223" name="TextBox 222">
            <a:extLst>
              <a:ext uri="{FF2B5EF4-FFF2-40B4-BE49-F238E27FC236}">
                <a16:creationId xmlns:a16="http://schemas.microsoft.com/office/drawing/2014/main" id="{AA1155BF-D094-64BC-E313-4CD3AE09B8D1}"/>
              </a:ext>
            </a:extLst>
          </p:cNvPr>
          <p:cNvSpPr txBox="1"/>
          <p:nvPr/>
        </p:nvSpPr>
        <p:spPr>
          <a:xfrm>
            <a:off x="5028548" y="2956936"/>
            <a:ext cx="468398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sz="800" i="1"/>
              <a:t>Notify</a:t>
            </a:r>
            <a:endParaRPr kumimoji="1" lang="ko-KR" altLang="en-US" sz="800" i="1"/>
          </a:p>
        </p:txBody>
      </p:sp>
      <p:cxnSp>
        <p:nvCxnSpPr>
          <p:cNvPr id="224" name="직선 화살표 연결선 223">
            <a:extLst>
              <a:ext uri="{FF2B5EF4-FFF2-40B4-BE49-F238E27FC236}">
                <a16:creationId xmlns:a16="http://schemas.microsoft.com/office/drawing/2014/main" id="{8C8A280B-45DD-1DFA-4E25-5A84057A67EC}"/>
              </a:ext>
            </a:extLst>
          </p:cNvPr>
          <p:cNvCxnSpPr>
            <a:cxnSpLocks/>
          </p:cNvCxnSpPr>
          <p:nvPr/>
        </p:nvCxnSpPr>
        <p:spPr>
          <a:xfrm flipV="1">
            <a:off x="5458722" y="2406061"/>
            <a:ext cx="21513" cy="1166392"/>
          </a:xfrm>
          <a:prstGeom prst="straightConnector1">
            <a:avLst/>
          </a:prstGeom>
          <a:ln w="12700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5" name="직선 화살표 연결선 234">
            <a:extLst>
              <a:ext uri="{FF2B5EF4-FFF2-40B4-BE49-F238E27FC236}">
                <a16:creationId xmlns:a16="http://schemas.microsoft.com/office/drawing/2014/main" id="{04D45F8A-0419-3293-14B4-491FBA7E8625}"/>
              </a:ext>
            </a:extLst>
          </p:cNvPr>
          <p:cNvCxnSpPr>
            <a:cxnSpLocks/>
          </p:cNvCxnSpPr>
          <p:nvPr/>
        </p:nvCxnSpPr>
        <p:spPr>
          <a:xfrm flipV="1">
            <a:off x="5596199" y="2402386"/>
            <a:ext cx="20394" cy="1105749"/>
          </a:xfrm>
          <a:prstGeom prst="straightConnector1">
            <a:avLst/>
          </a:prstGeom>
          <a:ln w="12700">
            <a:solidFill>
              <a:schemeClr val="tx1"/>
            </a:solidFill>
            <a:prstDash val="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7" name="TextBox 236">
            <a:extLst>
              <a:ext uri="{FF2B5EF4-FFF2-40B4-BE49-F238E27FC236}">
                <a16:creationId xmlns:a16="http://schemas.microsoft.com/office/drawing/2014/main" id="{A557AA28-9C77-1940-9221-E826C1C81B2E}"/>
              </a:ext>
            </a:extLst>
          </p:cNvPr>
          <p:cNvSpPr txBox="1"/>
          <p:nvPr/>
        </p:nvSpPr>
        <p:spPr>
          <a:xfrm>
            <a:off x="210126" y="2712462"/>
            <a:ext cx="474810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sz="800" i="1"/>
              <a:t>inotify</a:t>
            </a:r>
            <a:endParaRPr kumimoji="1" lang="ko-KR" altLang="en-US" sz="800" i="1"/>
          </a:p>
        </p:txBody>
      </p:sp>
      <p:cxnSp>
        <p:nvCxnSpPr>
          <p:cNvPr id="5" name="직선 화살표 연결선 4">
            <a:extLst>
              <a:ext uri="{FF2B5EF4-FFF2-40B4-BE49-F238E27FC236}">
                <a16:creationId xmlns:a16="http://schemas.microsoft.com/office/drawing/2014/main" id="{3C8F1287-1ADF-91EA-873F-B2E6452CD87C}"/>
              </a:ext>
            </a:extLst>
          </p:cNvPr>
          <p:cNvCxnSpPr>
            <a:cxnSpLocks/>
            <a:stCxn id="6" idx="3"/>
            <a:endCxn id="199" idx="1"/>
          </p:cNvCxnSpPr>
          <p:nvPr/>
        </p:nvCxnSpPr>
        <p:spPr>
          <a:xfrm>
            <a:off x="2879895" y="1861603"/>
            <a:ext cx="112367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직선 화살표 연결선 15">
            <a:extLst>
              <a:ext uri="{FF2B5EF4-FFF2-40B4-BE49-F238E27FC236}">
                <a16:creationId xmlns:a16="http://schemas.microsoft.com/office/drawing/2014/main" id="{697B7DE6-7054-F674-91A2-118C4E0BB846}"/>
              </a:ext>
            </a:extLst>
          </p:cNvPr>
          <p:cNvCxnSpPr>
            <a:cxnSpLocks/>
            <a:stCxn id="151" idx="3"/>
            <a:endCxn id="199" idx="1"/>
          </p:cNvCxnSpPr>
          <p:nvPr/>
        </p:nvCxnSpPr>
        <p:spPr>
          <a:xfrm>
            <a:off x="2879894" y="1464217"/>
            <a:ext cx="112368" cy="397386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모서리가 둥근 직사각형 58">
            <a:extLst>
              <a:ext uri="{FF2B5EF4-FFF2-40B4-BE49-F238E27FC236}">
                <a16:creationId xmlns:a16="http://schemas.microsoft.com/office/drawing/2014/main" id="{728CAF8B-3773-1E04-3DD1-73A56A8D5FF5}"/>
              </a:ext>
            </a:extLst>
          </p:cNvPr>
          <p:cNvSpPr/>
          <p:nvPr/>
        </p:nvSpPr>
        <p:spPr>
          <a:xfrm>
            <a:off x="2992264" y="1310825"/>
            <a:ext cx="1036323" cy="306784"/>
          </a:xfrm>
          <a:prstGeom prst="roundRect">
            <a:avLst>
              <a:gd name="adj" fmla="val 14972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Cluster Manager</a:t>
            </a:r>
          </a:p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(CDS, EDS)</a:t>
            </a:r>
            <a:endParaRPr kumimoji="1" lang="ko-KR" altLang="en-US" sz="800">
              <a:solidFill>
                <a:schemeClr val="tx1"/>
              </a:solidFill>
            </a:endParaRPr>
          </a:p>
        </p:txBody>
      </p:sp>
      <p:sp>
        <p:nvSpPr>
          <p:cNvPr id="61" name="모서리가 둥근 직사각형 60">
            <a:extLst>
              <a:ext uri="{FF2B5EF4-FFF2-40B4-BE49-F238E27FC236}">
                <a16:creationId xmlns:a16="http://schemas.microsoft.com/office/drawing/2014/main" id="{C8AE5090-100A-8583-67EF-02B61FCA8761}"/>
              </a:ext>
            </a:extLst>
          </p:cNvPr>
          <p:cNvSpPr/>
          <p:nvPr/>
        </p:nvSpPr>
        <p:spPr>
          <a:xfrm>
            <a:off x="2992264" y="920622"/>
            <a:ext cx="1036323" cy="306784"/>
          </a:xfrm>
          <a:prstGeom prst="roundRect">
            <a:avLst>
              <a:gd name="adj" fmla="val 14972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Runtime</a:t>
            </a:r>
          </a:p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(inotify, RTDS)</a:t>
            </a:r>
            <a:endParaRPr kumimoji="1" lang="ko-KR" altLang="en-US" sz="800">
              <a:solidFill>
                <a:schemeClr val="tx1"/>
              </a:solidFill>
            </a:endParaRPr>
          </a:p>
        </p:txBody>
      </p:sp>
      <p:cxnSp>
        <p:nvCxnSpPr>
          <p:cNvPr id="70" name="직선 화살표 연결선 69">
            <a:extLst>
              <a:ext uri="{FF2B5EF4-FFF2-40B4-BE49-F238E27FC236}">
                <a16:creationId xmlns:a16="http://schemas.microsoft.com/office/drawing/2014/main" id="{F97BC16A-CCA6-430E-1AC5-9ADEA9DBD730}"/>
              </a:ext>
            </a:extLst>
          </p:cNvPr>
          <p:cNvCxnSpPr>
            <a:cxnSpLocks/>
            <a:stCxn id="151" idx="3"/>
            <a:endCxn id="59" idx="1"/>
          </p:cNvCxnSpPr>
          <p:nvPr/>
        </p:nvCxnSpPr>
        <p:spPr>
          <a:xfrm>
            <a:off x="2879894" y="1464217"/>
            <a:ext cx="112370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직선 화살표 연결선 82">
            <a:extLst>
              <a:ext uri="{FF2B5EF4-FFF2-40B4-BE49-F238E27FC236}">
                <a16:creationId xmlns:a16="http://schemas.microsoft.com/office/drawing/2014/main" id="{CEB10C28-E5E1-3720-F720-08BDB4590404}"/>
              </a:ext>
            </a:extLst>
          </p:cNvPr>
          <p:cNvCxnSpPr>
            <a:cxnSpLocks/>
            <a:stCxn id="151" idx="3"/>
            <a:endCxn id="61" idx="1"/>
          </p:cNvCxnSpPr>
          <p:nvPr/>
        </p:nvCxnSpPr>
        <p:spPr>
          <a:xfrm flipV="1">
            <a:off x="2879894" y="1074014"/>
            <a:ext cx="112370" cy="390203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8" name="모서리가 둥근 직사각형 107">
            <a:extLst>
              <a:ext uri="{FF2B5EF4-FFF2-40B4-BE49-F238E27FC236}">
                <a16:creationId xmlns:a16="http://schemas.microsoft.com/office/drawing/2014/main" id="{C0E9F0F8-79B7-F98E-3FC0-3DE89892F34F}"/>
              </a:ext>
            </a:extLst>
          </p:cNvPr>
          <p:cNvSpPr/>
          <p:nvPr/>
        </p:nvSpPr>
        <p:spPr>
          <a:xfrm>
            <a:off x="4133775" y="1310825"/>
            <a:ext cx="1036323" cy="306784"/>
          </a:xfrm>
          <a:prstGeom prst="roundRect">
            <a:avLst>
              <a:gd name="adj" fmla="val 14972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Route Config Manager (RDS)</a:t>
            </a:r>
            <a:endParaRPr kumimoji="1" lang="ko-KR" altLang="en-US" sz="800">
              <a:solidFill>
                <a:schemeClr val="tx1"/>
              </a:solidFill>
            </a:endParaRPr>
          </a:p>
        </p:txBody>
      </p:sp>
      <p:cxnSp>
        <p:nvCxnSpPr>
          <p:cNvPr id="112" name="직선 화살표 연결선 111">
            <a:extLst>
              <a:ext uri="{FF2B5EF4-FFF2-40B4-BE49-F238E27FC236}">
                <a16:creationId xmlns:a16="http://schemas.microsoft.com/office/drawing/2014/main" id="{98B0CB2E-0C6F-B09C-8277-7393BCC73D52}"/>
              </a:ext>
            </a:extLst>
          </p:cNvPr>
          <p:cNvCxnSpPr>
            <a:cxnSpLocks/>
            <a:stCxn id="151" idx="3"/>
            <a:endCxn id="108" idx="1"/>
          </p:cNvCxnSpPr>
          <p:nvPr/>
        </p:nvCxnSpPr>
        <p:spPr>
          <a:xfrm>
            <a:off x="2879894" y="1464217"/>
            <a:ext cx="1253881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5" name="모서리가 둥근 직사각형 134">
            <a:extLst>
              <a:ext uri="{FF2B5EF4-FFF2-40B4-BE49-F238E27FC236}">
                <a16:creationId xmlns:a16="http://schemas.microsoft.com/office/drawing/2014/main" id="{7345AB8A-EB5D-BF9D-0699-B1ECFA471523}"/>
              </a:ext>
            </a:extLst>
          </p:cNvPr>
          <p:cNvSpPr/>
          <p:nvPr/>
        </p:nvSpPr>
        <p:spPr>
          <a:xfrm>
            <a:off x="4133776" y="920622"/>
            <a:ext cx="1036323" cy="306784"/>
          </a:xfrm>
          <a:prstGeom prst="roundRect">
            <a:avLst>
              <a:gd name="adj" fmla="val 14972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Secret Manager</a:t>
            </a:r>
          </a:p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(SDS)</a:t>
            </a:r>
            <a:endParaRPr kumimoji="1" lang="ko-KR" altLang="en-US" sz="800">
              <a:solidFill>
                <a:schemeClr val="tx1"/>
              </a:solidFill>
            </a:endParaRPr>
          </a:p>
        </p:txBody>
      </p:sp>
      <p:cxnSp>
        <p:nvCxnSpPr>
          <p:cNvPr id="136" name="직선 화살표 연결선 135">
            <a:extLst>
              <a:ext uri="{FF2B5EF4-FFF2-40B4-BE49-F238E27FC236}">
                <a16:creationId xmlns:a16="http://schemas.microsoft.com/office/drawing/2014/main" id="{D43A6416-B87F-6379-4E7C-6DA41E4E119B}"/>
              </a:ext>
            </a:extLst>
          </p:cNvPr>
          <p:cNvCxnSpPr>
            <a:cxnSpLocks/>
            <a:stCxn id="151" idx="3"/>
            <a:endCxn id="135" idx="1"/>
          </p:cNvCxnSpPr>
          <p:nvPr/>
        </p:nvCxnSpPr>
        <p:spPr>
          <a:xfrm flipV="1">
            <a:off x="2879894" y="1074014"/>
            <a:ext cx="1253882" cy="390203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8" name="모서리가 둥근 직사각형 157">
            <a:extLst>
              <a:ext uri="{FF2B5EF4-FFF2-40B4-BE49-F238E27FC236}">
                <a16:creationId xmlns:a16="http://schemas.microsoft.com/office/drawing/2014/main" id="{8DD135C1-8B78-306A-4D22-24765AB82D7D}"/>
              </a:ext>
            </a:extLst>
          </p:cNvPr>
          <p:cNvSpPr/>
          <p:nvPr/>
        </p:nvSpPr>
        <p:spPr>
          <a:xfrm>
            <a:off x="3031298" y="4430746"/>
            <a:ext cx="902809" cy="199115"/>
          </a:xfrm>
          <a:prstGeom prst="roundRect">
            <a:avLst>
              <a:gd name="adj" fmla="val 19601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TLS Inspector</a:t>
            </a:r>
            <a:endParaRPr kumimoji="1" lang="ko-KR" altLang="en-US" sz="800">
              <a:solidFill>
                <a:schemeClr val="tx1"/>
              </a:solidFill>
            </a:endParaRPr>
          </a:p>
        </p:txBody>
      </p:sp>
      <p:sp>
        <p:nvSpPr>
          <p:cNvPr id="184" name="모서리가 둥근 직사각형 183">
            <a:extLst>
              <a:ext uri="{FF2B5EF4-FFF2-40B4-BE49-F238E27FC236}">
                <a16:creationId xmlns:a16="http://schemas.microsoft.com/office/drawing/2014/main" id="{1E4F3720-E57B-00E4-B57E-7E74AD7FCCBF}"/>
              </a:ext>
            </a:extLst>
          </p:cNvPr>
          <p:cNvSpPr/>
          <p:nvPr/>
        </p:nvSpPr>
        <p:spPr>
          <a:xfrm>
            <a:off x="5622908" y="4430746"/>
            <a:ext cx="902809" cy="199115"/>
          </a:xfrm>
          <a:prstGeom prst="roundRect">
            <a:avLst>
              <a:gd name="adj" fmla="val 19601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HCM (RDS)</a:t>
            </a:r>
            <a:endParaRPr kumimoji="1" lang="ko-KR" altLang="en-US" sz="800">
              <a:solidFill>
                <a:schemeClr val="tx1"/>
              </a:solidFill>
            </a:endParaRPr>
          </a:p>
        </p:txBody>
      </p:sp>
      <p:cxnSp>
        <p:nvCxnSpPr>
          <p:cNvPr id="216" name="직선 화살표 연결선 215">
            <a:extLst>
              <a:ext uri="{FF2B5EF4-FFF2-40B4-BE49-F238E27FC236}">
                <a16:creationId xmlns:a16="http://schemas.microsoft.com/office/drawing/2014/main" id="{1C56C8B2-160F-F739-4BE3-AABE812C9CE4}"/>
              </a:ext>
            </a:extLst>
          </p:cNvPr>
          <p:cNvCxnSpPr>
            <a:cxnSpLocks/>
            <a:stCxn id="6" idx="2"/>
            <a:endCxn id="9" idx="0"/>
          </p:cNvCxnSpPr>
          <p:nvPr/>
        </p:nvCxnSpPr>
        <p:spPr>
          <a:xfrm flipH="1">
            <a:off x="2361732" y="2014995"/>
            <a:ext cx="2" cy="92747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9" name="모서리가 둥근 직사각형 248">
            <a:extLst>
              <a:ext uri="{FF2B5EF4-FFF2-40B4-BE49-F238E27FC236}">
                <a16:creationId xmlns:a16="http://schemas.microsoft.com/office/drawing/2014/main" id="{E388BE49-478E-A8DB-1711-2ABFF55401D0}"/>
              </a:ext>
            </a:extLst>
          </p:cNvPr>
          <p:cNvSpPr/>
          <p:nvPr/>
        </p:nvSpPr>
        <p:spPr>
          <a:xfrm>
            <a:off x="3009695" y="52691"/>
            <a:ext cx="984897" cy="305103"/>
          </a:xfrm>
          <a:prstGeom prst="roundRect">
            <a:avLst>
              <a:gd name="adj" fmla="val 19649"/>
            </a:avLst>
          </a:prstGeom>
          <a:solidFill>
            <a:schemeClr val="bg2">
              <a:lumMod val="9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Static Bootstrap File</a:t>
            </a:r>
            <a:endParaRPr kumimoji="1" lang="ko-KR" altLang="en-US" sz="800">
              <a:solidFill>
                <a:schemeClr val="tx1"/>
              </a:solidFill>
            </a:endParaRPr>
          </a:p>
        </p:txBody>
      </p:sp>
      <p:sp>
        <p:nvSpPr>
          <p:cNvPr id="250" name="모서리가 둥근 직사각형 249">
            <a:extLst>
              <a:ext uri="{FF2B5EF4-FFF2-40B4-BE49-F238E27FC236}">
                <a16:creationId xmlns:a16="http://schemas.microsoft.com/office/drawing/2014/main" id="{5E9AD95F-558D-6C6F-0805-6FB1AA2075D6}"/>
              </a:ext>
            </a:extLst>
          </p:cNvPr>
          <p:cNvSpPr/>
          <p:nvPr/>
        </p:nvSpPr>
        <p:spPr>
          <a:xfrm>
            <a:off x="4098388" y="52691"/>
            <a:ext cx="984897" cy="305103"/>
          </a:xfrm>
          <a:prstGeom prst="roundRect">
            <a:avLst>
              <a:gd name="adj" fmla="val 19649"/>
            </a:avLst>
          </a:prstGeom>
          <a:solidFill>
            <a:schemeClr val="bg2">
              <a:lumMod val="9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File System Layout</a:t>
            </a:r>
            <a:endParaRPr kumimoji="1" lang="ko-KR" altLang="en-US" sz="800">
              <a:solidFill>
                <a:schemeClr val="tx1"/>
              </a:solidFill>
            </a:endParaRPr>
          </a:p>
        </p:txBody>
      </p:sp>
      <p:cxnSp>
        <p:nvCxnSpPr>
          <p:cNvPr id="251" name="직선 화살표 연결선 250">
            <a:extLst>
              <a:ext uri="{FF2B5EF4-FFF2-40B4-BE49-F238E27FC236}">
                <a16:creationId xmlns:a16="http://schemas.microsoft.com/office/drawing/2014/main" id="{FB2C6EC4-97AD-D415-90A0-2F12C4B6E3A7}"/>
              </a:ext>
            </a:extLst>
          </p:cNvPr>
          <p:cNvCxnSpPr>
            <a:cxnSpLocks/>
            <a:stCxn id="249" idx="2"/>
            <a:endCxn id="61" idx="0"/>
          </p:cNvCxnSpPr>
          <p:nvPr/>
        </p:nvCxnSpPr>
        <p:spPr>
          <a:xfrm>
            <a:off x="3502144" y="357794"/>
            <a:ext cx="8282" cy="562828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4" name="직선 화살표 연결선 253">
            <a:extLst>
              <a:ext uri="{FF2B5EF4-FFF2-40B4-BE49-F238E27FC236}">
                <a16:creationId xmlns:a16="http://schemas.microsoft.com/office/drawing/2014/main" id="{66A7F7EB-A49E-390D-BC8B-B5004C7D2555}"/>
              </a:ext>
            </a:extLst>
          </p:cNvPr>
          <p:cNvCxnSpPr>
            <a:cxnSpLocks/>
            <a:stCxn id="250" idx="2"/>
            <a:endCxn id="61" idx="0"/>
          </p:cNvCxnSpPr>
          <p:nvPr/>
        </p:nvCxnSpPr>
        <p:spPr>
          <a:xfrm flipH="1">
            <a:off x="3510426" y="357794"/>
            <a:ext cx="1080411" cy="562828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8" name="직선 화살표 연결선 257">
            <a:extLst>
              <a:ext uri="{FF2B5EF4-FFF2-40B4-BE49-F238E27FC236}">
                <a16:creationId xmlns:a16="http://schemas.microsoft.com/office/drawing/2014/main" id="{61BDBF5F-ADDC-3EB3-0769-547C61BCFA6B}"/>
              </a:ext>
            </a:extLst>
          </p:cNvPr>
          <p:cNvCxnSpPr>
            <a:cxnSpLocks/>
            <a:stCxn id="31" idx="0"/>
            <a:endCxn id="18" idx="2"/>
          </p:cNvCxnSpPr>
          <p:nvPr/>
        </p:nvCxnSpPr>
        <p:spPr>
          <a:xfrm flipH="1" flipV="1">
            <a:off x="6003285" y="3873842"/>
            <a:ext cx="71028" cy="20804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1" name="직선 화살표 연결선 260">
            <a:extLst>
              <a:ext uri="{FF2B5EF4-FFF2-40B4-BE49-F238E27FC236}">
                <a16:creationId xmlns:a16="http://schemas.microsoft.com/office/drawing/2014/main" id="{5556C120-649A-CA9C-596B-56DA033B881C}"/>
              </a:ext>
            </a:extLst>
          </p:cNvPr>
          <p:cNvCxnSpPr>
            <a:cxnSpLocks/>
            <a:stCxn id="31" idx="0"/>
          </p:cNvCxnSpPr>
          <p:nvPr/>
        </p:nvCxnSpPr>
        <p:spPr>
          <a:xfrm flipV="1">
            <a:off x="6074313" y="3878407"/>
            <a:ext cx="79954" cy="203475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5" name="모서리가 둥근 직사각형 264">
            <a:extLst>
              <a:ext uri="{FF2B5EF4-FFF2-40B4-BE49-F238E27FC236}">
                <a16:creationId xmlns:a16="http://schemas.microsoft.com/office/drawing/2014/main" id="{06E045DA-815E-4D80-CBC8-8A247184DE8C}"/>
              </a:ext>
            </a:extLst>
          </p:cNvPr>
          <p:cNvSpPr/>
          <p:nvPr/>
        </p:nvSpPr>
        <p:spPr>
          <a:xfrm>
            <a:off x="5571348" y="1212845"/>
            <a:ext cx="984897" cy="305103"/>
          </a:xfrm>
          <a:prstGeom prst="roundRect">
            <a:avLst>
              <a:gd name="adj" fmla="val 19649"/>
            </a:avLst>
          </a:prstGeom>
          <a:solidFill>
            <a:schemeClr val="bg2">
              <a:lumMod val="9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About to write Buffer</a:t>
            </a:r>
            <a:endParaRPr kumimoji="1" lang="ko-KR" altLang="en-US" sz="800">
              <a:solidFill>
                <a:schemeClr val="tx1"/>
              </a:solidFill>
            </a:endParaRPr>
          </a:p>
        </p:txBody>
      </p:sp>
      <p:sp>
        <p:nvSpPr>
          <p:cNvPr id="121" name="모서리가 둥근 직사각형 120">
            <a:extLst>
              <a:ext uri="{FF2B5EF4-FFF2-40B4-BE49-F238E27FC236}">
                <a16:creationId xmlns:a16="http://schemas.microsoft.com/office/drawing/2014/main" id="{132761BA-5D6E-A647-8E8D-631E5E06F62B}"/>
              </a:ext>
            </a:extLst>
          </p:cNvPr>
          <p:cNvSpPr/>
          <p:nvPr/>
        </p:nvSpPr>
        <p:spPr>
          <a:xfrm>
            <a:off x="5512774" y="1265093"/>
            <a:ext cx="984897" cy="305103"/>
          </a:xfrm>
          <a:prstGeom prst="roundRect">
            <a:avLst>
              <a:gd name="adj" fmla="val 19649"/>
            </a:avLst>
          </a:prstGeom>
          <a:solidFill>
            <a:schemeClr val="bg2">
              <a:lumMod val="9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About to write Buffer</a:t>
            </a:r>
            <a:endParaRPr kumimoji="1" lang="ko-KR" altLang="en-US" sz="8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955563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71B321-BD35-009D-36B0-320A88A992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모서리가 둥근 직사각형 1">
            <a:extLst>
              <a:ext uri="{FF2B5EF4-FFF2-40B4-BE49-F238E27FC236}">
                <a16:creationId xmlns:a16="http://schemas.microsoft.com/office/drawing/2014/main" id="{3A76E102-72B3-9A85-754F-ED40F3B47EBB}"/>
              </a:ext>
            </a:extLst>
          </p:cNvPr>
          <p:cNvSpPr/>
          <p:nvPr/>
        </p:nvSpPr>
        <p:spPr>
          <a:xfrm>
            <a:off x="1044962" y="267494"/>
            <a:ext cx="5874790" cy="1152128"/>
          </a:xfrm>
          <a:prstGeom prst="roundRect">
            <a:avLst>
              <a:gd name="adj" fmla="val 4772"/>
            </a:avLst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kumimoji="1" lang="en-US" altLang="ko-KR" sz="1000" b="1">
                <a:solidFill>
                  <a:schemeClr val="tx1"/>
                </a:solidFill>
              </a:rPr>
              <a:t>Main Thread</a:t>
            </a:r>
            <a:endParaRPr kumimoji="1" lang="ko-KR" altLang="en-US" sz="1000" b="1">
              <a:solidFill>
                <a:schemeClr val="tx1"/>
              </a:solidFill>
            </a:endParaRPr>
          </a:p>
        </p:txBody>
      </p:sp>
      <p:sp>
        <p:nvSpPr>
          <p:cNvPr id="3" name="모서리가 둥근 직사각형 2">
            <a:extLst>
              <a:ext uri="{FF2B5EF4-FFF2-40B4-BE49-F238E27FC236}">
                <a16:creationId xmlns:a16="http://schemas.microsoft.com/office/drawing/2014/main" id="{5B76B267-CB72-F70A-E350-4F4D2C9A8383}"/>
              </a:ext>
            </a:extLst>
          </p:cNvPr>
          <p:cNvSpPr/>
          <p:nvPr/>
        </p:nvSpPr>
        <p:spPr>
          <a:xfrm>
            <a:off x="1151630" y="555526"/>
            <a:ext cx="5693773" cy="792088"/>
          </a:xfrm>
          <a:prstGeom prst="roundRect">
            <a:avLst>
              <a:gd name="adj" fmla="val 7226"/>
            </a:avLst>
          </a:prstGeom>
          <a:solidFill>
            <a:schemeClr val="bg2">
              <a:lumMod val="9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kumimoji="1" lang="en-US" altLang="ko-KR" sz="900" b="1">
                <a:solidFill>
                  <a:schemeClr val="tx1"/>
                </a:solidFill>
              </a:rPr>
              <a:t>TLS</a:t>
            </a:r>
            <a:r>
              <a:rPr kumimoji="1" lang="ko-KR" altLang="en-US" sz="900" b="1">
                <a:solidFill>
                  <a:schemeClr val="tx1"/>
                </a:solidFill>
              </a:rPr>
              <a:t> </a:t>
            </a:r>
            <a:r>
              <a:rPr kumimoji="1" lang="en-US" altLang="ko-KR" sz="900" b="1">
                <a:solidFill>
                  <a:schemeClr val="tx1"/>
                </a:solidFill>
              </a:rPr>
              <a:t>(Thread Local Storage)</a:t>
            </a:r>
            <a:endParaRPr kumimoji="1" lang="ko-KR" altLang="en-US" sz="900" b="1">
              <a:solidFill>
                <a:schemeClr val="tx1"/>
              </a:solidFill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D69A98F0-F49F-172B-A0BF-2666FEA6EA44}"/>
              </a:ext>
            </a:extLst>
          </p:cNvPr>
          <p:cNvSpPr/>
          <p:nvPr/>
        </p:nvSpPr>
        <p:spPr>
          <a:xfrm>
            <a:off x="1259641" y="843558"/>
            <a:ext cx="1008111" cy="360040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900">
                <a:solidFill>
                  <a:sysClr val="windowText" lastClr="000000"/>
                </a:solidFill>
              </a:rPr>
              <a:t>[0]</a:t>
            </a:r>
            <a:endParaRPr kumimoji="1" lang="ko-KR" altLang="en-US" sz="900">
              <a:solidFill>
                <a:sysClr val="windowText" lastClr="000000"/>
              </a:solidFill>
            </a:endParaRPr>
          </a:p>
          <a:p>
            <a:pPr algn="ctr"/>
            <a:r>
              <a:rPr kumimoji="1" lang="en-US" altLang="ko-KR" sz="900">
                <a:solidFill>
                  <a:sysClr val="windowText" lastClr="000000"/>
                </a:solidFill>
              </a:rPr>
              <a:t>Runtime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6A284BF0-78D4-35FB-2CDF-707322BF43EE}"/>
              </a:ext>
            </a:extLst>
          </p:cNvPr>
          <p:cNvSpPr/>
          <p:nvPr/>
        </p:nvSpPr>
        <p:spPr>
          <a:xfrm>
            <a:off x="2267752" y="843558"/>
            <a:ext cx="1008112" cy="360040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900">
                <a:solidFill>
                  <a:sysClr val="windowText" lastClr="000000"/>
                </a:solidFill>
              </a:rPr>
              <a:t>[1]</a:t>
            </a:r>
            <a:endParaRPr kumimoji="1" lang="ko-KR" altLang="en-US" sz="900">
              <a:solidFill>
                <a:sysClr val="windowText" lastClr="000000"/>
              </a:solidFill>
            </a:endParaRPr>
          </a:p>
          <a:p>
            <a:pPr algn="ctr"/>
            <a:r>
              <a:rPr kumimoji="1" lang="en-US" altLang="ko-KR" sz="900">
                <a:solidFill>
                  <a:sysClr val="windowText" lastClr="000000"/>
                </a:solidFill>
              </a:rPr>
              <a:t>ClusterManager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CDC2A9B6-B885-E683-217D-57E5D9AE0FF7}"/>
              </a:ext>
            </a:extLst>
          </p:cNvPr>
          <p:cNvSpPr/>
          <p:nvPr/>
        </p:nvSpPr>
        <p:spPr>
          <a:xfrm>
            <a:off x="3275870" y="843558"/>
            <a:ext cx="1008112" cy="360040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900">
                <a:solidFill>
                  <a:sysClr val="windowText" lastClr="000000"/>
                </a:solidFill>
              </a:rPr>
              <a:t>[2]</a:t>
            </a:r>
            <a:endParaRPr kumimoji="1" lang="ko-KR" altLang="en-US" sz="900">
              <a:solidFill>
                <a:sysClr val="windowText" lastClr="000000"/>
              </a:solidFill>
            </a:endParaRPr>
          </a:p>
          <a:p>
            <a:pPr algn="ctr"/>
            <a:r>
              <a:rPr kumimoji="1" lang="en-US" altLang="ko-KR" sz="900">
                <a:solidFill>
                  <a:sysClr val="windowText" lastClr="000000"/>
                </a:solidFill>
              </a:rPr>
              <a:t>Stats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75FB8577-59B4-F7A8-D4DF-14A5037C64C6}"/>
              </a:ext>
            </a:extLst>
          </p:cNvPr>
          <p:cNvSpPr/>
          <p:nvPr/>
        </p:nvSpPr>
        <p:spPr>
          <a:xfrm>
            <a:off x="4283975" y="843558"/>
            <a:ext cx="1008112" cy="360040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900">
                <a:solidFill>
                  <a:sysClr val="windowText" lastClr="000000"/>
                </a:solidFill>
              </a:rPr>
              <a:t>[3]</a:t>
            </a:r>
            <a:endParaRPr kumimoji="1" lang="ko-KR" altLang="en-US" sz="900">
              <a:solidFill>
                <a:sysClr val="windowText" lastClr="000000"/>
              </a:solidFill>
            </a:endParaRPr>
          </a:p>
          <a:p>
            <a:pPr algn="ctr"/>
            <a:r>
              <a:rPr kumimoji="1" lang="en-US" altLang="ko-KR" sz="900">
                <a:solidFill>
                  <a:sysClr val="windowText" lastClr="000000"/>
                </a:solidFill>
              </a:rPr>
              <a:t>RouteConfig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A178543A-F10E-E14C-EACF-222E20C41E11}"/>
              </a:ext>
            </a:extLst>
          </p:cNvPr>
          <p:cNvSpPr/>
          <p:nvPr/>
        </p:nvSpPr>
        <p:spPr>
          <a:xfrm>
            <a:off x="5292090" y="843558"/>
            <a:ext cx="1008112" cy="360040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900">
                <a:solidFill>
                  <a:sysClr val="windowText" lastClr="000000"/>
                </a:solidFill>
              </a:rPr>
              <a:t>[4]</a:t>
            </a:r>
            <a:endParaRPr kumimoji="1" lang="ko-KR" altLang="en-US" sz="900">
              <a:solidFill>
                <a:sysClr val="windowText" lastClr="000000"/>
              </a:solidFill>
            </a:endParaRPr>
          </a:p>
          <a:p>
            <a:pPr algn="ctr"/>
            <a:r>
              <a:rPr kumimoji="1" lang="en-US" altLang="ko-KR" sz="900">
                <a:solidFill>
                  <a:sysClr val="windowText" lastClr="000000"/>
                </a:solidFill>
              </a:rPr>
              <a:t>DNS Cache</a:t>
            </a:r>
          </a:p>
        </p:txBody>
      </p:sp>
      <p:sp>
        <p:nvSpPr>
          <p:cNvPr id="10" name="타원 9">
            <a:extLst>
              <a:ext uri="{FF2B5EF4-FFF2-40B4-BE49-F238E27FC236}">
                <a16:creationId xmlns:a16="http://schemas.microsoft.com/office/drawing/2014/main" id="{DE1FFAB6-A34C-2B86-F11B-BA78A2CE13DA}"/>
              </a:ext>
            </a:extLst>
          </p:cNvPr>
          <p:cNvSpPr/>
          <p:nvPr/>
        </p:nvSpPr>
        <p:spPr>
          <a:xfrm>
            <a:off x="6384651" y="987574"/>
            <a:ext cx="45719" cy="45719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11" name="타원 10">
            <a:extLst>
              <a:ext uri="{FF2B5EF4-FFF2-40B4-BE49-F238E27FC236}">
                <a16:creationId xmlns:a16="http://schemas.microsoft.com/office/drawing/2014/main" id="{A13BCBB0-66AA-F83B-DAB0-A5ADB0972D27}"/>
              </a:ext>
            </a:extLst>
          </p:cNvPr>
          <p:cNvSpPr/>
          <p:nvPr/>
        </p:nvSpPr>
        <p:spPr>
          <a:xfrm>
            <a:off x="6537300" y="987573"/>
            <a:ext cx="45719" cy="45719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12" name="타원 11">
            <a:extLst>
              <a:ext uri="{FF2B5EF4-FFF2-40B4-BE49-F238E27FC236}">
                <a16:creationId xmlns:a16="http://schemas.microsoft.com/office/drawing/2014/main" id="{DFC3A0A8-48D0-3839-A9D8-F39A291F289F}"/>
              </a:ext>
            </a:extLst>
          </p:cNvPr>
          <p:cNvSpPr/>
          <p:nvPr/>
        </p:nvSpPr>
        <p:spPr>
          <a:xfrm>
            <a:off x="6683973" y="987573"/>
            <a:ext cx="48707" cy="48707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48" name="직사각형 47">
            <a:extLst>
              <a:ext uri="{FF2B5EF4-FFF2-40B4-BE49-F238E27FC236}">
                <a16:creationId xmlns:a16="http://schemas.microsoft.com/office/drawing/2014/main" id="{7277A8C0-7DE8-9B58-09D8-65CF1E9440CC}"/>
              </a:ext>
            </a:extLst>
          </p:cNvPr>
          <p:cNvSpPr/>
          <p:nvPr/>
        </p:nvSpPr>
        <p:spPr>
          <a:xfrm>
            <a:off x="1344359" y="4059199"/>
            <a:ext cx="1008111" cy="360040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900">
                <a:solidFill>
                  <a:sysClr val="windowText" lastClr="000000"/>
                </a:solidFill>
              </a:rPr>
              <a:t>[0]</a:t>
            </a:r>
            <a:endParaRPr kumimoji="1" lang="ko-KR" altLang="en-US" sz="900">
              <a:solidFill>
                <a:sysClr val="windowText" lastClr="000000"/>
              </a:solidFill>
            </a:endParaRPr>
          </a:p>
          <a:p>
            <a:pPr algn="ctr"/>
            <a:r>
              <a:rPr kumimoji="1" lang="en-US" altLang="ko-KR" sz="900">
                <a:solidFill>
                  <a:sysClr val="windowText" lastClr="000000"/>
                </a:solidFill>
              </a:rPr>
              <a:t>Runtime</a:t>
            </a:r>
          </a:p>
        </p:txBody>
      </p:sp>
      <p:sp>
        <p:nvSpPr>
          <p:cNvPr id="49" name="직사각형 48">
            <a:extLst>
              <a:ext uri="{FF2B5EF4-FFF2-40B4-BE49-F238E27FC236}">
                <a16:creationId xmlns:a16="http://schemas.microsoft.com/office/drawing/2014/main" id="{F9901243-B08D-0BC2-1EE3-DF1DE76485A3}"/>
              </a:ext>
            </a:extLst>
          </p:cNvPr>
          <p:cNvSpPr/>
          <p:nvPr/>
        </p:nvSpPr>
        <p:spPr>
          <a:xfrm>
            <a:off x="2352470" y="4059199"/>
            <a:ext cx="1008112" cy="360040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900">
                <a:solidFill>
                  <a:sysClr val="windowText" lastClr="000000"/>
                </a:solidFill>
              </a:rPr>
              <a:t>[1]</a:t>
            </a:r>
            <a:endParaRPr kumimoji="1" lang="ko-KR" altLang="en-US" sz="900">
              <a:solidFill>
                <a:sysClr val="windowText" lastClr="000000"/>
              </a:solidFill>
            </a:endParaRPr>
          </a:p>
          <a:p>
            <a:pPr algn="ctr"/>
            <a:r>
              <a:rPr kumimoji="1" lang="en-US" altLang="ko-KR" sz="900">
                <a:solidFill>
                  <a:sysClr val="windowText" lastClr="000000"/>
                </a:solidFill>
              </a:rPr>
              <a:t>ClusterManager</a:t>
            </a:r>
          </a:p>
        </p:txBody>
      </p:sp>
      <p:sp>
        <p:nvSpPr>
          <p:cNvPr id="50" name="직사각형 49">
            <a:extLst>
              <a:ext uri="{FF2B5EF4-FFF2-40B4-BE49-F238E27FC236}">
                <a16:creationId xmlns:a16="http://schemas.microsoft.com/office/drawing/2014/main" id="{0D0852B5-5790-CA3B-BDC6-F3705EAF706C}"/>
              </a:ext>
            </a:extLst>
          </p:cNvPr>
          <p:cNvSpPr/>
          <p:nvPr/>
        </p:nvSpPr>
        <p:spPr>
          <a:xfrm>
            <a:off x="3360588" y="4059199"/>
            <a:ext cx="1008112" cy="360040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900">
                <a:solidFill>
                  <a:sysClr val="windowText" lastClr="000000"/>
                </a:solidFill>
              </a:rPr>
              <a:t>[2]</a:t>
            </a:r>
            <a:endParaRPr kumimoji="1" lang="ko-KR" altLang="en-US" sz="900">
              <a:solidFill>
                <a:sysClr val="windowText" lastClr="000000"/>
              </a:solidFill>
            </a:endParaRPr>
          </a:p>
          <a:p>
            <a:pPr algn="ctr"/>
            <a:r>
              <a:rPr kumimoji="1" lang="en-US" altLang="ko-KR" sz="900">
                <a:solidFill>
                  <a:sysClr val="windowText" lastClr="000000"/>
                </a:solidFill>
              </a:rPr>
              <a:t>Stats</a:t>
            </a:r>
          </a:p>
        </p:txBody>
      </p:sp>
      <p:sp>
        <p:nvSpPr>
          <p:cNvPr id="51" name="직사각형 50">
            <a:extLst>
              <a:ext uri="{FF2B5EF4-FFF2-40B4-BE49-F238E27FC236}">
                <a16:creationId xmlns:a16="http://schemas.microsoft.com/office/drawing/2014/main" id="{7746AB5B-31E6-9945-A244-411233CA4EFD}"/>
              </a:ext>
            </a:extLst>
          </p:cNvPr>
          <p:cNvSpPr/>
          <p:nvPr/>
        </p:nvSpPr>
        <p:spPr>
          <a:xfrm>
            <a:off x="4368693" y="4059199"/>
            <a:ext cx="1008112" cy="360040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900">
                <a:solidFill>
                  <a:sysClr val="windowText" lastClr="000000"/>
                </a:solidFill>
              </a:rPr>
              <a:t>[3]</a:t>
            </a:r>
            <a:endParaRPr kumimoji="1" lang="ko-KR" altLang="en-US" sz="900">
              <a:solidFill>
                <a:sysClr val="windowText" lastClr="000000"/>
              </a:solidFill>
            </a:endParaRPr>
          </a:p>
          <a:p>
            <a:pPr algn="ctr"/>
            <a:r>
              <a:rPr kumimoji="1" lang="en-US" altLang="ko-KR" sz="900">
                <a:solidFill>
                  <a:sysClr val="windowText" lastClr="000000"/>
                </a:solidFill>
              </a:rPr>
              <a:t>RouteConfig</a:t>
            </a:r>
          </a:p>
        </p:txBody>
      </p: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36F9CC1E-F7DF-83F2-44D0-07A69D1F622D}"/>
              </a:ext>
            </a:extLst>
          </p:cNvPr>
          <p:cNvSpPr/>
          <p:nvPr/>
        </p:nvSpPr>
        <p:spPr>
          <a:xfrm>
            <a:off x="5376808" y="4059199"/>
            <a:ext cx="1008112" cy="360040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900">
                <a:solidFill>
                  <a:sysClr val="windowText" lastClr="000000"/>
                </a:solidFill>
              </a:rPr>
              <a:t>[4]</a:t>
            </a:r>
            <a:endParaRPr kumimoji="1" lang="ko-KR" altLang="en-US" sz="900">
              <a:solidFill>
                <a:sysClr val="windowText" lastClr="000000"/>
              </a:solidFill>
            </a:endParaRPr>
          </a:p>
          <a:p>
            <a:pPr algn="ctr"/>
            <a:r>
              <a:rPr kumimoji="1" lang="en-US" altLang="ko-KR" sz="900">
                <a:solidFill>
                  <a:sysClr val="windowText" lastClr="000000"/>
                </a:solidFill>
              </a:rPr>
              <a:t>RateLimit</a:t>
            </a:r>
          </a:p>
        </p:txBody>
      </p:sp>
      <p:sp>
        <p:nvSpPr>
          <p:cNvPr id="24" name="모서리가 둥근 직사각형 23">
            <a:extLst>
              <a:ext uri="{FF2B5EF4-FFF2-40B4-BE49-F238E27FC236}">
                <a16:creationId xmlns:a16="http://schemas.microsoft.com/office/drawing/2014/main" id="{020B0B1E-9409-43DE-E262-57665AC6A097}"/>
              </a:ext>
            </a:extLst>
          </p:cNvPr>
          <p:cNvSpPr/>
          <p:nvPr/>
        </p:nvSpPr>
        <p:spPr>
          <a:xfrm>
            <a:off x="1022301" y="3555143"/>
            <a:ext cx="5819512" cy="1152128"/>
          </a:xfrm>
          <a:prstGeom prst="roundRect">
            <a:avLst>
              <a:gd name="adj" fmla="val 4772"/>
            </a:avLst>
          </a:prstGeom>
          <a:solidFill>
            <a:schemeClr val="bg1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kumimoji="1" lang="en-US" altLang="ko-KR" sz="1000" b="1">
                <a:solidFill>
                  <a:schemeClr val="tx1"/>
                </a:solidFill>
              </a:rPr>
              <a:t>Worker Thread</a:t>
            </a:r>
            <a:endParaRPr kumimoji="1" lang="ko-KR" altLang="en-US" sz="1000" b="1">
              <a:solidFill>
                <a:schemeClr val="tx1"/>
              </a:solidFill>
            </a:endParaRP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E77CF569-E251-7435-6C24-10A4D7062B5C}"/>
              </a:ext>
            </a:extLst>
          </p:cNvPr>
          <p:cNvSpPr/>
          <p:nvPr/>
        </p:nvSpPr>
        <p:spPr>
          <a:xfrm>
            <a:off x="1236980" y="4131207"/>
            <a:ext cx="1008111" cy="360040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900">
                <a:solidFill>
                  <a:sysClr val="windowText" lastClr="000000"/>
                </a:solidFill>
              </a:rPr>
              <a:t>[0]</a:t>
            </a:r>
            <a:endParaRPr kumimoji="1" lang="ko-KR" altLang="en-US" sz="900">
              <a:solidFill>
                <a:sysClr val="windowText" lastClr="000000"/>
              </a:solidFill>
            </a:endParaRPr>
          </a:p>
          <a:p>
            <a:pPr algn="ctr"/>
            <a:r>
              <a:rPr kumimoji="1" lang="en-US" altLang="ko-KR" sz="900">
                <a:solidFill>
                  <a:sysClr val="windowText" lastClr="000000"/>
                </a:solidFill>
              </a:rPr>
              <a:t>Runtime</a:t>
            </a: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79ABBF70-5260-A06E-477F-848425742A0E}"/>
              </a:ext>
            </a:extLst>
          </p:cNvPr>
          <p:cNvSpPr/>
          <p:nvPr/>
        </p:nvSpPr>
        <p:spPr>
          <a:xfrm>
            <a:off x="2245091" y="4131207"/>
            <a:ext cx="1008112" cy="360040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900">
                <a:solidFill>
                  <a:sysClr val="windowText" lastClr="000000"/>
                </a:solidFill>
              </a:rPr>
              <a:t>[1]</a:t>
            </a:r>
            <a:endParaRPr kumimoji="1" lang="ko-KR" altLang="en-US" sz="900">
              <a:solidFill>
                <a:sysClr val="windowText" lastClr="000000"/>
              </a:solidFill>
            </a:endParaRPr>
          </a:p>
          <a:p>
            <a:pPr algn="ctr"/>
            <a:r>
              <a:rPr kumimoji="1" lang="en-US" altLang="ko-KR" sz="900">
                <a:solidFill>
                  <a:sysClr val="windowText" lastClr="000000"/>
                </a:solidFill>
              </a:rPr>
              <a:t>ClusterManager</a:t>
            </a: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41D0B271-0055-3F1E-64BC-B9BF75B78116}"/>
              </a:ext>
            </a:extLst>
          </p:cNvPr>
          <p:cNvSpPr/>
          <p:nvPr/>
        </p:nvSpPr>
        <p:spPr>
          <a:xfrm>
            <a:off x="3253209" y="4131207"/>
            <a:ext cx="1008112" cy="360040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900">
                <a:solidFill>
                  <a:sysClr val="windowText" lastClr="000000"/>
                </a:solidFill>
              </a:rPr>
              <a:t>[2]</a:t>
            </a:r>
            <a:endParaRPr kumimoji="1" lang="ko-KR" altLang="en-US" sz="900">
              <a:solidFill>
                <a:sysClr val="windowText" lastClr="000000"/>
              </a:solidFill>
            </a:endParaRPr>
          </a:p>
          <a:p>
            <a:pPr algn="ctr"/>
            <a:r>
              <a:rPr kumimoji="1" lang="en-US" altLang="ko-KR" sz="900">
                <a:solidFill>
                  <a:sysClr val="windowText" lastClr="000000"/>
                </a:solidFill>
              </a:rPr>
              <a:t>Stats</a:t>
            </a: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D8A57331-27F2-CDDA-BFBD-51EA9280BFF5}"/>
              </a:ext>
            </a:extLst>
          </p:cNvPr>
          <p:cNvSpPr/>
          <p:nvPr/>
        </p:nvSpPr>
        <p:spPr>
          <a:xfrm>
            <a:off x="4261314" y="4131207"/>
            <a:ext cx="1008112" cy="360040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900">
                <a:solidFill>
                  <a:sysClr val="windowText" lastClr="000000"/>
                </a:solidFill>
              </a:rPr>
              <a:t>[3]</a:t>
            </a:r>
            <a:endParaRPr kumimoji="1" lang="ko-KR" altLang="en-US" sz="900">
              <a:solidFill>
                <a:sysClr val="windowText" lastClr="000000"/>
              </a:solidFill>
            </a:endParaRPr>
          </a:p>
          <a:p>
            <a:pPr algn="ctr"/>
            <a:r>
              <a:rPr kumimoji="1" lang="en-US" altLang="ko-KR" sz="900">
                <a:solidFill>
                  <a:sysClr val="windowText" lastClr="000000"/>
                </a:solidFill>
              </a:rPr>
              <a:t>RouteConfig</a:t>
            </a: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644F811E-73D9-7CD4-7CD3-2DC67424BA54}"/>
              </a:ext>
            </a:extLst>
          </p:cNvPr>
          <p:cNvSpPr/>
          <p:nvPr/>
        </p:nvSpPr>
        <p:spPr>
          <a:xfrm>
            <a:off x="5269429" y="4131207"/>
            <a:ext cx="1008112" cy="360040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900">
                <a:solidFill>
                  <a:sysClr val="windowText" lastClr="000000"/>
                </a:solidFill>
              </a:rPr>
              <a:t>[4]</a:t>
            </a:r>
            <a:endParaRPr kumimoji="1" lang="ko-KR" altLang="en-US" sz="900">
              <a:solidFill>
                <a:sysClr val="windowText" lastClr="000000"/>
              </a:solidFill>
            </a:endParaRPr>
          </a:p>
          <a:p>
            <a:pPr algn="ctr"/>
            <a:r>
              <a:rPr kumimoji="1" lang="en-US" altLang="ko-KR" sz="900">
                <a:solidFill>
                  <a:sysClr val="windowText" lastClr="000000"/>
                </a:solidFill>
              </a:rPr>
              <a:t>RateLimit</a:t>
            </a:r>
          </a:p>
        </p:txBody>
      </p:sp>
      <p:sp>
        <p:nvSpPr>
          <p:cNvPr id="35" name="모서리가 둥근 직사각형 34">
            <a:extLst>
              <a:ext uri="{FF2B5EF4-FFF2-40B4-BE49-F238E27FC236}">
                <a16:creationId xmlns:a16="http://schemas.microsoft.com/office/drawing/2014/main" id="{2E4CB106-BEC3-4ADB-D51B-2BDF9390BBEA}"/>
              </a:ext>
            </a:extLst>
          </p:cNvPr>
          <p:cNvSpPr/>
          <p:nvPr/>
        </p:nvSpPr>
        <p:spPr>
          <a:xfrm>
            <a:off x="923866" y="3627150"/>
            <a:ext cx="5843045" cy="1152128"/>
          </a:xfrm>
          <a:prstGeom prst="roundRect">
            <a:avLst>
              <a:gd name="adj" fmla="val 4772"/>
            </a:avLst>
          </a:prstGeom>
          <a:solidFill>
            <a:schemeClr val="bg1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kumimoji="1" lang="en-US" altLang="ko-KR" sz="1000" b="1">
                <a:solidFill>
                  <a:schemeClr val="tx1"/>
                </a:solidFill>
              </a:rPr>
              <a:t>Worker Thread</a:t>
            </a:r>
            <a:endParaRPr kumimoji="1" lang="ko-KR" altLang="en-US" sz="1000" b="1">
              <a:solidFill>
                <a:schemeClr val="tx1"/>
              </a:solidFill>
            </a:endParaRPr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C7C8ABFF-8A0F-DFA3-612E-3BC92115B7DC}"/>
              </a:ext>
            </a:extLst>
          </p:cNvPr>
          <p:cNvSpPr/>
          <p:nvPr/>
        </p:nvSpPr>
        <p:spPr>
          <a:xfrm>
            <a:off x="1138545" y="4203214"/>
            <a:ext cx="1008111" cy="360040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900">
                <a:solidFill>
                  <a:sysClr val="windowText" lastClr="000000"/>
                </a:solidFill>
              </a:rPr>
              <a:t>[0]</a:t>
            </a:r>
            <a:endParaRPr kumimoji="1" lang="ko-KR" altLang="en-US" sz="900">
              <a:solidFill>
                <a:sysClr val="windowText" lastClr="000000"/>
              </a:solidFill>
            </a:endParaRPr>
          </a:p>
          <a:p>
            <a:pPr algn="ctr"/>
            <a:r>
              <a:rPr kumimoji="1" lang="en-US" altLang="ko-KR" sz="900">
                <a:solidFill>
                  <a:sysClr val="windowText" lastClr="000000"/>
                </a:solidFill>
              </a:rPr>
              <a:t>Runtime</a:t>
            </a:r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CA090CD4-BA2A-383F-91D4-D70D628449E1}"/>
              </a:ext>
            </a:extLst>
          </p:cNvPr>
          <p:cNvSpPr/>
          <p:nvPr/>
        </p:nvSpPr>
        <p:spPr>
          <a:xfrm>
            <a:off x="2146656" y="4203214"/>
            <a:ext cx="1008112" cy="360040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900">
                <a:solidFill>
                  <a:sysClr val="windowText" lastClr="000000"/>
                </a:solidFill>
              </a:rPr>
              <a:t>[1]</a:t>
            </a:r>
            <a:endParaRPr kumimoji="1" lang="ko-KR" altLang="en-US" sz="900">
              <a:solidFill>
                <a:sysClr val="windowText" lastClr="000000"/>
              </a:solidFill>
            </a:endParaRPr>
          </a:p>
          <a:p>
            <a:pPr algn="ctr"/>
            <a:r>
              <a:rPr kumimoji="1" lang="en-US" altLang="ko-KR" sz="900">
                <a:solidFill>
                  <a:sysClr val="windowText" lastClr="000000"/>
                </a:solidFill>
              </a:rPr>
              <a:t>ClusterManager</a:t>
            </a:r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E7B105A3-5A11-67CE-EE43-E9FB49B6CFA6}"/>
              </a:ext>
            </a:extLst>
          </p:cNvPr>
          <p:cNvSpPr/>
          <p:nvPr/>
        </p:nvSpPr>
        <p:spPr>
          <a:xfrm>
            <a:off x="3154774" y="4203214"/>
            <a:ext cx="1008112" cy="360040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900">
                <a:solidFill>
                  <a:sysClr val="windowText" lastClr="000000"/>
                </a:solidFill>
              </a:rPr>
              <a:t>[2]</a:t>
            </a:r>
            <a:endParaRPr kumimoji="1" lang="ko-KR" altLang="en-US" sz="900">
              <a:solidFill>
                <a:sysClr val="windowText" lastClr="000000"/>
              </a:solidFill>
            </a:endParaRPr>
          </a:p>
          <a:p>
            <a:pPr algn="ctr"/>
            <a:r>
              <a:rPr kumimoji="1" lang="en-US" altLang="ko-KR" sz="900">
                <a:solidFill>
                  <a:sysClr val="windowText" lastClr="000000"/>
                </a:solidFill>
              </a:rPr>
              <a:t>Stats</a:t>
            </a:r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7F36D1A9-A0B0-1366-6AF3-E101A94709C8}"/>
              </a:ext>
            </a:extLst>
          </p:cNvPr>
          <p:cNvSpPr/>
          <p:nvPr/>
        </p:nvSpPr>
        <p:spPr>
          <a:xfrm>
            <a:off x="4162879" y="4203214"/>
            <a:ext cx="1008112" cy="360040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900">
                <a:solidFill>
                  <a:sysClr val="windowText" lastClr="000000"/>
                </a:solidFill>
              </a:rPr>
              <a:t>[3]</a:t>
            </a:r>
            <a:endParaRPr kumimoji="1" lang="ko-KR" altLang="en-US" sz="900">
              <a:solidFill>
                <a:sysClr val="windowText" lastClr="000000"/>
              </a:solidFill>
            </a:endParaRPr>
          </a:p>
          <a:p>
            <a:pPr algn="ctr"/>
            <a:r>
              <a:rPr kumimoji="1" lang="en-US" altLang="ko-KR" sz="900">
                <a:solidFill>
                  <a:sysClr val="windowText" lastClr="000000"/>
                </a:solidFill>
              </a:rPr>
              <a:t>RouteConfig</a:t>
            </a:r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2379E4E9-714A-AB8A-7932-4CC75468297D}"/>
              </a:ext>
            </a:extLst>
          </p:cNvPr>
          <p:cNvSpPr/>
          <p:nvPr/>
        </p:nvSpPr>
        <p:spPr>
          <a:xfrm>
            <a:off x="5170994" y="4203214"/>
            <a:ext cx="1008112" cy="360040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900">
                <a:solidFill>
                  <a:sysClr val="windowText" lastClr="000000"/>
                </a:solidFill>
              </a:rPr>
              <a:t>[4]</a:t>
            </a:r>
            <a:endParaRPr kumimoji="1" lang="ko-KR" altLang="en-US" sz="900">
              <a:solidFill>
                <a:sysClr val="windowText" lastClr="000000"/>
              </a:solidFill>
            </a:endParaRPr>
          </a:p>
          <a:p>
            <a:pPr algn="ctr"/>
            <a:r>
              <a:rPr kumimoji="1" lang="en-US" altLang="ko-KR" sz="900">
                <a:solidFill>
                  <a:sysClr val="windowText" lastClr="000000"/>
                </a:solidFill>
              </a:rPr>
              <a:t>RateLimit</a:t>
            </a:r>
          </a:p>
        </p:txBody>
      </p:sp>
      <p:sp>
        <p:nvSpPr>
          <p:cNvPr id="68" name="모서리가 둥근 직사각형 67">
            <a:extLst>
              <a:ext uri="{FF2B5EF4-FFF2-40B4-BE49-F238E27FC236}">
                <a16:creationId xmlns:a16="http://schemas.microsoft.com/office/drawing/2014/main" id="{A05E79F9-D3F9-5B38-36B2-E2741D228435}"/>
              </a:ext>
            </a:extLst>
          </p:cNvPr>
          <p:cNvSpPr/>
          <p:nvPr/>
        </p:nvSpPr>
        <p:spPr>
          <a:xfrm>
            <a:off x="816487" y="3699158"/>
            <a:ext cx="5874790" cy="1152128"/>
          </a:xfrm>
          <a:prstGeom prst="roundRect">
            <a:avLst>
              <a:gd name="adj" fmla="val 4772"/>
            </a:avLst>
          </a:prstGeom>
          <a:solidFill>
            <a:schemeClr val="bg1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kumimoji="1" lang="en-US" altLang="ko-KR" sz="1000" b="1">
                <a:solidFill>
                  <a:schemeClr val="tx1"/>
                </a:solidFill>
              </a:rPr>
              <a:t>Worker Thread</a:t>
            </a:r>
            <a:endParaRPr kumimoji="1" lang="ko-KR" altLang="en-US" sz="1000" b="1">
              <a:solidFill>
                <a:schemeClr val="tx1"/>
              </a:solidFill>
            </a:endParaRPr>
          </a:p>
        </p:txBody>
      </p:sp>
      <p:sp>
        <p:nvSpPr>
          <p:cNvPr id="72" name="모서리가 둥근 직사각형 71">
            <a:extLst>
              <a:ext uri="{FF2B5EF4-FFF2-40B4-BE49-F238E27FC236}">
                <a16:creationId xmlns:a16="http://schemas.microsoft.com/office/drawing/2014/main" id="{09437242-D2D2-3AE6-BB4D-B925FA72CF20}"/>
              </a:ext>
            </a:extLst>
          </p:cNvPr>
          <p:cNvSpPr/>
          <p:nvPr/>
        </p:nvSpPr>
        <p:spPr>
          <a:xfrm>
            <a:off x="923155" y="3987190"/>
            <a:ext cx="5693773" cy="792088"/>
          </a:xfrm>
          <a:prstGeom prst="roundRect">
            <a:avLst>
              <a:gd name="adj" fmla="val 7226"/>
            </a:avLst>
          </a:prstGeom>
          <a:solidFill>
            <a:schemeClr val="bg2">
              <a:lumMod val="9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kumimoji="1" lang="en-US" altLang="ko-KR" sz="900" b="1">
                <a:solidFill>
                  <a:schemeClr val="tx1"/>
                </a:solidFill>
              </a:rPr>
              <a:t>TLS</a:t>
            </a:r>
            <a:r>
              <a:rPr kumimoji="1" lang="ko-KR" altLang="en-US" sz="900" b="1">
                <a:solidFill>
                  <a:schemeClr val="tx1"/>
                </a:solidFill>
              </a:rPr>
              <a:t> </a:t>
            </a:r>
            <a:r>
              <a:rPr kumimoji="1" lang="en-US" altLang="ko-KR" sz="900" b="1">
                <a:solidFill>
                  <a:schemeClr val="tx1"/>
                </a:solidFill>
              </a:rPr>
              <a:t>(Thread Local Storage)</a:t>
            </a:r>
            <a:endParaRPr kumimoji="1" lang="ko-KR" altLang="en-US" sz="900" b="1">
              <a:solidFill>
                <a:schemeClr val="tx1"/>
              </a:solidFill>
            </a:endParaRPr>
          </a:p>
        </p:txBody>
      </p:sp>
      <p:sp>
        <p:nvSpPr>
          <p:cNvPr id="73" name="직사각형 72">
            <a:extLst>
              <a:ext uri="{FF2B5EF4-FFF2-40B4-BE49-F238E27FC236}">
                <a16:creationId xmlns:a16="http://schemas.microsoft.com/office/drawing/2014/main" id="{26AB0E46-5DBA-E75F-9419-4C40AB813F50}"/>
              </a:ext>
            </a:extLst>
          </p:cNvPr>
          <p:cNvSpPr/>
          <p:nvPr/>
        </p:nvSpPr>
        <p:spPr>
          <a:xfrm>
            <a:off x="1031166" y="4275222"/>
            <a:ext cx="1008111" cy="360040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900">
                <a:solidFill>
                  <a:sysClr val="windowText" lastClr="000000"/>
                </a:solidFill>
              </a:rPr>
              <a:t>[0]</a:t>
            </a:r>
            <a:endParaRPr kumimoji="1" lang="ko-KR" altLang="en-US" sz="900">
              <a:solidFill>
                <a:sysClr val="windowText" lastClr="000000"/>
              </a:solidFill>
            </a:endParaRPr>
          </a:p>
          <a:p>
            <a:pPr algn="ctr"/>
            <a:r>
              <a:rPr kumimoji="1" lang="en-US" altLang="ko-KR" sz="900">
                <a:solidFill>
                  <a:sysClr val="windowText" lastClr="000000"/>
                </a:solidFill>
              </a:rPr>
              <a:t>Runtime</a:t>
            </a:r>
          </a:p>
        </p:txBody>
      </p:sp>
      <p:sp>
        <p:nvSpPr>
          <p:cNvPr id="74" name="직사각형 73">
            <a:extLst>
              <a:ext uri="{FF2B5EF4-FFF2-40B4-BE49-F238E27FC236}">
                <a16:creationId xmlns:a16="http://schemas.microsoft.com/office/drawing/2014/main" id="{35E20105-5D5A-540A-963A-C45F8710DE65}"/>
              </a:ext>
            </a:extLst>
          </p:cNvPr>
          <p:cNvSpPr/>
          <p:nvPr/>
        </p:nvSpPr>
        <p:spPr>
          <a:xfrm>
            <a:off x="2039277" y="4275222"/>
            <a:ext cx="1008112" cy="360040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900">
                <a:solidFill>
                  <a:sysClr val="windowText" lastClr="000000"/>
                </a:solidFill>
              </a:rPr>
              <a:t>[1]</a:t>
            </a:r>
            <a:endParaRPr kumimoji="1" lang="ko-KR" altLang="en-US" sz="900">
              <a:solidFill>
                <a:sysClr val="windowText" lastClr="000000"/>
              </a:solidFill>
            </a:endParaRPr>
          </a:p>
          <a:p>
            <a:pPr algn="ctr"/>
            <a:r>
              <a:rPr kumimoji="1" lang="en-US" altLang="ko-KR" sz="900">
                <a:solidFill>
                  <a:sysClr val="windowText" lastClr="000000"/>
                </a:solidFill>
              </a:rPr>
              <a:t>ClusterManager</a:t>
            </a:r>
          </a:p>
        </p:txBody>
      </p:sp>
      <p:sp>
        <p:nvSpPr>
          <p:cNvPr id="75" name="직사각형 74">
            <a:extLst>
              <a:ext uri="{FF2B5EF4-FFF2-40B4-BE49-F238E27FC236}">
                <a16:creationId xmlns:a16="http://schemas.microsoft.com/office/drawing/2014/main" id="{1CE8D5BB-2E2B-2B9F-66EE-3016F2BC0E57}"/>
              </a:ext>
            </a:extLst>
          </p:cNvPr>
          <p:cNvSpPr/>
          <p:nvPr/>
        </p:nvSpPr>
        <p:spPr>
          <a:xfrm>
            <a:off x="3047395" y="4275222"/>
            <a:ext cx="1008112" cy="360040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900">
                <a:solidFill>
                  <a:sysClr val="windowText" lastClr="000000"/>
                </a:solidFill>
              </a:rPr>
              <a:t>[2]</a:t>
            </a:r>
            <a:endParaRPr kumimoji="1" lang="ko-KR" altLang="en-US" sz="900">
              <a:solidFill>
                <a:sysClr val="windowText" lastClr="000000"/>
              </a:solidFill>
            </a:endParaRPr>
          </a:p>
          <a:p>
            <a:pPr algn="ctr"/>
            <a:r>
              <a:rPr kumimoji="1" lang="en-US" altLang="ko-KR" sz="900">
                <a:solidFill>
                  <a:sysClr val="windowText" lastClr="000000"/>
                </a:solidFill>
              </a:rPr>
              <a:t>Stats</a:t>
            </a:r>
          </a:p>
        </p:txBody>
      </p:sp>
      <p:sp>
        <p:nvSpPr>
          <p:cNvPr id="76" name="직사각형 75">
            <a:extLst>
              <a:ext uri="{FF2B5EF4-FFF2-40B4-BE49-F238E27FC236}">
                <a16:creationId xmlns:a16="http://schemas.microsoft.com/office/drawing/2014/main" id="{3955A1F3-5D4B-74AF-D866-7BB7F2040F05}"/>
              </a:ext>
            </a:extLst>
          </p:cNvPr>
          <p:cNvSpPr/>
          <p:nvPr/>
        </p:nvSpPr>
        <p:spPr>
          <a:xfrm>
            <a:off x="4055500" y="4275222"/>
            <a:ext cx="1008112" cy="360040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900">
                <a:solidFill>
                  <a:sysClr val="windowText" lastClr="000000"/>
                </a:solidFill>
              </a:rPr>
              <a:t>[3]</a:t>
            </a:r>
            <a:endParaRPr kumimoji="1" lang="ko-KR" altLang="en-US" sz="900">
              <a:solidFill>
                <a:sysClr val="windowText" lastClr="000000"/>
              </a:solidFill>
            </a:endParaRPr>
          </a:p>
          <a:p>
            <a:pPr algn="ctr"/>
            <a:r>
              <a:rPr kumimoji="1" lang="en-US" altLang="ko-KR" sz="900">
                <a:solidFill>
                  <a:sysClr val="windowText" lastClr="000000"/>
                </a:solidFill>
              </a:rPr>
              <a:t>RouteConfig</a:t>
            </a:r>
          </a:p>
        </p:txBody>
      </p:sp>
      <p:sp>
        <p:nvSpPr>
          <p:cNvPr id="77" name="직사각형 76">
            <a:extLst>
              <a:ext uri="{FF2B5EF4-FFF2-40B4-BE49-F238E27FC236}">
                <a16:creationId xmlns:a16="http://schemas.microsoft.com/office/drawing/2014/main" id="{9DC23202-8C72-09EF-B41B-16FB52655626}"/>
              </a:ext>
            </a:extLst>
          </p:cNvPr>
          <p:cNvSpPr/>
          <p:nvPr/>
        </p:nvSpPr>
        <p:spPr>
          <a:xfrm>
            <a:off x="5063615" y="4275222"/>
            <a:ext cx="1008112" cy="360040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900">
                <a:solidFill>
                  <a:sysClr val="windowText" lastClr="000000"/>
                </a:solidFill>
              </a:rPr>
              <a:t>[4]</a:t>
            </a:r>
            <a:endParaRPr kumimoji="1" lang="ko-KR" altLang="en-US" sz="900">
              <a:solidFill>
                <a:sysClr val="windowText" lastClr="000000"/>
              </a:solidFill>
            </a:endParaRPr>
          </a:p>
          <a:p>
            <a:pPr algn="ctr"/>
            <a:r>
              <a:rPr kumimoji="1" lang="en-US" altLang="ko-KR" sz="900">
                <a:solidFill>
                  <a:sysClr val="windowText" lastClr="000000"/>
                </a:solidFill>
              </a:rPr>
              <a:t>DNS Cache</a:t>
            </a:r>
          </a:p>
        </p:txBody>
      </p:sp>
      <p:sp>
        <p:nvSpPr>
          <p:cNvPr id="79" name="타원 78">
            <a:extLst>
              <a:ext uri="{FF2B5EF4-FFF2-40B4-BE49-F238E27FC236}">
                <a16:creationId xmlns:a16="http://schemas.microsoft.com/office/drawing/2014/main" id="{BBAD022B-F591-F9CD-3BFC-496C2A16713B}"/>
              </a:ext>
            </a:extLst>
          </p:cNvPr>
          <p:cNvSpPr/>
          <p:nvPr/>
        </p:nvSpPr>
        <p:spPr>
          <a:xfrm>
            <a:off x="6156176" y="4419238"/>
            <a:ext cx="45719" cy="45719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80" name="타원 79">
            <a:extLst>
              <a:ext uri="{FF2B5EF4-FFF2-40B4-BE49-F238E27FC236}">
                <a16:creationId xmlns:a16="http://schemas.microsoft.com/office/drawing/2014/main" id="{D3CA72A3-8E90-E6C1-B207-CBECD0FE6451}"/>
              </a:ext>
            </a:extLst>
          </p:cNvPr>
          <p:cNvSpPr/>
          <p:nvPr/>
        </p:nvSpPr>
        <p:spPr>
          <a:xfrm>
            <a:off x="6308825" y="4419237"/>
            <a:ext cx="45719" cy="45719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81" name="타원 80">
            <a:extLst>
              <a:ext uri="{FF2B5EF4-FFF2-40B4-BE49-F238E27FC236}">
                <a16:creationId xmlns:a16="http://schemas.microsoft.com/office/drawing/2014/main" id="{E4DAC584-9148-D724-4F20-DE38125DBBCB}"/>
              </a:ext>
            </a:extLst>
          </p:cNvPr>
          <p:cNvSpPr/>
          <p:nvPr/>
        </p:nvSpPr>
        <p:spPr>
          <a:xfrm>
            <a:off x="6455498" y="4419237"/>
            <a:ext cx="48707" cy="48707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cxnSp>
        <p:nvCxnSpPr>
          <p:cNvPr id="84" name="직선 화살표 연결선 83">
            <a:extLst>
              <a:ext uri="{FF2B5EF4-FFF2-40B4-BE49-F238E27FC236}">
                <a16:creationId xmlns:a16="http://schemas.microsoft.com/office/drawing/2014/main" id="{97F2C756-E73C-437F-CDF2-103C8535830E}"/>
              </a:ext>
            </a:extLst>
          </p:cNvPr>
          <p:cNvCxnSpPr>
            <a:cxnSpLocks/>
            <a:stCxn id="4" idx="2"/>
            <a:endCxn id="82" idx="0"/>
          </p:cNvCxnSpPr>
          <p:nvPr/>
        </p:nvCxnSpPr>
        <p:spPr>
          <a:xfrm flipH="1">
            <a:off x="1758945" y="1203598"/>
            <a:ext cx="4752" cy="1068038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직선 화살표 연결선 86">
            <a:extLst>
              <a:ext uri="{FF2B5EF4-FFF2-40B4-BE49-F238E27FC236}">
                <a16:creationId xmlns:a16="http://schemas.microsoft.com/office/drawing/2014/main" id="{4CE53A11-3831-9A38-EA6F-F0B0F885CAE9}"/>
              </a:ext>
            </a:extLst>
          </p:cNvPr>
          <p:cNvCxnSpPr>
            <a:cxnSpLocks/>
            <a:stCxn id="73" idx="0"/>
            <a:endCxn id="82" idx="2"/>
          </p:cNvCxnSpPr>
          <p:nvPr/>
        </p:nvCxnSpPr>
        <p:spPr>
          <a:xfrm flipV="1">
            <a:off x="1535222" y="2703128"/>
            <a:ext cx="223723" cy="1572094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직선 화살표 연결선 89">
            <a:extLst>
              <a:ext uri="{FF2B5EF4-FFF2-40B4-BE49-F238E27FC236}">
                <a16:creationId xmlns:a16="http://schemas.microsoft.com/office/drawing/2014/main" id="{24EE5E37-D69A-6CEA-CE29-37C7A9D404ED}"/>
              </a:ext>
            </a:extLst>
          </p:cNvPr>
          <p:cNvCxnSpPr>
            <a:cxnSpLocks/>
            <a:endCxn id="82" idx="2"/>
          </p:cNvCxnSpPr>
          <p:nvPr/>
        </p:nvCxnSpPr>
        <p:spPr>
          <a:xfrm flipV="1">
            <a:off x="1684964" y="2703128"/>
            <a:ext cx="73981" cy="996029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직선 화살표 연결선 106">
            <a:extLst>
              <a:ext uri="{FF2B5EF4-FFF2-40B4-BE49-F238E27FC236}">
                <a16:creationId xmlns:a16="http://schemas.microsoft.com/office/drawing/2014/main" id="{EB20E989-EDB5-ABF4-768B-FAF2A5B3A59A}"/>
              </a:ext>
            </a:extLst>
          </p:cNvPr>
          <p:cNvCxnSpPr>
            <a:cxnSpLocks/>
            <a:endCxn id="82" idx="2"/>
          </p:cNvCxnSpPr>
          <p:nvPr/>
        </p:nvCxnSpPr>
        <p:spPr>
          <a:xfrm flipV="1">
            <a:off x="1758945" y="2703128"/>
            <a:ext cx="0" cy="930284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9" name="직선 화살표 연결선 128">
            <a:extLst>
              <a:ext uri="{FF2B5EF4-FFF2-40B4-BE49-F238E27FC236}">
                <a16:creationId xmlns:a16="http://schemas.microsoft.com/office/drawing/2014/main" id="{13F8B917-D45E-EBA2-416B-04A7EEF7CEDB}"/>
              </a:ext>
            </a:extLst>
          </p:cNvPr>
          <p:cNvCxnSpPr>
            <a:cxnSpLocks/>
            <a:stCxn id="74" idx="0"/>
            <a:endCxn id="128" idx="2"/>
          </p:cNvCxnSpPr>
          <p:nvPr/>
        </p:nvCxnSpPr>
        <p:spPr>
          <a:xfrm flipV="1">
            <a:off x="2543333" y="3424415"/>
            <a:ext cx="0" cy="850807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9" name="직선 화살표 연결선 138">
            <a:extLst>
              <a:ext uri="{FF2B5EF4-FFF2-40B4-BE49-F238E27FC236}">
                <a16:creationId xmlns:a16="http://schemas.microsoft.com/office/drawing/2014/main" id="{9ED7ED2A-6B6B-71F5-F5B0-678A7CE72FD3}"/>
              </a:ext>
            </a:extLst>
          </p:cNvPr>
          <p:cNvCxnSpPr>
            <a:cxnSpLocks/>
            <a:stCxn id="5" idx="2"/>
            <a:endCxn id="116" idx="0"/>
          </p:cNvCxnSpPr>
          <p:nvPr/>
        </p:nvCxnSpPr>
        <p:spPr>
          <a:xfrm>
            <a:off x="2771808" y="1203598"/>
            <a:ext cx="0" cy="426285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2" name="모서리가 둥근 직사각형 81">
            <a:extLst>
              <a:ext uri="{FF2B5EF4-FFF2-40B4-BE49-F238E27FC236}">
                <a16:creationId xmlns:a16="http://schemas.microsoft.com/office/drawing/2014/main" id="{DFE61594-577B-F627-BDBA-1F1A244C9369}"/>
              </a:ext>
            </a:extLst>
          </p:cNvPr>
          <p:cNvSpPr/>
          <p:nvPr/>
        </p:nvSpPr>
        <p:spPr>
          <a:xfrm>
            <a:off x="1309188" y="2271636"/>
            <a:ext cx="899513" cy="431492"/>
          </a:xfrm>
          <a:prstGeom prst="roundRect">
            <a:avLst>
              <a:gd name="adj" fmla="val 12191"/>
            </a:avLst>
          </a:prstGeom>
          <a:solidFill>
            <a:schemeClr val="bg1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Snapshot </a:t>
            </a:r>
            <a:r>
              <a:rPr kumimoji="1" lang="en-US" altLang="ko-KR" sz="800" b="1">
                <a:solidFill>
                  <a:schemeClr val="tx1"/>
                </a:solidFill>
              </a:rPr>
              <a:t>(V1)</a:t>
            </a:r>
          </a:p>
        </p:txBody>
      </p:sp>
      <p:sp>
        <p:nvSpPr>
          <p:cNvPr id="113" name="모서리가 둥근 직사각형 112">
            <a:extLst>
              <a:ext uri="{FF2B5EF4-FFF2-40B4-BE49-F238E27FC236}">
                <a16:creationId xmlns:a16="http://schemas.microsoft.com/office/drawing/2014/main" id="{C98ABB56-7187-F494-9DB9-5888D6DCE922}"/>
              </a:ext>
            </a:extLst>
          </p:cNvPr>
          <p:cNvSpPr/>
          <p:nvPr/>
        </p:nvSpPr>
        <p:spPr>
          <a:xfrm>
            <a:off x="2322051" y="2271636"/>
            <a:ext cx="899513" cy="431492"/>
          </a:xfrm>
          <a:prstGeom prst="roundRect">
            <a:avLst>
              <a:gd name="adj" fmla="val 12191"/>
            </a:avLst>
          </a:prstGeom>
          <a:solidFill>
            <a:schemeClr val="bg1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ClusterInfo</a:t>
            </a:r>
          </a:p>
          <a:p>
            <a:pPr algn="ctr"/>
            <a:r>
              <a:rPr kumimoji="1" lang="en-US" altLang="ko-KR" sz="800" b="1">
                <a:solidFill>
                  <a:schemeClr val="tx1"/>
                </a:solidFill>
              </a:rPr>
              <a:t>(Immutable)</a:t>
            </a:r>
          </a:p>
        </p:txBody>
      </p:sp>
      <p:sp>
        <p:nvSpPr>
          <p:cNvPr id="116" name="모서리가 둥근 직사각형 115">
            <a:extLst>
              <a:ext uri="{FF2B5EF4-FFF2-40B4-BE49-F238E27FC236}">
                <a16:creationId xmlns:a16="http://schemas.microsoft.com/office/drawing/2014/main" id="{A432217A-69A3-3942-8D60-154FE3BA74E2}"/>
              </a:ext>
            </a:extLst>
          </p:cNvPr>
          <p:cNvSpPr/>
          <p:nvPr/>
        </p:nvSpPr>
        <p:spPr>
          <a:xfrm>
            <a:off x="2322051" y="1629883"/>
            <a:ext cx="899513" cy="431492"/>
          </a:xfrm>
          <a:prstGeom prst="roundRect">
            <a:avLst>
              <a:gd name="adj" fmla="val 12191"/>
            </a:avLst>
          </a:prstGeom>
          <a:solidFill>
            <a:schemeClr val="bg1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ClusterEntry</a:t>
            </a:r>
            <a:endParaRPr kumimoji="1" lang="en-US" altLang="ko-KR" sz="800" b="1">
              <a:solidFill>
                <a:schemeClr val="tx1"/>
              </a:solidFill>
            </a:endParaRPr>
          </a:p>
        </p:txBody>
      </p:sp>
      <p:sp>
        <p:nvSpPr>
          <p:cNvPr id="117" name="모서리가 둥근 직사각형 116">
            <a:extLst>
              <a:ext uri="{FF2B5EF4-FFF2-40B4-BE49-F238E27FC236}">
                <a16:creationId xmlns:a16="http://schemas.microsoft.com/office/drawing/2014/main" id="{256061A4-449E-B9A3-95B7-5CD3C9502EE4}"/>
              </a:ext>
            </a:extLst>
          </p:cNvPr>
          <p:cNvSpPr/>
          <p:nvPr/>
        </p:nvSpPr>
        <p:spPr>
          <a:xfrm>
            <a:off x="2255255" y="2879501"/>
            <a:ext cx="899513" cy="431492"/>
          </a:xfrm>
          <a:prstGeom prst="roundRect">
            <a:avLst>
              <a:gd name="adj" fmla="val 12191"/>
            </a:avLst>
          </a:prstGeom>
          <a:solidFill>
            <a:schemeClr val="bg1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ClusterEntry</a:t>
            </a:r>
            <a:endParaRPr kumimoji="1" lang="en-US" altLang="ko-KR" sz="800" b="1">
              <a:solidFill>
                <a:schemeClr val="tx1"/>
              </a:solidFill>
            </a:endParaRPr>
          </a:p>
        </p:txBody>
      </p:sp>
      <p:sp>
        <p:nvSpPr>
          <p:cNvPr id="118" name="모서리가 둥근 직사각형 117">
            <a:extLst>
              <a:ext uri="{FF2B5EF4-FFF2-40B4-BE49-F238E27FC236}">
                <a16:creationId xmlns:a16="http://schemas.microsoft.com/office/drawing/2014/main" id="{ED3CD78E-D5E0-48FB-26CA-84A5301C7DBA}"/>
              </a:ext>
            </a:extLst>
          </p:cNvPr>
          <p:cNvSpPr/>
          <p:nvPr/>
        </p:nvSpPr>
        <p:spPr>
          <a:xfrm>
            <a:off x="2174838" y="2936212"/>
            <a:ext cx="899513" cy="431492"/>
          </a:xfrm>
          <a:prstGeom prst="roundRect">
            <a:avLst>
              <a:gd name="adj" fmla="val 12191"/>
            </a:avLst>
          </a:prstGeom>
          <a:solidFill>
            <a:schemeClr val="bg1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ClusterEntry</a:t>
            </a:r>
            <a:endParaRPr kumimoji="1" lang="en-US" altLang="ko-KR" sz="800" b="1">
              <a:solidFill>
                <a:schemeClr val="tx1"/>
              </a:solidFill>
            </a:endParaRPr>
          </a:p>
        </p:txBody>
      </p:sp>
      <p:sp>
        <p:nvSpPr>
          <p:cNvPr id="128" name="모서리가 둥근 직사각형 127">
            <a:extLst>
              <a:ext uri="{FF2B5EF4-FFF2-40B4-BE49-F238E27FC236}">
                <a16:creationId xmlns:a16="http://schemas.microsoft.com/office/drawing/2014/main" id="{CE765E8A-9745-07A1-30F3-939E9AAF5C71}"/>
              </a:ext>
            </a:extLst>
          </p:cNvPr>
          <p:cNvSpPr/>
          <p:nvPr/>
        </p:nvSpPr>
        <p:spPr>
          <a:xfrm>
            <a:off x="2093576" y="2992923"/>
            <a:ext cx="899513" cy="431492"/>
          </a:xfrm>
          <a:prstGeom prst="roundRect">
            <a:avLst>
              <a:gd name="adj" fmla="val 12191"/>
            </a:avLst>
          </a:prstGeom>
          <a:solidFill>
            <a:schemeClr val="bg1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ClusterEntry</a:t>
            </a:r>
            <a:endParaRPr kumimoji="1" lang="en-US" altLang="ko-KR" sz="800" b="1">
              <a:solidFill>
                <a:schemeClr val="tx1"/>
              </a:solidFill>
            </a:endParaRPr>
          </a:p>
        </p:txBody>
      </p:sp>
      <p:cxnSp>
        <p:nvCxnSpPr>
          <p:cNvPr id="132" name="직선 화살표 연결선 131">
            <a:extLst>
              <a:ext uri="{FF2B5EF4-FFF2-40B4-BE49-F238E27FC236}">
                <a16:creationId xmlns:a16="http://schemas.microsoft.com/office/drawing/2014/main" id="{3F94B586-2536-61F2-75F6-FC28F1B95484}"/>
              </a:ext>
            </a:extLst>
          </p:cNvPr>
          <p:cNvCxnSpPr>
            <a:cxnSpLocks/>
            <a:stCxn id="128" idx="0"/>
            <a:endCxn id="113" idx="2"/>
          </p:cNvCxnSpPr>
          <p:nvPr/>
        </p:nvCxnSpPr>
        <p:spPr>
          <a:xfrm flipV="1">
            <a:off x="2543333" y="2703128"/>
            <a:ext cx="228475" cy="289795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3" name="직선 화살표 연결선 142">
            <a:extLst>
              <a:ext uri="{FF2B5EF4-FFF2-40B4-BE49-F238E27FC236}">
                <a16:creationId xmlns:a16="http://schemas.microsoft.com/office/drawing/2014/main" id="{616D6AE6-70A2-2AC3-04A1-3B44AFA56212}"/>
              </a:ext>
            </a:extLst>
          </p:cNvPr>
          <p:cNvCxnSpPr>
            <a:cxnSpLocks/>
            <a:stCxn id="116" idx="2"/>
            <a:endCxn id="113" idx="0"/>
          </p:cNvCxnSpPr>
          <p:nvPr/>
        </p:nvCxnSpPr>
        <p:spPr>
          <a:xfrm>
            <a:off x="2771808" y="2061375"/>
            <a:ext cx="0" cy="210261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3" name="직선 화살표 연결선 162">
            <a:extLst>
              <a:ext uri="{FF2B5EF4-FFF2-40B4-BE49-F238E27FC236}">
                <a16:creationId xmlns:a16="http://schemas.microsoft.com/office/drawing/2014/main" id="{6EC02821-0F6A-72E1-5926-4D37D2115C34}"/>
              </a:ext>
            </a:extLst>
          </p:cNvPr>
          <p:cNvCxnSpPr>
            <a:cxnSpLocks/>
            <a:stCxn id="118" idx="0"/>
            <a:endCxn id="113" idx="2"/>
          </p:cNvCxnSpPr>
          <p:nvPr/>
        </p:nvCxnSpPr>
        <p:spPr>
          <a:xfrm flipV="1">
            <a:off x="2624595" y="2703128"/>
            <a:ext cx="147213" cy="233084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6" name="직선 화살표 연결선 165">
            <a:extLst>
              <a:ext uri="{FF2B5EF4-FFF2-40B4-BE49-F238E27FC236}">
                <a16:creationId xmlns:a16="http://schemas.microsoft.com/office/drawing/2014/main" id="{51423383-62BF-5614-A15C-0BA8F01B08A4}"/>
              </a:ext>
            </a:extLst>
          </p:cNvPr>
          <p:cNvCxnSpPr>
            <a:cxnSpLocks/>
            <a:stCxn id="117" idx="0"/>
            <a:endCxn id="113" idx="2"/>
          </p:cNvCxnSpPr>
          <p:nvPr/>
        </p:nvCxnSpPr>
        <p:spPr>
          <a:xfrm flipV="1">
            <a:off x="2705012" y="2703128"/>
            <a:ext cx="66796" cy="176373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7" name="모서리가 둥근 직사각형 176">
            <a:extLst>
              <a:ext uri="{FF2B5EF4-FFF2-40B4-BE49-F238E27FC236}">
                <a16:creationId xmlns:a16="http://schemas.microsoft.com/office/drawing/2014/main" id="{C34A0EF2-AFE0-0E5E-1004-FB1C7615BEDD}"/>
              </a:ext>
            </a:extLst>
          </p:cNvPr>
          <p:cNvSpPr/>
          <p:nvPr/>
        </p:nvSpPr>
        <p:spPr>
          <a:xfrm>
            <a:off x="4338274" y="2561431"/>
            <a:ext cx="899513" cy="431492"/>
          </a:xfrm>
          <a:prstGeom prst="roundRect">
            <a:avLst>
              <a:gd name="adj" fmla="val 12191"/>
            </a:avLst>
          </a:prstGeom>
          <a:solidFill>
            <a:schemeClr val="bg1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Config </a:t>
            </a:r>
            <a:r>
              <a:rPr kumimoji="1" lang="en-US" altLang="ko-KR" sz="800" b="1">
                <a:solidFill>
                  <a:schemeClr val="tx1"/>
                </a:solidFill>
              </a:rPr>
              <a:t>(V1)</a:t>
            </a:r>
          </a:p>
        </p:txBody>
      </p:sp>
      <p:sp>
        <p:nvSpPr>
          <p:cNvPr id="178" name="모서리가 둥근 직사각형 177">
            <a:extLst>
              <a:ext uri="{FF2B5EF4-FFF2-40B4-BE49-F238E27FC236}">
                <a16:creationId xmlns:a16="http://schemas.microsoft.com/office/drawing/2014/main" id="{3EEA114B-4E49-B5EA-872D-AA62171A7D42}"/>
              </a:ext>
            </a:extLst>
          </p:cNvPr>
          <p:cNvSpPr/>
          <p:nvPr/>
        </p:nvSpPr>
        <p:spPr>
          <a:xfrm>
            <a:off x="4338274" y="1898289"/>
            <a:ext cx="899513" cy="431492"/>
          </a:xfrm>
          <a:prstGeom prst="roundRect">
            <a:avLst>
              <a:gd name="adj" fmla="val 12191"/>
            </a:avLst>
          </a:prstGeom>
          <a:solidFill>
            <a:schemeClr val="bg1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Config </a:t>
            </a:r>
            <a:r>
              <a:rPr kumimoji="1" lang="en-US" altLang="ko-KR" sz="800" b="1">
                <a:solidFill>
                  <a:schemeClr val="tx1"/>
                </a:solidFill>
              </a:rPr>
              <a:t>(V2)</a:t>
            </a:r>
          </a:p>
        </p:txBody>
      </p:sp>
      <p:cxnSp>
        <p:nvCxnSpPr>
          <p:cNvPr id="179" name="직선 화살표 연결선 178">
            <a:extLst>
              <a:ext uri="{FF2B5EF4-FFF2-40B4-BE49-F238E27FC236}">
                <a16:creationId xmlns:a16="http://schemas.microsoft.com/office/drawing/2014/main" id="{B4F52D5E-48DF-53E4-92EF-F33AE7DF5AC7}"/>
              </a:ext>
            </a:extLst>
          </p:cNvPr>
          <p:cNvCxnSpPr>
            <a:cxnSpLocks/>
            <a:stCxn id="7" idx="2"/>
            <a:endCxn id="178" idx="0"/>
          </p:cNvCxnSpPr>
          <p:nvPr/>
        </p:nvCxnSpPr>
        <p:spPr>
          <a:xfrm>
            <a:off x="4788031" y="1203598"/>
            <a:ext cx="0" cy="694691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2" name="직선 화살표 연결선 181">
            <a:extLst>
              <a:ext uri="{FF2B5EF4-FFF2-40B4-BE49-F238E27FC236}">
                <a16:creationId xmlns:a16="http://schemas.microsoft.com/office/drawing/2014/main" id="{C972CF69-862A-86E9-5516-E001FA9DBF46}"/>
              </a:ext>
            </a:extLst>
          </p:cNvPr>
          <p:cNvCxnSpPr>
            <a:cxnSpLocks/>
            <a:stCxn id="76" idx="0"/>
            <a:endCxn id="178" idx="2"/>
          </p:cNvCxnSpPr>
          <p:nvPr/>
        </p:nvCxnSpPr>
        <p:spPr>
          <a:xfrm flipV="1">
            <a:off x="4559556" y="2329781"/>
            <a:ext cx="228475" cy="1945441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5" name="직선 화살표 연결선 184">
            <a:extLst>
              <a:ext uri="{FF2B5EF4-FFF2-40B4-BE49-F238E27FC236}">
                <a16:creationId xmlns:a16="http://schemas.microsoft.com/office/drawing/2014/main" id="{24D61BA4-F66A-3791-442C-5FD438AA6CC4}"/>
              </a:ext>
            </a:extLst>
          </p:cNvPr>
          <p:cNvCxnSpPr>
            <a:cxnSpLocks/>
            <a:endCxn id="177" idx="2"/>
          </p:cNvCxnSpPr>
          <p:nvPr/>
        </p:nvCxnSpPr>
        <p:spPr>
          <a:xfrm flipV="1">
            <a:off x="4695970" y="2992923"/>
            <a:ext cx="92061" cy="715868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8" name="직선 화살표 연결선 187">
            <a:extLst>
              <a:ext uri="{FF2B5EF4-FFF2-40B4-BE49-F238E27FC236}">
                <a16:creationId xmlns:a16="http://schemas.microsoft.com/office/drawing/2014/main" id="{F8617168-9598-4D71-C824-053EB5B44D65}"/>
              </a:ext>
            </a:extLst>
          </p:cNvPr>
          <p:cNvCxnSpPr>
            <a:cxnSpLocks/>
            <a:endCxn id="177" idx="2"/>
          </p:cNvCxnSpPr>
          <p:nvPr/>
        </p:nvCxnSpPr>
        <p:spPr>
          <a:xfrm flipV="1">
            <a:off x="4788030" y="2992923"/>
            <a:ext cx="1" cy="64137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9" name="모서리가 둥근 직사각형 208">
            <a:extLst>
              <a:ext uri="{FF2B5EF4-FFF2-40B4-BE49-F238E27FC236}">
                <a16:creationId xmlns:a16="http://schemas.microsoft.com/office/drawing/2014/main" id="{8F036C4F-86ED-B121-8AB1-DEA7C175FCF1}"/>
              </a:ext>
            </a:extLst>
          </p:cNvPr>
          <p:cNvSpPr/>
          <p:nvPr/>
        </p:nvSpPr>
        <p:spPr>
          <a:xfrm>
            <a:off x="5355607" y="2561431"/>
            <a:ext cx="899513" cy="431492"/>
          </a:xfrm>
          <a:prstGeom prst="roundRect">
            <a:avLst>
              <a:gd name="adj" fmla="val 12191"/>
            </a:avLst>
          </a:prstGeom>
          <a:solidFill>
            <a:schemeClr val="bg1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HostMap (</a:t>
            </a:r>
            <a:r>
              <a:rPr kumimoji="1" lang="en-US" altLang="ko-KR" sz="800" b="1">
                <a:solidFill>
                  <a:schemeClr val="tx1"/>
                </a:solidFill>
              </a:rPr>
              <a:t>V1)</a:t>
            </a:r>
          </a:p>
        </p:txBody>
      </p:sp>
      <p:sp>
        <p:nvSpPr>
          <p:cNvPr id="210" name="모서리가 둥근 직사각형 209">
            <a:extLst>
              <a:ext uri="{FF2B5EF4-FFF2-40B4-BE49-F238E27FC236}">
                <a16:creationId xmlns:a16="http://schemas.microsoft.com/office/drawing/2014/main" id="{A6BE0FAD-B549-0D2C-16B4-4AA63E513571}"/>
              </a:ext>
            </a:extLst>
          </p:cNvPr>
          <p:cNvSpPr/>
          <p:nvPr/>
        </p:nvSpPr>
        <p:spPr>
          <a:xfrm>
            <a:off x="5355607" y="1898289"/>
            <a:ext cx="899513" cy="431492"/>
          </a:xfrm>
          <a:prstGeom prst="roundRect">
            <a:avLst>
              <a:gd name="adj" fmla="val 12191"/>
            </a:avLst>
          </a:prstGeom>
          <a:solidFill>
            <a:schemeClr val="bg1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HostMap (</a:t>
            </a:r>
            <a:r>
              <a:rPr kumimoji="1" lang="en-US" altLang="ko-KR" sz="800" b="1">
                <a:solidFill>
                  <a:schemeClr val="tx1"/>
                </a:solidFill>
              </a:rPr>
              <a:t>V2)</a:t>
            </a:r>
          </a:p>
        </p:txBody>
      </p:sp>
      <p:cxnSp>
        <p:nvCxnSpPr>
          <p:cNvPr id="211" name="직선 화살표 연결선 210">
            <a:extLst>
              <a:ext uri="{FF2B5EF4-FFF2-40B4-BE49-F238E27FC236}">
                <a16:creationId xmlns:a16="http://schemas.microsoft.com/office/drawing/2014/main" id="{8008FA70-D600-AD23-A259-6B873CEDE322}"/>
              </a:ext>
            </a:extLst>
          </p:cNvPr>
          <p:cNvCxnSpPr>
            <a:cxnSpLocks/>
            <a:endCxn id="210" idx="0"/>
          </p:cNvCxnSpPr>
          <p:nvPr/>
        </p:nvCxnSpPr>
        <p:spPr>
          <a:xfrm>
            <a:off x="5805364" y="1203598"/>
            <a:ext cx="0" cy="694691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2" name="직선 화살표 연결선 211">
            <a:extLst>
              <a:ext uri="{FF2B5EF4-FFF2-40B4-BE49-F238E27FC236}">
                <a16:creationId xmlns:a16="http://schemas.microsoft.com/office/drawing/2014/main" id="{8A4B8086-AADD-4966-08CF-D3F1ADCB9078}"/>
              </a:ext>
            </a:extLst>
          </p:cNvPr>
          <p:cNvCxnSpPr>
            <a:cxnSpLocks/>
            <a:endCxn id="210" idx="2"/>
          </p:cNvCxnSpPr>
          <p:nvPr/>
        </p:nvCxnSpPr>
        <p:spPr>
          <a:xfrm flipV="1">
            <a:off x="5576889" y="2329781"/>
            <a:ext cx="228475" cy="1945441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3" name="직선 화살표 연결선 212">
            <a:extLst>
              <a:ext uri="{FF2B5EF4-FFF2-40B4-BE49-F238E27FC236}">
                <a16:creationId xmlns:a16="http://schemas.microsoft.com/office/drawing/2014/main" id="{FA4E73BE-7125-302E-B4D0-E819BC0D0F29}"/>
              </a:ext>
            </a:extLst>
          </p:cNvPr>
          <p:cNvCxnSpPr>
            <a:cxnSpLocks/>
            <a:endCxn id="210" idx="2"/>
          </p:cNvCxnSpPr>
          <p:nvPr/>
        </p:nvCxnSpPr>
        <p:spPr>
          <a:xfrm flipV="1">
            <a:off x="5733535" y="2329781"/>
            <a:ext cx="71829" cy="1371068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4" name="직선 화살표 연결선 213">
            <a:extLst>
              <a:ext uri="{FF2B5EF4-FFF2-40B4-BE49-F238E27FC236}">
                <a16:creationId xmlns:a16="http://schemas.microsoft.com/office/drawing/2014/main" id="{64894EC4-41E0-19D3-4CB9-DCB5F4ABE8B7}"/>
              </a:ext>
            </a:extLst>
          </p:cNvPr>
          <p:cNvCxnSpPr>
            <a:cxnSpLocks/>
            <a:endCxn id="209" idx="2"/>
          </p:cNvCxnSpPr>
          <p:nvPr/>
        </p:nvCxnSpPr>
        <p:spPr>
          <a:xfrm flipV="1">
            <a:off x="5805364" y="2992923"/>
            <a:ext cx="0" cy="634226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2" name="모서리가 둥근 직사각형 231">
            <a:extLst>
              <a:ext uri="{FF2B5EF4-FFF2-40B4-BE49-F238E27FC236}">
                <a16:creationId xmlns:a16="http://schemas.microsoft.com/office/drawing/2014/main" id="{35374D1F-969E-1F0F-51A3-E5FF6742963C}"/>
              </a:ext>
            </a:extLst>
          </p:cNvPr>
          <p:cNvSpPr/>
          <p:nvPr/>
        </p:nvSpPr>
        <p:spPr>
          <a:xfrm>
            <a:off x="3334408" y="2271636"/>
            <a:ext cx="899513" cy="431492"/>
          </a:xfrm>
          <a:prstGeom prst="roundRect">
            <a:avLst>
              <a:gd name="adj" fmla="val 12191"/>
            </a:avLst>
          </a:prstGeom>
          <a:solidFill>
            <a:schemeClr val="bg1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Counter</a:t>
            </a:r>
          </a:p>
          <a:p>
            <a:pPr algn="ctr"/>
            <a:r>
              <a:rPr kumimoji="1" lang="en-US" altLang="ko-KR" sz="800" b="1">
                <a:solidFill>
                  <a:schemeClr val="tx1"/>
                </a:solidFill>
              </a:rPr>
              <a:t>(Atomic)</a:t>
            </a:r>
          </a:p>
        </p:txBody>
      </p:sp>
      <p:sp>
        <p:nvSpPr>
          <p:cNvPr id="233" name="모서리가 둥근 직사각형 232">
            <a:extLst>
              <a:ext uri="{FF2B5EF4-FFF2-40B4-BE49-F238E27FC236}">
                <a16:creationId xmlns:a16="http://schemas.microsoft.com/office/drawing/2014/main" id="{DCB13A05-A855-5DB5-92C0-312810A2517A}"/>
              </a:ext>
            </a:extLst>
          </p:cNvPr>
          <p:cNvSpPr/>
          <p:nvPr/>
        </p:nvSpPr>
        <p:spPr>
          <a:xfrm>
            <a:off x="3334408" y="1629883"/>
            <a:ext cx="899513" cy="431492"/>
          </a:xfrm>
          <a:prstGeom prst="roundRect">
            <a:avLst>
              <a:gd name="adj" fmla="val 12191"/>
            </a:avLst>
          </a:prstGeom>
          <a:solidFill>
            <a:schemeClr val="bg1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ScopeCache</a:t>
            </a:r>
          </a:p>
        </p:txBody>
      </p:sp>
      <p:cxnSp>
        <p:nvCxnSpPr>
          <p:cNvPr id="237" name="직선 화살표 연결선 236">
            <a:extLst>
              <a:ext uri="{FF2B5EF4-FFF2-40B4-BE49-F238E27FC236}">
                <a16:creationId xmlns:a16="http://schemas.microsoft.com/office/drawing/2014/main" id="{75EF35AC-18AA-3846-63DF-8670DC074E5D}"/>
              </a:ext>
            </a:extLst>
          </p:cNvPr>
          <p:cNvCxnSpPr>
            <a:cxnSpLocks/>
            <a:stCxn id="233" idx="2"/>
            <a:endCxn id="232" idx="0"/>
          </p:cNvCxnSpPr>
          <p:nvPr/>
        </p:nvCxnSpPr>
        <p:spPr>
          <a:xfrm>
            <a:off x="3784165" y="2061375"/>
            <a:ext cx="0" cy="210261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9" name="직선 화살표 연결선 238">
            <a:extLst>
              <a:ext uri="{FF2B5EF4-FFF2-40B4-BE49-F238E27FC236}">
                <a16:creationId xmlns:a16="http://schemas.microsoft.com/office/drawing/2014/main" id="{332E0103-0884-A068-7D4D-444D1A69BF83}"/>
              </a:ext>
            </a:extLst>
          </p:cNvPr>
          <p:cNvCxnSpPr>
            <a:cxnSpLocks/>
            <a:endCxn id="232" idx="2"/>
          </p:cNvCxnSpPr>
          <p:nvPr/>
        </p:nvCxnSpPr>
        <p:spPr>
          <a:xfrm flipV="1">
            <a:off x="3717369" y="2703128"/>
            <a:ext cx="66796" cy="176373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0" name="직선 화살표 연결선 239">
            <a:extLst>
              <a:ext uri="{FF2B5EF4-FFF2-40B4-BE49-F238E27FC236}">
                <a16:creationId xmlns:a16="http://schemas.microsoft.com/office/drawing/2014/main" id="{8363B7CD-5DDE-C019-0B1B-BDB33C4A12CF}"/>
              </a:ext>
            </a:extLst>
          </p:cNvPr>
          <p:cNvCxnSpPr>
            <a:cxnSpLocks/>
            <a:stCxn id="6" idx="2"/>
            <a:endCxn id="233" idx="0"/>
          </p:cNvCxnSpPr>
          <p:nvPr/>
        </p:nvCxnSpPr>
        <p:spPr>
          <a:xfrm>
            <a:off x="3779926" y="1203598"/>
            <a:ext cx="4239" cy="426285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3" name="직선 화살표 연결선 242">
            <a:extLst>
              <a:ext uri="{FF2B5EF4-FFF2-40B4-BE49-F238E27FC236}">
                <a16:creationId xmlns:a16="http://schemas.microsoft.com/office/drawing/2014/main" id="{E03F75D0-53CC-578F-F467-74C5F62C2636}"/>
              </a:ext>
            </a:extLst>
          </p:cNvPr>
          <p:cNvCxnSpPr>
            <a:cxnSpLocks/>
          </p:cNvCxnSpPr>
          <p:nvPr/>
        </p:nvCxnSpPr>
        <p:spPr>
          <a:xfrm flipV="1">
            <a:off x="2617201" y="3420759"/>
            <a:ext cx="0" cy="278398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7" name="직선 화살표 연결선 246">
            <a:extLst>
              <a:ext uri="{FF2B5EF4-FFF2-40B4-BE49-F238E27FC236}">
                <a16:creationId xmlns:a16="http://schemas.microsoft.com/office/drawing/2014/main" id="{3EDC9BB0-4708-B534-22C3-7F69C986E729}"/>
              </a:ext>
            </a:extLst>
          </p:cNvPr>
          <p:cNvCxnSpPr>
            <a:cxnSpLocks/>
          </p:cNvCxnSpPr>
          <p:nvPr/>
        </p:nvCxnSpPr>
        <p:spPr>
          <a:xfrm flipV="1">
            <a:off x="2679748" y="3420759"/>
            <a:ext cx="0" cy="206390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1" name="직선 화살표 연결선 250">
            <a:extLst>
              <a:ext uri="{FF2B5EF4-FFF2-40B4-BE49-F238E27FC236}">
                <a16:creationId xmlns:a16="http://schemas.microsoft.com/office/drawing/2014/main" id="{E4646DDB-F71A-9C38-59E8-1497A8A6CB4B}"/>
              </a:ext>
            </a:extLst>
          </p:cNvPr>
          <p:cNvCxnSpPr>
            <a:cxnSpLocks/>
            <a:stCxn id="75" idx="0"/>
            <a:endCxn id="260" idx="2"/>
          </p:cNvCxnSpPr>
          <p:nvPr/>
        </p:nvCxnSpPr>
        <p:spPr>
          <a:xfrm flipV="1">
            <a:off x="3551451" y="3424415"/>
            <a:ext cx="3590" cy="850807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8" name="모서리가 둥근 직사각형 257">
            <a:extLst>
              <a:ext uri="{FF2B5EF4-FFF2-40B4-BE49-F238E27FC236}">
                <a16:creationId xmlns:a16="http://schemas.microsoft.com/office/drawing/2014/main" id="{EC94D1C3-6A7A-8033-9E50-2643EED0169B}"/>
              </a:ext>
            </a:extLst>
          </p:cNvPr>
          <p:cNvSpPr/>
          <p:nvPr/>
        </p:nvSpPr>
        <p:spPr>
          <a:xfrm>
            <a:off x="3266963" y="2879501"/>
            <a:ext cx="899513" cy="431492"/>
          </a:xfrm>
          <a:prstGeom prst="roundRect">
            <a:avLst>
              <a:gd name="adj" fmla="val 12191"/>
            </a:avLst>
          </a:prstGeom>
          <a:solidFill>
            <a:schemeClr val="bg1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ClusterEntry</a:t>
            </a:r>
            <a:endParaRPr kumimoji="1" lang="en-US" altLang="ko-KR" sz="800" b="1">
              <a:solidFill>
                <a:schemeClr val="tx1"/>
              </a:solidFill>
            </a:endParaRPr>
          </a:p>
        </p:txBody>
      </p:sp>
      <p:sp>
        <p:nvSpPr>
          <p:cNvPr id="259" name="모서리가 둥근 직사각형 258">
            <a:extLst>
              <a:ext uri="{FF2B5EF4-FFF2-40B4-BE49-F238E27FC236}">
                <a16:creationId xmlns:a16="http://schemas.microsoft.com/office/drawing/2014/main" id="{DCDEB718-4892-1671-C264-305833DE2EFA}"/>
              </a:ext>
            </a:extLst>
          </p:cNvPr>
          <p:cNvSpPr/>
          <p:nvPr/>
        </p:nvSpPr>
        <p:spPr>
          <a:xfrm>
            <a:off x="3186546" y="2936212"/>
            <a:ext cx="899513" cy="431492"/>
          </a:xfrm>
          <a:prstGeom prst="roundRect">
            <a:avLst>
              <a:gd name="adj" fmla="val 12191"/>
            </a:avLst>
          </a:prstGeom>
          <a:solidFill>
            <a:schemeClr val="bg1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ClusterEntry</a:t>
            </a:r>
            <a:endParaRPr kumimoji="1" lang="en-US" altLang="ko-KR" sz="800" b="1">
              <a:solidFill>
                <a:schemeClr val="tx1"/>
              </a:solidFill>
            </a:endParaRPr>
          </a:p>
        </p:txBody>
      </p:sp>
      <p:sp>
        <p:nvSpPr>
          <p:cNvPr id="260" name="모서리가 둥근 직사각형 259">
            <a:extLst>
              <a:ext uri="{FF2B5EF4-FFF2-40B4-BE49-F238E27FC236}">
                <a16:creationId xmlns:a16="http://schemas.microsoft.com/office/drawing/2014/main" id="{A0F87518-98EF-18F6-85E2-B4C5C8D84F9D}"/>
              </a:ext>
            </a:extLst>
          </p:cNvPr>
          <p:cNvSpPr/>
          <p:nvPr/>
        </p:nvSpPr>
        <p:spPr>
          <a:xfrm>
            <a:off x="3105284" y="2992923"/>
            <a:ext cx="899513" cy="431492"/>
          </a:xfrm>
          <a:prstGeom prst="roundRect">
            <a:avLst>
              <a:gd name="adj" fmla="val 12191"/>
            </a:avLst>
          </a:prstGeom>
          <a:solidFill>
            <a:schemeClr val="bg1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ScopeCache</a:t>
            </a:r>
          </a:p>
        </p:txBody>
      </p:sp>
      <p:cxnSp>
        <p:nvCxnSpPr>
          <p:cNvPr id="262" name="직선 화살표 연결선 261">
            <a:extLst>
              <a:ext uri="{FF2B5EF4-FFF2-40B4-BE49-F238E27FC236}">
                <a16:creationId xmlns:a16="http://schemas.microsoft.com/office/drawing/2014/main" id="{332D1549-45F5-9AE6-DB94-C216E9114B5A}"/>
              </a:ext>
            </a:extLst>
          </p:cNvPr>
          <p:cNvCxnSpPr>
            <a:cxnSpLocks/>
          </p:cNvCxnSpPr>
          <p:nvPr/>
        </p:nvCxnSpPr>
        <p:spPr>
          <a:xfrm flipV="1">
            <a:off x="3633201" y="3420759"/>
            <a:ext cx="0" cy="278398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3" name="직선 화살표 연결선 262">
            <a:extLst>
              <a:ext uri="{FF2B5EF4-FFF2-40B4-BE49-F238E27FC236}">
                <a16:creationId xmlns:a16="http://schemas.microsoft.com/office/drawing/2014/main" id="{32A5C2CF-BF47-63CD-A40F-D50C87346CAE}"/>
              </a:ext>
            </a:extLst>
          </p:cNvPr>
          <p:cNvCxnSpPr>
            <a:cxnSpLocks/>
          </p:cNvCxnSpPr>
          <p:nvPr/>
        </p:nvCxnSpPr>
        <p:spPr>
          <a:xfrm flipV="1">
            <a:off x="3695748" y="3420759"/>
            <a:ext cx="0" cy="213534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6" name="직선 화살표 연결선 265">
            <a:extLst>
              <a:ext uri="{FF2B5EF4-FFF2-40B4-BE49-F238E27FC236}">
                <a16:creationId xmlns:a16="http://schemas.microsoft.com/office/drawing/2014/main" id="{6175CE6D-58B1-C6B1-E907-14640D67B3A0}"/>
              </a:ext>
            </a:extLst>
          </p:cNvPr>
          <p:cNvCxnSpPr>
            <a:cxnSpLocks/>
            <a:stCxn id="260" idx="0"/>
            <a:endCxn id="232" idx="2"/>
          </p:cNvCxnSpPr>
          <p:nvPr/>
        </p:nvCxnSpPr>
        <p:spPr>
          <a:xfrm flipV="1">
            <a:off x="3555041" y="2703128"/>
            <a:ext cx="229124" cy="289795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7" name="직선 화살표 연결선 266">
            <a:extLst>
              <a:ext uri="{FF2B5EF4-FFF2-40B4-BE49-F238E27FC236}">
                <a16:creationId xmlns:a16="http://schemas.microsoft.com/office/drawing/2014/main" id="{09B3D0B5-29E4-6487-1504-D2C6AE5C456B}"/>
              </a:ext>
            </a:extLst>
          </p:cNvPr>
          <p:cNvCxnSpPr>
            <a:cxnSpLocks/>
            <a:stCxn id="259" idx="0"/>
            <a:endCxn id="232" idx="2"/>
          </p:cNvCxnSpPr>
          <p:nvPr/>
        </p:nvCxnSpPr>
        <p:spPr>
          <a:xfrm flipV="1">
            <a:off x="3636303" y="2703128"/>
            <a:ext cx="147862" cy="233084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8052371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89EA33-35EE-6DBC-E567-974FD8D59E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모서리가 둥근 직사각형 1">
            <a:extLst>
              <a:ext uri="{FF2B5EF4-FFF2-40B4-BE49-F238E27FC236}">
                <a16:creationId xmlns:a16="http://schemas.microsoft.com/office/drawing/2014/main" id="{3FE54802-DC7E-954E-A715-B22F16F880F9}"/>
              </a:ext>
            </a:extLst>
          </p:cNvPr>
          <p:cNvSpPr/>
          <p:nvPr/>
        </p:nvSpPr>
        <p:spPr>
          <a:xfrm>
            <a:off x="503288" y="203181"/>
            <a:ext cx="7885136" cy="1756810"/>
          </a:xfrm>
          <a:prstGeom prst="roundRect">
            <a:avLst>
              <a:gd name="adj" fmla="val 4772"/>
            </a:avLst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kumimoji="1" lang="en-US" altLang="ko-KR" sz="1000" b="1">
                <a:solidFill>
                  <a:schemeClr val="tx1"/>
                </a:solidFill>
              </a:rPr>
              <a:t>Main Thread</a:t>
            </a:r>
            <a:endParaRPr kumimoji="1" lang="ko-KR" altLang="en-US" sz="1000" b="1">
              <a:solidFill>
                <a:schemeClr val="tx1"/>
              </a:solidFill>
            </a:endParaRPr>
          </a:p>
        </p:txBody>
      </p:sp>
      <p:sp>
        <p:nvSpPr>
          <p:cNvPr id="5" name="모서리가 둥근 직사각형 4">
            <a:extLst>
              <a:ext uri="{FF2B5EF4-FFF2-40B4-BE49-F238E27FC236}">
                <a16:creationId xmlns:a16="http://schemas.microsoft.com/office/drawing/2014/main" id="{F5A88298-A9D4-66DB-15F3-1C9881848DB7}"/>
              </a:ext>
            </a:extLst>
          </p:cNvPr>
          <p:cNvSpPr/>
          <p:nvPr/>
        </p:nvSpPr>
        <p:spPr>
          <a:xfrm>
            <a:off x="605113" y="538312"/>
            <a:ext cx="7089819" cy="852338"/>
          </a:xfrm>
          <a:prstGeom prst="roundRect">
            <a:avLst>
              <a:gd name="adj" fmla="val 7226"/>
            </a:avLst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kumimoji="1" lang="en-US" altLang="ko-KR" sz="900" b="1">
                <a:solidFill>
                  <a:schemeClr val="tx1"/>
                </a:solidFill>
              </a:rPr>
              <a:t>runOnAllThreads(cb, all_threads_complete_cb)</a:t>
            </a:r>
            <a:endParaRPr kumimoji="1" lang="ko-KR" altLang="en-US" sz="900" b="1">
              <a:solidFill>
                <a:schemeClr val="tx1"/>
              </a:solidFill>
            </a:endParaRPr>
          </a:p>
        </p:txBody>
      </p:sp>
      <p:sp>
        <p:nvSpPr>
          <p:cNvPr id="6" name="모서리가 둥근 직사각형 5">
            <a:extLst>
              <a:ext uri="{FF2B5EF4-FFF2-40B4-BE49-F238E27FC236}">
                <a16:creationId xmlns:a16="http://schemas.microsoft.com/office/drawing/2014/main" id="{C17FCBC0-1FE5-2DA8-627F-966EF97562D4}"/>
              </a:ext>
            </a:extLst>
          </p:cNvPr>
          <p:cNvSpPr/>
          <p:nvPr/>
        </p:nvSpPr>
        <p:spPr>
          <a:xfrm>
            <a:off x="677123" y="812800"/>
            <a:ext cx="858242" cy="522144"/>
          </a:xfrm>
          <a:prstGeom prst="roundRect">
            <a:avLst>
              <a:gd name="adj" fmla="val 12419"/>
            </a:avLst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900">
                <a:solidFill>
                  <a:schemeClr val="tx1"/>
                </a:solidFill>
              </a:rPr>
              <a:t>Run</a:t>
            </a:r>
            <a:r>
              <a:rPr kumimoji="1" lang="en-US" altLang="ko-KR" sz="900" b="1">
                <a:solidFill>
                  <a:schemeClr val="tx1"/>
                </a:solidFill>
              </a:rPr>
              <a:t> cb()</a:t>
            </a:r>
            <a:endParaRPr kumimoji="1" lang="ko-KR" altLang="en-US" sz="900" b="1">
              <a:solidFill>
                <a:schemeClr val="tx1"/>
              </a:solidFill>
            </a:endParaRPr>
          </a:p>
        </p:txBody>
      </p:sp>
      <p:sp>
        <p:nvSpPr>
          <p:cNvPr id="7" name="모서리가 둥근 직사각형 6">
            <a:extLst>
              <a:ext uri="{FF2B5EF4-FFF2-40B4-BE49-F238E27FC236}">
                <a16:creationId xmlns:a16="http://schemas.microsoft.com/office/drawing/2014/main" id="{D63E8DEA-9129-6C8A-82C7-00178C17D453}"/>
              </a:ext>
            </a:extLst>
          </p:cNvPr>
          <p:cNvSpPr/>
          <p:nvPr/>
        </p:nvSpPr>
        <p:spPr>
          <a:xfrm>
            <a:off x="1835036" y="812800"/>
            <a:ext cx="2747316" cy="522144"/>
          </a:xfrm>
          <a:prstGeom prst="roundRect">
            <a:avLst>
              <a:gd name="adj" fmla="val 12419"/>
            </a:avLst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900">
                <a:solidFill>
                  <a:schemeClr val="tx1"/>
                </a:solidFill>
              </a:rPr>
              <a:t>Save </a:t>
            </a:r>
            <a:r>
              <a:rPr kumimoji="1" lang="en-US" altLang="ko-KR" sz="900" b="1">
                <a:solidFill>
                  <a:schemeClr val="tx1"/>
                </a:solidFill>
              </a:rPr>
              <a:t>cb</a:t>
            </a:r>
            <a:r>
              <a:rPr kumimoji="1" lang="en-US" altLang="ko-KR" sz="900">
                <a:solidFill>
                  <a:schemeClr val="tx1"/>
                </a:solidFill>
              </a:rPr>
              <a:t> to </a:t>
            </a:r>
            <a:r>
              <a:rPr kumimoji="1" lang="en-US" altLang="ko-KR" sz="900" b="1">
                <a:solidFill>
                  <a:schemeClr val="tx1"/>
                </a:solidFill>
              </a:rPr>
              <a:t>cb_guard (shared_ptr)</a:t>
            </a:r>
            <a:r>
              <a:rPr kumimoji="1" lang="en-US" altLang="ko-KR" sz="900">
                <a:solidFill>
                  <a:schemeClr val="tx1"/>
                </a:solidFill>
              </a:rPr>
              <a:t> with lambda </a:t>
            </a:r>
            <a:r>
              <a:rPr kumimoji="1" lang="en-US" altLang="ko-KR" sz="900" b="1">
                <a:solidFill>
                  <a:schemeClr val="tx1"/>
                </a:solidFill>
              </a:rPr>
              <a:t>deleter</a:t>
            </a:r>
            <a:r>
              <a:rPr kumimoji="1" lang="en-US" altLang="ko-KR" sz="900">
                <a:solidFill>
                  <a:schemeClr val="tx1"/>
                </a:solidFill>
              </a:rPr>
              <a:t> capturing </a:t>
            </a:r>
            <a:r>
              <a:rPr kumimoji="1" lang="en-US" altLang="ko-KR" sz="900" b="1">
                <a:solidFill>
                  <a:schemeClr val="tx1"/>
                </a:solidFill>
              </a:rPr>
              <a:t>all_threads_complete_cb</a:t>
            </a:r>
            <a:r>
              <a:rPr kumimoji="1" lang="en-US" altLang="ko-KR" sz="900">
                <a:solidFill>
                  <a:schemeClr val="tx1"/>
                </a:solidFill>
              </a:rPr>
              <a:t>,</a:t>
            </a:r>
            <a:br>
              <a:rPr kumimoji="1" lang="en-US" altLang="ko-KR" sz="900" b="1">
                <a:solidFill>
                  <a:schemeClr val="tx1"/>
                </a:solidFill>
              </a:rPr>
            </a:br>
            <a:r>
              <a:rPr kumimoji="1" lang="en-US" altLang="ko-KR" sz="900">
                <a:solidFill>
                  <a:schemeClr val="tx1"/>
                </a:solidFill>
              </a:rPr>
              <a:t>which posts it to the main thread.</a:t>
            </a:r>
            <a:endParaRPr kumimoji="1" lang="ko-KR" altLang="en-US" sz="900">
              <a:solidFill>
                <a:schemeClr val="tx1"/>
              </a:solidFill>
            </a:endParaRPr>
          </a:p>
        </p:txBody>
      </p:sp>
      <p:sp>
        <p:nvSpPr>
          <p:cNvPr id="10" name="모서리가 둥근 직사각형 9">
            <a:extLst>
              <a:ext uri="{FF2B5EF4-FFF2-40B4-BE49-F238E27FC236}">
                <a16:creationId xmlns:a16="http://schemas.microsoft.com/office/drawing/2014/main" id="{49272936-15B9-0EF2-D495-5149DDCF88DA}"/>
              </a:ext>
            </a:extLst>
          </p:cNvPr>
          <p:cNvSpPr/>
          <p:nvPr/>
        </p:nvSpPr>
        <p:spPr>
          <a:xfrm>
            <a:off x="677123" y="1481945"/>
            <a:ext cx="858242" cy="360040"/>
          </a:xfrm>
          <a:prstGeom prst="roundRect">
            <a:avLst>
              <a:gd name="adj" fmla="val 14972"/>
            </a:avLst>
          </a:prstGeom>
          <a:solidFill>
            <a:schemeClr val="bg2">
              <a:lumMod val="9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900" b="1">
                <a:solidFill>
                  <a:schemeClr val="tx1"/>
                </a:solidFill>
              </a:rPr>
              <a:t>TLS </a:t>
            </a:r>
          </a:p>
        </p:txBody>
      </p:sp>
      <p:cxnSp>
        <p:nvCxnSpPr>
          <p:cNvPr id="11" name="직선 화살표 연결선 10">
            <a:extLst>
              <a:ext uri="{FF2B5EF4-FFF2-40B4-BE49-F238E27FC236}">
                <a16:creationId xmlns:a16="http://schemas.microsoft.com/office/drawing/2014/main" id="{9B62BFFB-3D16-2695-E764-3AC665163FC3}"/>
              </a:ext>
            </a:extLst>
          </p:cNvPr>
          <p:cNvCxnSpPr>
            <a:cxnSpLocks/>
            <a:stCxn id="6" idx="2"/>
            <a:endCxn id="10" idx="0"/>
          </p:cNvCxnSpPr>
          <p:nvPr/>
        </p:nvCxnSpPr>
        <p:spPr>
          <a:xfrm>
            <a:off x="1106244" y="1334944"/>
            <a:ext cx="0" cy="147001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직선 화살표 연결선 14">
            <a:extLst>
              <a:ext uri="{FF2B5EF4-FFF2-40B4-BE49-F238E27FC236}">
                <a16:creationId xmlns:a16="http://schemas.microsoft.com/office/drawing/2014/main" id="{D9DDB89B-A2FA-F3DA-0372-5E1FCA8A524A}"/>
              </a:ext>
            </a:extLst>
          </p:cNvPr>
          <p:cNvCxnSpPr>
            <a:cxnSpLocks/>
            <a:stCxn id="6" idx="3"/>
            <a:endCxn id="7" idx="1"/>
          </p:cNvCxnSpPr>
          <p:nvPr/>
        </p:nvCxnSpPr>
        <p:spPr>
          <a:xfrm>
            <a:off x="1535365" y="1073872"/>
            <a:ext cx="299671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모서리가 둥근 직사각형 21">
            <a:extLst>
              <a:ext uri="{FF2B5EF4-FFF2-40B4-BE49-F238E27FC236}">
                <a16:creationId xmlns:a16="http://schemas.microsoft.com/office/drawing/2014/main" id="{C94133CF-46B4-E323-B271-70BDDC37B22B}"/>
              </a:ext>
            </a:extLst>
          </p:cNvPr>
          <p:cNvSpPr/>
          <p:nvPr/>
        </p:nvSpPr>
        <p:spPr>
          <a:xfrm>
            <a:off x="4877541" y="812800"/>
            <a:ext cx="2747317" cy="522144"/>
          </a:xfrm>
          <a:prstGeom prst="roundRect">
            <a:avLst>
              <a:gd name="adj" fmla="val 12419"/>
            </a:avLst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900">
                <a:solidFill>
                  <a:schemeClr val="tx1"/>
                </a:solidFill>
              </a:rPr>
              <a:t>Post </a:t>
            </a:r>
            <a:r>
              <a:rPr kumimoji="1" lang="en-US" altLang="ko-KR" sz="900" b="1">
                <a:solidFill>
                  <a:schemeClr val="tx1"/>
                </a:solidFill>
              </a:rPr>
              <a:t>lambda</a:t>
            </a:r>
            <a:r>
              <a:rPr kumimoji="1" lang="en-US" altLang="ko-KR" sz="900">
                <a:solidFill>
                  <a:schemeClr val="tx1"/>
                </a:solidFill>
              </a:rPr>
              <a:t> capturing </a:t>
            </a:r>
            <a:r>
              <a:rPr kumimoji="1" lang="en-US" altLang="ko-KR" sz="900" b="1">
                <a:solidFill>
                  <a:schemeClr val="tx1"/>
                </a:solidFill>
              </a:rPr>
              <a:t>cb_guard</a:t>
            </a:r>
            <a:r>
              <a:rPr kumimoji="1" lang="en-US" altLang="ko-KR" sz="900">
                <a:solidFill>
                  <a:schemeClr val="tx1"/>
                </a:solidFill>
              </a:rPr>
              <a:t> to all workers (</a:t>
            </a:r>
            <a:r>
              <a:rPr kumimoji="1" lang="en-US" altLang="ko-KR" sz="900" b="1">
                <a:solidFill>
                  <a:schemeClr val="tx1"/>
                </a:solidFill>
              </a:rPr>
              <a:t>cb_guard’s ref count </a:t>
            </a:r>
            <a:r>
              <a:rPr kumimoji="1" lang="en-US" altLang="ko-KR" sz="900">
                <a:solidFill>
                  <a:schemeClr val="tx1"/>
                </a:solidFill>
              </a:rPr>
              <a:t>increased 1 </a:t>
            </a:r>
            <a:r>
              <a:rPr kumimoji="1" lang="en-US" altLang="ko-KR" sz="900">
                <a:solidFill>
                  <a:schemeClr val="tx1"/>
                </a:solidFill>
                <a:sym typeface="Wingdings" pitchFamily="2" charset="2"/>
              </a:rPr>
              <a:t> 4)</a:t>
            </a:r>
            <a:endParaRPr kumimoji="1" lang="ko-KR" altLang="en-US" sz="900" b="1">
              <a:solidFill>
                <a:schemeClr val="tx1"/>
              </a:solidFill>
            </a:endParaRPr>
          </a:p>
        </p:txBody>
      </p:sp>
      <p:cxnSp>
        <p:nvCxnSpPr>
          <p:cNvPr id="24" name="직선 화살표 연결선 23">
            <a:extLst>
              <a:ext uri="{FF2B5EF4-FFF2-40B4-BE49-F238E27FC236}">
                <a16:creationId xmlns:a16="http://schemas.microsoft.com/office/drawing/2014/main" id="{C35A5C81-14A9-2887-EBFA-EB75A78C29EF}"/>
              </a:ext>
            </a:extLst>
          </p:cNvPr>
          <p:cNvCxnSpPr>
            <a:cxnSpLocks/>
            <a:stCxn id="7" idx="3"/>
            <a:endCxn id="22" idx="1"/>
          </p:cNvCxnSpPr>
          <p:nvPr/>
        </p:nvCxnSpPr>
        <p:spPr>
          <a:xfrm>
            <a:off x="4582352" y="1073872"/>
            <a:ext cx="295189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직선 화살표 연결선 26">
            <a:extLst>
              <a:ext uri="{FF2B5EF4-FFF2-40B4-BE49-F238E27FC236}">
                <a16:creationId xmlns:a16="http://schemas.microsoft.com/office/drawing/2014/main" id="{1C292382-EECB-BF94-2A9F-A2967B1BDE6C}"/>
              </a:ext>
            </a:extLst>
          </p:cNvPr>
          <p:cNvCxnSpPr>
            <a:cxnSpLocks/>
            <a:stCxn id="22" idx="2"/>
            <a:endCxn id="9" idx="0"/>
          </p:cNvCxnSpPr>
          <p:nvPr/>
        </p:nvCxnSpPr>
        <p:spPr>
          <a:xfrm flipH="1">
            <a:off x="1167914" y="1334944"/>
            <a:ext cx="5083286" cy="907148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모서리가 둥근 직사각형 66">
            <a:extLst>
              <a:ext uri="{FF2B5EF4-FFF2-40B4-BE49-F238E27FC236}">
                <a16:creationId xmlns:a16="http://schemas.microsoft.com/office/drawing/2014/main" id="{B0C50D4A-A45E-9023-DF17-9A205727093D}"/>
              </a:ext>
            </a:extLst>
          </p:cNvPr>
          <p:cNvSpPr/>
          <p:nvPr/>
        </p:nvSpPr>
        <p:spPr>
          <a:xfrm>
            <a:off x="7425409" y="1481945"/>
            <a:ext cx="858242" cy="360040"/>
          </a:xfrm>
          <a:prstGeom prst="roundRect">
            <a:avLst>
              <a:gd name="adj" fmla="val 14972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900" b="1">
                <a:solidFill>
                  <a:schemeClr val="tx1"/>
                </a:solidFill>
              </a:rPr>
              <a:t>Dispatcher </a:t>
            </a:r>
          </a:p>
        </p:txBody>
      </p:sp>
      <p:sp>
        <p:nvSpPr>
          <p:cNvPr id="9" name="모서리가 둥근 직사각형 8">
            <a:extLst>
              <a:ext uri="{FF2B5EF4-FFF2-40B4-BE49-F238E27FC236}">
                <a16:creationId xmlns:a16="http://schemas.microsoft.com/office/drawing/2014/main" id="{4132762B-3D06-C46A-E79D-5F636C4A0899}"/>
              </a:ext>
            </a:extLst>
          </p:cNvPr>
          <p:cNvSpPr/>
          <p:nvPr/>
        </p:nvSpPr>
        <p:spPr>
          <a:xfrm>
            <a:off x="738793" y="2242092"/>
            <a:ext cx="858242" cy="360040"/>
          </a:xfrm>
          <a:prstGeom prst="roundRect">
            <a:avLst>
              <a:gd name="adj" fmla="val 14972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900" b="1">
                <a:solidFill>
                  <a:schemeClr val="tx1"/>
                </a:solidFill>
              </a:rPr>
              <a:t>Dispatcher </a:t>
            </a:r>
          </a:p>
        </p:txBody>
      </p:sp>
      <p:sp>
        <p:nvSpPr>
          <p:cNvPr id="23" name="모서리가 둥근 직사각형 22">
            <a:extLst>
              <a:ext uri="{FF2B5EF4-FFF2-40B4-BE49-F238E27FC236}">
                <a16:creationId xmlns:a16="http://schemas.microsoft.com/office/drawing/2014/main" id="{E6FD7AFC-33C6-90BB-5FB7-30804DE57868}"/>
              </a:ext>
            </a:extLst>
          </p:cNvPr>
          <p:cNvSpPr/>
          <p:nvPr/>
        </p:nvSpPr>
        <p:spPr>
          <a:xfrm>
            <a:off x="642088" y="2125370"/>
            <a:ext cx="2493804" cy="2046407"/>
          </a:xfrm>
          <a:prstGeom prst="roundRect">
            <a:avLst>
              <a:gd name="adj" fmla="val 3703"/>
            </a:avLst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r>
              <a:rPr kumimoji="1" lang="en-US" altLang="ko-KR" sz="1000" b="1">
                <a:solidFill>
                  <a:schemeClr val="tx1"/>
                </a:solidFill>
              </a:rPr>
              <a:t>Worker Thread A</a:t>
            </a:r>
            <a:endParaRPr kumimoji="1" lang="ko-KR" altLang="en-US" sz="1000" b="1">
              <a:solidFill>
                <a:schemeClr val="tx1"/>
              </a:solidFill>
            </a:endParaRPr>
          </a:p>
        </p:txBody>
      </p:sp>
      <p:sp>
        <p:nvSpPr>
          <p:cNvPr id="32" name="모서리가 둥근 직사각형 31">
            <a:extLst>
              <a:ext uri="{FF2B5EF4-FFF2-40B4-BE49-F238E27FC236}">
                <a16:creationId xmlns:a16="http://schemas.microsoft.com/office/drawing/2014/main" id="{A39DE4AE-FAB5-8146-9F98-B953E9E37D4D}"/>
              </a:ext>
            </a:extLst>
          </p:cNvPr>
          <p:cNvSpPr/>
          <p:nvPr/>
        </p:nvSpPr>
        <p:spPr>
          <a:xfrm>
            <a:off x="742706" y="2832782"/>
            <a:ext cx="2297442" cy="366762"/>
          </a:xfrm>
          <a:prstGeom prst="roundRect">
            <a:avLst>
              <a:gd name="adj" fmla="val 12419"/>
            </a:avLst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900" b="1">
                <a:solidFill>
                  <a:schemeClr val="tx1"/>
                </a:solidFill>
              </a:rPr>
              <a:t>Lambda</a:t>
            </a:r>
            <a:r>
              <a:rPr kumimoji="1" lang="en-US" altLang="ko-KR" sz="900">
                <a:solidFill>
                  <a:schemeClr val="tx1"/>
                </a:solidFill>
              </a:rPr>
              <a:t> runs </a:t>
            </a:r>
            <a:r>
              <a:rPr kumimoji="1" lang="en-US" altLang="ko-KR" sz="900" b="1">
                <a:solidFill>
                  <a:schemeClr val="tx1"/>
                </a:solidFill>
              </a:rPr>
              <a:t>cb</a:t>
            </a:r>
            <a:r>
              <a:rPr kumimoji="1" lang="en-US" altLang="ko-KR" sz="900">
                <a:solidFill>
                  <a:schemeClr val="tx1"/>
                </a:solidFill>
              </a:rPr>
              <a:t> via </a:t>
            </a:r>
            <a:r>
              <a:rPr kumimoji="1" lang="en-US" altLang="ko-KR" sz="900" b="1">
                <a:solidFill>
                  <a:schemeClr val="tx1"/>
                </a:solidFill>
              </a:rPr>
              <a:t>cb_guard</a:t>
            </a:r>
            <a:endParaRPr kumimoji="1" lang="ko-KR" altLang="en-US" sz="900">
              <a:solidFill>
                <a:schemeClr val="tx1"/>
              </a:solidFill>
            </a:endParaRPr>
          </a:p>
        </p:txBody>
      </p:sp>
      <p:sp>
        <p:nvSpPr>
          <p:cNvPr id="35" name="모서리가 둥근 직사각형 34">
            <a:extLst>
              <a:ext uri="{FF2B5EF4-FFF2-40B4-BE49-F238E27FC236}">
                <a16:creationId xmlns:a16="http://schemas.microsoft.com/office/drawing/2014/main" id="{DCEC704B-9FC6-88B3-B7D7-7E8C866A93A9}"/>
              </a:ext>
            </a:extLst>
          </p:cNvPr>
          <p:cNvSpPr/>
          <p:nvPr/>
        </p:nvSpPr>
        <p:spPr>
          <a:xfrm>
            <a:off x="742704" y="3432182"/>
            <a:ext cx="2297444" cy="366762"/>
          </a:xfrm>
          <a:prstGeom prst="roundRect">
            <a:avLst>
              <a:gd name="adj" fmla="val 12419"/>
            </a:avLst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900" b="1">
                <a:solidFill>
                  <a:schemeClr val="tx1"/>
                </a:solidFill>
              </a:rPr>
              <a:t>Lambda</a:t>
            </a:r>
            <a:r>
              <a:rPr kumimoji="1" lang="en-US" altLang="ko-KR" sz="900">
                <a:solidFill>
                  <a:schemeClr val="tx1"/>
                </a:solidFill>
              </a:rPr>
              <a:t> destroyed</a:t>
            </a:r>
          </a:p>
          <a:p>
            <a:pPr algn="ctr"/>
            <a:r>
              <a:rPr kumimoji="1" lang="en-US" altLang="ko-KR" sz="900">
                <a:solidFill>
                  <a:schemeClr val="tx1"/>
                </a:solidFill>
              </a:rPr>
              <a:t>(</a:t>
            </a:r>
            <a:r>
              <a:rPr kumimoji="1" lang="en-US" altLang="ko-KR" sz="900" b="1">
                <a:solidFill>
                  <a:schemeClr val="tx1"/>
                </a:solidFill>
              </a:rPr>
              <a:t>cb_guard’s ref count </a:t>
            </a:r>
            <a:r>
              <a:rPr kumimoji="1" lang="en-US" altLang="ko-KR" sz="900">
                <a:solidFill>
                  <a:schemeClr val="tx1"/>
                </a:solidFill>
              </a:rPr>
              <a:t>decreased 3 </a:t>
            </a:r>
            <a:r>
              <a:rPr kumimoji="1" lang="en-US" altLang="ko-KR" sz="900">
                <a:solidFill>
                  <a:schemeClr val="tx1"/>
                </a:solidFill>
                <a:sym typeface="Wingdings" pitchFamily="2" charset="2"/>
              </a:rPr>
              <a:t> 2)</a:t>
            </a:r>
            <a:endParaRPr kumimoji="1" lang="ko-KR" altLang="en-US" sz="900">
              <a:solidFill>
                <a:schemeClr val="tx1"/>
              </a:solidFill>
            </a:endParaRPr>
          </a:p>
        </p:txBody>
      </p:sp>
      <p:sp>
        <p:nvSpPr>
          <p:cNvPr id="40" name="모서리가 둥근 직사각형 39">
            <a:extLst>
              <a:ext uri="{FF2B5EF4-FFF2-40B4-BE49-F238E27FC236}">
                <a16:creationId xmlns:a16="http://schemas.microsoft.com/office/drawing/2014/main" id="{427365AF-7590-E357-ED20-234B94F92EEE}"/>
              </a:ext>
            </a:extLst>
          </p:cNvPr>
          <p:cNvSpPr/>
          <p:nvPr/>
        </p:nvSpPr>
        <p:spPr>
          <a:xfrm>
            <a:off x="2181495" y="2242092"/>
            <a:ext cx="858242" cy="366762"/>
          </a:xfrm>
          <a:prstGeom prst="roundRect">
            <a:avLst>
              <a:gd name="adj" fmla="val 14972"/>
            </a:avLst>
          </a:prstGeom>
          <a:solidFill>
            <a:schemeClr val="bg2">
              <a:lumMod val="9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900" b="1">
                <a:solidFill>
                  <a:schemeClr val="tx1"/>
                </a:solidFill>
              </a:rPr>
              <a:t>TLS </a:t>
            </a:r>
          </a:p>
        </p:txBody>
      </p:sp>
      <p:cxnSp>
        <p:nvCxnSpPr>
          <p:cNvPr id="41" name="직선 화살표 연결선 40">
            <a:extLst>
              <a:ext uri="{FF2B5EF4-FFF2-40B4-BE49-F238E27FC236}">
                <a16:creationId xmlns:a16="http://schemas.microsoft.com/office/drawing/2014/main" id="{1A443ABC-82E5-E609-8F39-948C719F1F16}"/>
              </a:ext>
            </a:extLst>
          </p:cNvPr>
          <p:cNvCxnSpPr>
            <a:cxnSpLocks/>
            <a:stCxn id="9" idx="2"/>
            <a:endCxn id="32" idx="0"/>
          </p:cNvCxnSpPr>
          <p:nvPr/>
        </p:nvCxnSpPr>
        <p:spPr>
          <a:xfrm>
            <a:off x="1167914" y="2602132"/>
            <a:ext cx="723513" cy="23065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직선 화살표 연결선 45">
            <a:extLst>
              <a:ext uri="{FF2B5EF4-FFF2-40B4-BE49-F238E27FC236}">
                <a16:creationId xmlns:a16="http://schemas.microsoft.com/office/drawing/2014/main" id="{E0B0A82E-A536-B577-E006-77AE511EE618}"/>
              </a:ext>
            </a:extLst>
          </p:cNvPr>
          <p:cNvCxnSpPr>
            <a:cxnSpLocks/>
            <a:stCxn id="32" idx="0"/>
            <a:endCxn id="40" idx="2"/>
          </p:cNvCxnSpPr>
          <p:nvPr/>
        </p:nvCxnSpPr>
        <p:spPr>
          <a:xfrm flipV="1">
            <a:off x="1891427" y="2608854"/>
            <a:ext cx="719189" cy="223928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직선 화살표 연결선 48">
            <a:extLst>
              <a:ext uri="{FF2B5EF4-FFF2-40B4-BE49-F238E27FC236}">
                <a16:creationId xmlns:a16="http://schemas.microsoft.com/office/drawing/2014/main" id="{DFE686DF-EFD0-4A8A-BF11-C7EB38380EF6}"/>
              </a:ext>
            </a:extLst>
          </p:cNvPr>
          <p:cNvCxnSpPr>
            <a:cxnSpLocks/>
            <a:stCxn id="32" idx="2"/>
            <a:endCxn id="35" idx="0"/>
          </p:cNvCxnSpPr>
          <p:nvPr/>
        </p:nvCxnSpPr>
        <p:spPr>
          <a:xfrm flipH="1">
            <a:off x="1891426" y="3199544"/>
            <a:ext cx="1" cy="232638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4" name="직선 화살표 연결선 123">
            <a:extLst>
              <a:ext uri="{FF2B5EF4-FFF2-40B4-BE49-F238E27FC236}">
                <a16:creationId xmlns:a16="http://schemas.microsoft.com/office/drawing/2014/main" id="{34298F3D-2EB6-70D2-A789-C31E5DE1473E}"/>
              </a:ext>
            </a:extLst>
          </p:cNvPr>
          <p:cNvCxnSpPr>
            <a:cxnSpLocks/>
            <a:stCxn id="22" idx="2"/>
            <a:endCxn id="305" idx="0"/>
          </p:cNvCxnSpPr>
          <p:nvPr/>
        </p:nvCxnSpPr>
        <p:spPr>
          <a:xfrm flipH="1">
            <a:off x="3720902" y="1334944"/>
            <a:ext cx="2530298" cy="907148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8" name="직선 화살표 연결선 127">
            <a:extLst>
              <a:ext uri="{FF2B5EF4-FFF2-40B4-BE49-F238E27FC236}">
                <a16:creationId xmlns:a16="http://schemas.microsoft.com/office/drawing/2014/main" id="{F669AD6F-06C1-A600-421B-96817B447B8B}"/>
              </a:ext>
            </a:extLst>
          </p:cNvPr>
          <p:cNvCxnSpPr>
            <a:cxnSpLocks/>
            <a:stCxn id="22" idx="2"/>
            <a:endCxn id="297" idx="0"/>
          </p:cNvCxnSpPr>
          <p:nvPr/>
        </p:nvCxnSpPr>
        <p:spPr>
          <a:xfrm>
            <a:off x="6251200" y="1334944"/>
            <a:ext cx="25080" cy="907148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4" name="모서리가 둥근 직사각형 193">
            <a:extLst>
              <a:ext uri="{FF2B5EF4-FFF2-40B4-BE49-F238E27FC236}">
                <a16:creationId xmlns:a16="http://schemas.microsoft.com/office/drawing/2014/main" id="{335CC4C3-2AA4-4419-A0AC-F8D07A3EBA41}"/>
              </a:ext>
            </a:extLst>
          </p:cNvPr>
          <p:cNvSpPr/>
          <p:nvPr/>
        </p:nvSpPr>
        <p:spPr>
          <a:xfrm>
            <a:off x="5850661" y="4029594"/>
            <a:ext cx="2297442" cy="366762"/>
          </a:xfrm>
          <a:prstGeom prst="roundRect">
            <a:avLst>
              <a:gd name="adj" fmla="val 12419"/>
            </a:avLst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900">
                <a:solidFill>
                  <a:schemeClr val="tx1"/>
                </a:solidFill>
              </a:rPr>
              <a:t>post </a:t>
            </a:r>
            <a:r>
              <a:rPr kumimoji="1" lang="en-US" altLang="ko-KR" sz="900" b="1">
                <a:solidFill>
                  <a:schemeClr val="tx1"/>
                </a:solidFill>
              </a:rPr>
              <a:t>all_threads_complete_cb()</a:t>
            </a:r>
            <a:r>
              <a:rPr kumimoji="1" lang="en-US" altLang="ko-KR" sz="900">
                <a:solidFill>
                  <a:schemeClr val="tx1"/>
                </a:solidFill>
              </a:rPr>
              <a:t> to main thread</a:t>
            </a:r>
            <a:endParaRPr kumimoji="1" lang="ko-KR" altLang="en-US" sz="900" b="1">
              <a:solidFill>
                <a:schemeClr val="tx1"/>
              </a:solidFill>
            </a:endParaRPr>
          </a:p>
        </p:txBody>
      </p:sp>
      <p:sp>
        <p:nvSpPr>
          <p:cNvPr id="249" name="모서리가 둥근 직사각형 248">
            <a:extLst>
              <a:ext uri="{FF2B5EF4-FFF2-40B4-BE49-F238E27FC236}">
                <a16:creationId xmlns:a16="http://schemas.microsoft.com/office/drawing/2014/main" id="{0556A281-431A-CC31-4799-96DCC67A6E1B}"/>
              </a:ext>
            </a:extLst>
          </p:cNvPr>
          <p:cNvSpPr/>
          <p:nvPr/>
        </p:nvSpPr>
        <p:spPr>
          <a:xfrm>
            <a:off x="5569178" y="1478584"/>
            <a:ext cx="1627525" cy="366762"/>
          </a:xfrm>
          <a:prstGeom prst="roundRect">
            <a:avLst>
              <a:gd name="adj" fmla="val 12419"/>
            </a:avLst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900">
                <a:solidFill>
                  <a:schemeClr val="tx1"/>
                </a:solidFill>
              </a:rPr>
              <a:t>Run</a:t>
            </a:r>
            <a:r>
              <a:rPr kumimoji="1" lang="en-US" altLang="ko-KR" sz="900" b="1">
                <a:solidFill>
                  <a:schemeClr val="tx1"/>
                </a:solidFill>
              </a:rPr>
              <a:t> all_threads_complete_cb</a:t>
            </a:r>
            <a:endParaRPr kumimoji="1" lang="ko-KR" altLang="en-US" sz="900" b="1">
              <a:solidFill>
                <a:schemeClr val="tx1"/>
              </a:solidFill>
            </a:endParaRPr>
          </a:p>
        </p:txBody>
      </p:sp>
      <p:cxnSp>
        <p:nvCxnSpPr>
          <p:cNvPr id="250" name="직선 화살표 연결선 249">
            <a:extLst>
              <a:ext uri="{FF2B5EF4-FFF2-40B4-BE49-F238E27FC236}">
                <a16:creationId xmlns:a16="http://schemas.microsoft.com/office/drawing/2014/main" id="{0DAACC3F-0C68-B4BC-4B38-80CC852155C1}"/>
              </a:ext>
            </a:extLst>
          </p:cNvPr>
          <p:cNvCxnSpPr>
            <a:cxnSpLocks/>
            <a:stCxn id="67" idx="1"/>
            <a:endCxn id="249" idx="3"/>
          </p:cNvCxnSpPr>
          <p:nvPr/>
        </p:nvCxnSpPr>
        <p:spPr>
          <a:xfrm flipH="1">
            <a:off x="7196703" y="1661965"/>
            <a:ext cx="228706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7" name="모서리가 둥근 직사각형 296">
            <a:extLst>
              <a:ext uri="{FF2B5EF4-FFF2-40B4-BE49-F238E27FC236}">
                <a16:creationId xmlns:a16="http://schemas.microsoft.com/office/drawing/2014/main" id="{DA8DD328-BD22-14A8-5213-86C3F3B3E297}"/>
              </a:ext>
            </a:extLst>
          </p:cNvPr>
          <p:cNvSpPr/>
          <p:nvPr/>
        </p:nvSpPr>
        <p:spPr>
          <a:xfrm>
            <a:off x="5847159" y="2242092"/>
            <a:ext cx="858242" cy="360040"/>
          </a:xfrm>
          <a:prstGeom prst="roundRect">
            <a:avLst>
              <a:gd name="adj" fmla="val 14972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900" b="1">
                <a:solidFill>
                  <a:schemeClr val="tx1"/>
                </a:solidFill>
              </a:rPr>
              <a:t>Dispatcher </a:t>
            </a:r>
          </a:p>
        </p:txBody>
      </p:sp>
      <p:sp>
        <p:nvSpPr>
          <p:cNvPr id="298" name="모서리가 둥근 직사각형 297">
            <a:extLst>
              <a:ext uri="{FF2B5EF4-FFF2-40B4-BE49-F238E27FC236}">
                <a16:creationId xmlns:a16="http://schemas.microsoft.com/office/drawing/2014/main" id="{E625ED1F-4F26-2F49-0351-6CCB88691CB0}"/>
              </a:ext>
            </a:extLst>
          </p:cNvPr>
          <p:cNvSpPr/>
          <p:nvPr/>
        </p:nvSpPr>
        <p:spPr>
          <a:xfrm>
            <a:off x="5750454" y="2125370"/>
            <a:ext cx="2493804" cy="2606620"/>
          </a:xfrm>
          <a:prstGeom prst="roundRect">
            <a:avLst>
              <a:gd name="adj" fmla="val 3703"/>
            </a:avLst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r>
              <a:rPr kumimoji="1" lang="en-US" altLang="ko-KR" sz="1000" b="1">
                <a:solidFill>
                  <a:schemeClr val="tx1"/>
                </a:solidFill>
              </a:rPr>
              <a:t>Worker Thread C</a:t>
            </a:r>
            <a:endParaRPr kumimoji="1" lang="ko-KR" altLang="en-US" sz="1000" b="1">
              <a:solidFill>
                <a:schemeClr val="tx1"/>
              </a:solidFill>
            </a:endParaRPr>
          </a:p>
        </p:txBody>
      </p:sp>
      <p:sp>
        <p:nvSpPr>
          <p:cNvPr id="299" name="모서리가 둥근 직사각형 298">
            <a:extLst>
              <a:ext uri="{FF2B5EF4-FFF2-40B4-BE49-F238E27FC236}">
                <a16:creationId xmlns:a16="http://schemas.microsoft.com/office/drawing/2014/main" id="{34D16D30-761A-ADE6-31A2-1D121A16EAD1}"/>
              </a:ext>
            </a:extLst>
          </p:cNvPr>
          <p:cNvSpPr/>
          <p:nvPr/>
        </p:nvSpPr>
        <p:spPr>
          <a:xfrm>
            <a:off x="5851072" y="2832782"/>
            <a:ext cx="2297442" cy="366762"/>
          </a:xfrm>
          <a:prstGeom prst="roundRect">
            <a:avLst>
              <a:gd name="adj" fmla="val 12419"/>
            </a:avLst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900" b="1">
                <a:solidFill>
                  <a:schemeClr val="tx1"/>
                </a:solidFill>
              </a:rPr>
              <a:t>Lambda</a:t>
            </a:r>
            <a:r>
              <a:rPr kumimoji="1" lang="en-US" altLang="ko-KR" sz="900">
                <a:solidFill>
                  <a:schemeClr val="tx1"/>
                </a:solidFill>
              </a:rPr>
              <a:t> runs </a:t>
            </a:r>
            <a:r>
              <a:rPr kumimoji="1" lang="en-US" altLang="ko-KR" sz="900" b="1">
                <a:solidFill>
                  <a:schemeClr val="tx1"/>
                </a:solidFill>
              </a:rPr>
              <a:t>cb</a:t>
            </a:r>
            <a:r>
              <a:rPr kumimoji="1" lang="en-US" altLang="ko-KR" sz="900">
                <a:solidFill>
                  <a:schemeClr val="tx1"/>
                </a:solidFill>
              </a:rPr>
              <a:t> via </a:t>
            </a:r>
            <a:r>
              <a:rPr kumimoji="1" lang="en-US" altLang="ko-KR" sz="900" b="1">
                <a:solidFill>
                  <a:schemeClr val="tx1"/>
                </a:solidFill>
              </a:rPr>
              <a:t>cb_guard</a:t>
            </a:r>
            <a:endParaRPr kumimoji="1" lang="ko-KR" altLang="en-US" sz="900">
              <a:solidFill>
                <a:schemeClr val="tx1"/>
              </a:solidFill>
            </a:endParaRPr>
          </a:p>
        </p:txBody>
      </p:sp>
      <p:sp>
        <p:nvSpPr>
          <p:cNvPr id="300" name="모서리가 둥근 직사각형 299">
            <a:extLst>
              <a:ext uri="{FF2B5EF4-FFF2-40B4-BE49-F238E27FC236}">
                <a16:creationId xmlns:a16="http://schemas.microsoft.com/office/drawing/2014/main" id="{0FBB64D4-0403-CECA-A644-8C41FD68E73A}"/>
              </a:ext>
            </a:extLst>
          </p:cNvPr>
          <p:cNvSpPr/>
          <p:nvPr/>
        </p:nvSpPr>
        <p:spPr>
          <a:xfrm>
            <a:off x="5851070" y="3432182"/>
            <a:ext cx="2297444" cy="366762"/>
          </a:xfrm>
          <a:prstGeom prst="roundRect">
            <a:avLst>
              <a:gd name="adj" fmla="val 12419"/>
            </a:avLst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900" b="1">
                <a:solidFill>
                  <a:schemeClr val="tx1"/>
                </a:solidFill>
              </a:rPr>
              <a:t>Lambda</a:t>
            </a:r>
            <a:r>
              <a:rPr kumimoji="1" lang="en-US" altLang="ko-KR" sz="900">
                <a:solidFill>
                  <a:schemeClr val="tx1"/>
                </a:solidFill>
              </a:rPr>
              <a:t> destroyed</a:t>
            </a:r>
          </a:p>
          <a:p>
            <a:pPr algn="ctr"/>
            <a:r>
              <a:rPr kumimoji="1" lang="en-US" altLang="ko-KR" sz="900">
                <a:solidFill>
                  <a:schemeClr val="tx1"/>
                </a:solidFill>
              </a:rPr>
              <a:t>(</a:t>
            </a:r>
            <a:r>
              <a:rPr kumimoji="1" lang="en-US" altLang="ko-KR" sz="900" b="1">
                <a:solidFill>
                  <a:schemeClr val="tx1"/>
                </a:solidFill>
              </a:rPr>
              <a:t>cb_guard’s ref count</a:t>
            </a:r>
            <a:r>
              <a:rPr kumimoji="1" lang="en-US" altLang="ko-KR" sz="900">
                <a:solidFill>
                  <a:schemeClr val="tx1"/>
                </a:solidFill>
              </a:rPr>
              <a:t> decreased 1 </a:t>
            </a:r>
            <a:r>
              <a:rPr kumimoji="1" lang="en-US" altLang="ko-KR" sz="900">
                <a:solidFill>
                  <a:schemeClr val="tx1"/>
                </a:solidFill>
                <a:sym typeface="Wingdings" pitchFamily="2" charset="2"/>
              </a:rPr>
              <a:t> 0)</a:t>
            </a:r>
            <a:endParaRPr kumimoji="1" lang="ko-KR" altLang="en-US" sz="900">
              <a:solidFill>
                <a:schemeClr val="tx1"/>
              </a:solidFill>
            </a:endParaRPr>
          </a:p>
        </p:txBody>
      </p:sp>
      <p:sp>
        <p:nvSpPr>
          <p:cNvPr id="301" name="모서리가 둥근 직사각형 300">
            <a:extLst>
              <a:ext uri="{FF2B5EF4-FFF2-40B4-BE49-F238E27FC236}">
                <a16:creationId xmlns:a16="http://schemas.microsoft.com/office/drawing/2014/main" id="{EA85142F-EBF5-1E30-5DF5-8E14B43A0541}"/>
              </a:ext>
            </a:extLst>
          </p:cNvPr>
          <p:cNvSpPr/>
          <p:nvPr/>
        </p:nvSpPr>
        <p:spPr>
          <a:xfrm>
            <a:off x="7289861" y="2242092"/>
            <a:ext cx="858242" cy="366762"/>
          </a:xfrm>
          <a:prstGeom prst="roundRect">
            <a:avLst>
              <a:gd name="adj" fmla="val 14972"/>
            </a:avLst>
          </a:prstGeom>
          <a:solidFill>
            <a:schemeClr val="bg2">
              <a:lumMod val="9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900" b="1">
                <a:solidFill>
                  <a:schemeClr val="tx1"/>
                </a:solidFill>
              </a:rPr>
              <a:t>TLS </a:t>
            </a:r>
          </a:p>
        </p:txBody>
      </p:sp>
      <p:cxnSp>
        <p:nvCxnSpPr>
          <p:cNvPr id="302" name="직선 화살표 연결선 301">
            <a:extLst>
              <a:ext uri="{FF2B5EF4-FFF2-40B4-BE49-F238E27FC236}">
                <a16:creationId xmlns:a16="http://schemas.microsoft.com/office/drawing/2014/main" id="{9114B463-FA9D-45B4-6499-E5820FBE007C}"/>
              </a:ext>
            </a:extLst>
          </p:cNvPr>
          <p:cNvCxnSpPr>
            <a:cxnSpLocks/>
            <a:stCxn id="297" idx="2"/>
            <a:endCxn id="299" idx="0"/>
          </p:cNvCxnSpPr>
          <p:nvPr/>
        </p:nvCxnSpPr>
        <p:spPr>
          <a:xfrm>
            <a:off x="6276280" y="2602132"/>
            <a:ext cx="723513" cy="23065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3" name="직선 화살표 연결선 302">
            <a:extLst>
              <a:ext uri="{FF2B5EF4-FFF2-40B4-BE49-F238E27FC236}">
                <a16:creationId xmlns:a16="http://schemas.microsoft.com/office/drawing/2014/main" id="{C939FDC0-EA0F-504C-257F-0B7B55946017}"/>
              </a:ext>
            </a:extLst>
          </p:cNvPr>
          <p:cNvCxnSpPr>
            <a:cxnSpLocks/>
            <a:stCxn id="299" idx="0"/>
            <a:endCxn id="301" idx="2"/>
          </p:cNvCxnSpPr>
          <p:nvPr/>
        </p:nvCxnSpPr>
        <p:spPr>
          <a:xfrm flipV="1">
            <a:off x="6999793" y="2608854"/>
            <a:ext cx="719189" cy="223928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4" name="직선 화살표 연결선 303">
            <a:extLst>
              <a:ext uri="{FF2B5EF4-FFF2-40B4-BE49-F238E27FC236}">
                <a16:creationId xmlns:a16="http://schemas.microsoft.com/office/drawing/2014/main" id="{FC9FCB79-3521-65C0-32DF-8AB3383583D3}"/>
              </a:ext>
            </a:extLst>
          </p:cNvPr>
          <p:cNvCxnSpPr>
            <a:cxnSpLocks/>
            <a:stCxn id="299" idx="2"/>
            <a:endCxn id="300" idx="0"/>
          </p:cNvCxnSpPr>
          <p:nvPr/>
        </p:nvCxnSpPr>
        <p:spPr>
          <a:xfrm flipH="1">
            <a:off x="6999792" y="3199544"/>
            <a:ext cx="1" cy="232638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5" name="모서리가 둥근 직사각형 304">
            <a:extLst>
              <a:ext uri="{FF2B5EF4-FFF2-40B4-BE49-F238E27FC236}">
                <a16:creationId xmlns:a16="http://schemas.microsoft.com/office/drawing/2014/main" id="{B48F8186-8E2C-8C57-6C0A-8306775C2AA7}"/>
              </a:ext>
            </a:extLst>
          </p:cNvPr>
          <p:cNvSpPr/>
          <p:nvPr/>
        </p:nvSpPr>
        <p:spPr>
          <a:xfrm>
            <a:off x="3291781" y="2242092"/>
            <a:ext cx="858242" cy="360040"/>
          </a:xfrm>
          <a:prstGeom prst="roundRect">
            <a:avLst>
              <a:gd name="adj" fmla="val 14972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900" b="1">
                <a:solidFill>
                  <a:schemeClr val="tx1"/>
                </a:solidFill>
              </a:rPr>
              <a:t>Dispatcher </a:t>
            </a:r>
          </a:p>
        </p:txBody>
      </p:sp>
      <p:sp>
        <p:nvSpPr>
          <p:cNvPr id="306" name="모서리가 둥근 직사각형 305">
            <a:extLst>
              <a:ext uri="{FF2B5EF4-FFF2-40B4-BE49-F238E27FC236}">
                <a16:creationId xmlns:a16="http://schemas.microsoft.com/office/drawing/2014/main" id="{9BD6A644-8CE8-F2C2-5643-F6ED2A9CFDCE}"/>
              </a:ext>
            </a:extLst>
          </p:cNvPr>
          <p:cNvSpPr/>
          <p:nvPr/>
        </p:nvSpPr>
        <p:spPr>
          <a:xfrm>
            <a:off x="3195076" y="2125370"/>
            <a:ext cx="2493804" cy="2046407"/>
          </a:xfrm>
          <a:prstGeom prst="roundRect">
            <a:avLst>
              <a:gd name="adj" fmla="val 3703"/>
            </a:avLst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r>
              <a:rPr kumimoji="1" lang="en-US" altLang="ko-KR" sz="1000" b="1">
                <a:solidFill>
                  <a:schemeClr val="tx1"/>
                </a:solidFill>
              </a:rPr>
              <a:t>Worker Thread B</a:t>
            </a:r>
            <a:endParaRPr kumimoji="1" lang="ko-KR" altLang="en-US" sz="1000" b="1">
              <a:solidFill>
                <a:schemeClr val="tx1"/>
              </a:solidFill>
            </a:endParaRPr>
          </a:p>
        </p:txBody>
      </p:sp>
      <p:sp>
        <p:nvSpPr>
          <p:cNvPr id="307" name="모서리가 둥근 직사각형 306">
            <a:extLst>
              <a:ext uri="{FF2B5EF4-FFF2-40B4-BE49-F238E27FC236}">
                <a16:creationId xmlns:a16="http://schemas.microsoft.com/office/drawing/2014/main" id="{B3271C96-F426-69E9-B65D-CAA8334EB18D}"/>
              </a:ext>
            </a:extLst>
          </p:cNvPr>
          <p:cNvSpPr/>
          <p:nvPr/>
        </p:nvSpPr>
        <p:spPr>
          <a:xfrm>
            <a:off x="3295694" y="2832782"/>
            <a:ext cx="2297442" cy="366762"/>
          </a:xfrm>
          <a:prstGeom prst="roundRect">
            <a:avLst>
              <a:gd name="adj" fmla="val 12419"/>
            </a:avLst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900" b="1">
                <a:solidFill>
                  <a:schemeClr val="tx1"/>
                </a:solidFill>
              </a:rPr>
              <a:t>Lambda</a:t>
            </a:r>
            <a:r>
              <a:rPr kumimoji="1" lang="en-US" altLang="ko-KR" sz="900">
                <a:solidFill>
                  <a:schemeClr val="tx1"/>
                </a:solidFill>
              </a:rPr>
              <a:t> runs </a:t>
            </a:r>
            <a:r>
              <a:rPr kumimoji="1" lang="en-US" altLang="ko-KR" sz="900" b="1">
                <a:solidFill>
                  <a:schemeClr val="tx1"/>
                </a:solidFill>
              </a:rPr>
              <a:t>cb</a:t>
            </a:r>
            <a:r>
              <a:rPr kumimoji="1" lang="en-US" altLang="ko-KR" sz="900">
                <a:solidFill>
                  <a:schemeClr val="tx1"/>
                </a:solidFill>
              </a:rPr>
              <a:t> via </a:t>
            </a:r>
            <a:r>
              <a:rPr kumimoji="1" lang="en-US" altLang="ko-KR" sz="900" b="1">
                <a:solidFill>
                  <a:schemeClr val="tx1"/>
                </a:solidFill>
              </a:rPr>
              <a:t>cb_guard</a:t>
            </a:r>
            <a:endParaRPr kumimoji="1" lang="ko-KR" altLang="en-US" sz="900">
              <a:solidFill>
                <a:schemeClr val="tx1"/>
              </a:solidFill>
            </a:endParaRPr>
          </a:p>
        </p:txBody>
      </p:sp>
      <p:sp>
        <p:nvSpPr>
          <p:cNvPr id="308" name="모서리가 둥근 직사각형 307">
            <a:extLst>
              <a:ext uri="{FF2B5EF4-FFF2-40B4-BE49-F238E27FC236}">
                <a16:creationId xmlns:a16="http://schemas.microsoft.com/office/drawing/2014/main" id="{AD46D0A6-EDFA-0EC6-5984-9943C17F9447}"/>
              </a:ext>
            </a:extLst>
          </p:cNvPr>
          <p:cNvSpPr/>
          <p:nvPr/>
        </p:nvSpPr>
        <p:spPr>
          <a:xfrm>
            <a:off x="3295692" y="3432182"/>
            <a:ext cx="2297444" cy="366762"/>
          </a:xfrm>
          <a:prstGeom prst="roundRect">
            <a:avLst>
              <a:gd name="adj" fmla="val 12419"/>
            </a:avLst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900" b="1">
                <a:solidFill>
                  <a:schemeClr val="tx1"/>
                </a:solidFill>
              </a:rPr>
              <a:t>Lambda</a:t>
            </a:r>
            <a:r>
              <a:rPr kumimoji="1" lang="en-US" altLang="ko-KR" sz="900">
                <a:solidFill>
                  <a:schemeClr val="tx1"/>
                </a:solidFill>
              </a:rPr>
              <a:t> destroyed</a:t>
            </a:r>
          </a:p>
          <a:p>
            <a:pPr algn="ctr"/>
            <a:r>
              <a:rPr kumimoji="1" lang="en-US" altLang="ko-KR" sz="900">
                <a:solidFill>
                  <a:schemeClr val="tx1"/>
                </a:solidFill>
              </a:rPr>
              <a:t>(</a:t>
            </a:r>
            <a:r>
              <a:rPr kumimoji="1" lang="en-US" altLang="ko-KR" sz="900" b="1">
                <a:solidFill>
                  <a:schemeClr val="tx1"/>
                </a:solidFill>
              </a:rPr>
              <a:t>cb_guard’s ref count</a:t>
            </a:r>
            <a:r>
              <a:rPr kumimoji="1" lang="en-US" altLang="ko-KR" sz="900">
                <a:solidFill>
                  <a:schemeClr val="tx1"/>
                </a:solidFill>
              </a:rPr>
              <a:t> decreased 2 </a:t>
            </a:r>
            <a:r>
              <a:rPr kumimoji="1" lang="en-US" altLang="ko-KR" sz="900">
                <a:solidFill>
                  <a:schemeClr val="tx1"/>
                </a:solidFill>
                <a:sym typeface="Wingdings" pitchFamily="2" charset="2"/>
              </a:rPr>
              <a:t> 1)</a:t>
            </a:r>
            <a:endParaRPr kumimoji="1" lang="ko-KR" altLang="en-US" sz="900">
              <a:solidFill>
                <a:schemeClr val="tx1"/>
              </a:solidFill>
            </a:endParaRPr>
          </a:p>
        </p:txBody>
      </p:sp>
      <p:sp>
        <p:nvSpPr>
          <p:cNvPr id="309" name="모서리가 둥근 직사각형 308">
            <a:extLst>
              <a:ext uri="{FF2B5EF4-FFF2-40B4-BE49-F238E27FC236}">
                <a16:creationId xmlns:a16="http://schemas.microsoft.com/office/drawing/2014/main" id="{1A1220E1-8AC1-FB8C-AB6C-86FDE18755DA}"/>
              </a:ext>
            </a:extLst>
          </p:cNvPr>
          <p:cNvSpPr/>
          <p:nvPr/>
        </p:nvSpPr>
        <p:spPr>
          <a:xfrm>
            <a:off x="4734483" y="2242092"/>
            <a:ext cx="858242" cy="366762"/>
          </a:xfrm>
          <a:prstGeom prst="roundRect">
            <a:avLst>
              <a:gd name="adj" fmla="val 14972"/>
            </a:avLst>
          </a:prstGeom>
          <a:solidFill>
            <a:schemeClr val="bg2">
              <a:lumMod val="9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900" b="1">
                <a:solidFill>
                  <a:schemeClr val="tx1"/>
                </a:solidFill>
              </a:rPr>
              <a:t>TLS </a:t>
            </a:r>
          </a:p>
        </p:txBody>
      </p:sp>
      <p:cxnSp>
        <p:nvCxnSpPr>
          <p:cNvPr id="310" name="직선 화살표 연결선 309">
            <a:extLst>
              <a:ext uri="{FF2B5EF4-FFF2-40B4-BE49-F238E27FC236}">
                <a16:creationId xmlns:a16="http://schemas.microsoft.com/office/drawing/2014/main" id="{62BEC16A-6D72-73CE-034E-3651E06909DB}"/>
              </a:ext>
            </a:extLst>
          </p:cNvPr>
          <p:cNvCxnSpPr>
            <a:cxnSpLocks/>
            <a:stCxn id="305" idx="2"/>
            <a:endCxn id="307" idx="0"/>
          </p:cNvCxnSpPr>
          <p:nvPr/>
        </p:nvCxnSpPr>
        <p:spPr>
          <a:xfrm>
            <a:off x="3720902" y="2602132"/>
            <a:ext cx="723513" cy="23065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1" name="직선 화살표 연결선 310">
            <a:extLst>
              <a:ext uri="{FF2B5EF4-FFF2-40B4-BE49-F238E27FC236}">
                <a16:creationId xmlns:a16="http://schemas.microsoft.com/office/drawing/2014/main" id="{15FF4152-207C-7F57-1AD9-154CB0128FF7}"/>
              </a:ext>
            </a:extLst>
          </p:cNvPr>
          <p:cNvCxnSpPr>
            <a:cxnSpLocks/>
            <a:stCxn id="307" idx="0"/>
            <a:endCxn id="309" idx="2"/>
          </p:cNvCxnSpPr>
          <p:nvPr/>
        </p:nvCxnSpPr>
        <p:spPr>
          <a:xfrm flipV="1">
            <a:off x="4444415" y="2608854"/>
            <a:ext cx="719189" cy="223928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2" name="직선 화살표 연결선 311">
            <a:extLst>
              <a:ext uri="{FF2B5EF4-FFF2-40B4-BE49-F238E27FC236}">
                <a16:creationId xmlns:a16="http://schemas.microsoft.com/office/drawing/2014/main" id="{78D695DC-C150-FED8-0935-696C2935CA44}"/>
              </a:ext>
            </a:extLst>
          </p:cNvPr>
          <p:cNvCxnSpPr>
            <a:cxnSpLocks/>
            <a:stCxn id="307" idx="2"/>
            <a:endCxn id="308" idx="0"/>
          </p:cNvCxnSpPr>
          <p:nvPr/>
        </p:nvCxnSpPr>
        <p:spPr>
          <a:xfrm flipH="1">
            <a:off x="4444414" y="3199544"/>
            <a:ext cx="1" cy="232638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5" name="직선 화살표 연결선 314">
            <a:extLst>
              <a:ext uri="{FF2B5EF4-FFF2-40B4-BE49-F238E27FC236}">
                <a16:creationId xmlns:a16="http://schemas.microsoft.com/office/drawing/2014/main" id="{9BD1A734-EE20-B053-D527-12BDD81E4DEB}"/>
              </a:ext>
            </a:extLst>
          </p:cNvPr>
          <p:cNvCxnSpPr>
            <a:cxnSpLocks/>
            <a:stCxn id="300" idx="2"/>
            <a:endCxn id="194" idx="0"/>
          </p:cNvCxnSpPr>
          <p:nvPr/>
        </p:nvCxnSpPr>
        <p:spPr>
          <a:xfrm flipH="1">
            <a:off x="6999382" y="3798944"/>
            <a:ext cx="410" cy="23065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6" name="직선 화살표 연결선 335">
            <a:extLst>
              <a:ext uri="{FF2B5EF4-FFF2-40B4-BE49-F238E27FC236}">
                <a16:creationId xmlns:a16="http://schemas.microsoft.com/office/drawing/2014/main" id="{E93B9656-4A7A-AAC5-CECE-62091285E0DE}"/>
              </a:ext>
            </a:extLst>
          </p:cNvPr>
          <p:cNvCxnSpPr>
            <a:cxnSpLocks/>
          </p:cNvCxnSpPr>
          <p:nvPr/>
        </p:nvCxnSpPr>
        <p:spPr>
          <a:xfrm flipV="1">
            <a:off x="7915768" y="1841985"/>
            <a:ext cx="0" cy="2187609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타원 2">
            <a:extLst>
              <a:ext uri="{FF2B5EF4-FFF2-40B4-BE49-F238E27FC236}">
                <a16:creationId xmlns:a16="http://schemas.microsoft.com/office/drawing/2014/main" id="{847243F8-9DDB-48BD-6F1A-D05D410516F6}"/>
              </a:ext>
            </a:extLst>
          </p:cNvPr>
          <p:cNvSpPr/>
          <p:nvPr/>
        </p:nvSpPr>
        <p:spPr>
          <a:xfrm>
            <a:off x="569111" y="783828"/>
            <a:ext cx="216024" cy="216024"/>
          </a:xfrm>
          <a:prstGeom prst="ellipse">
            <a:avLst/>
          </a:prstGeom>
          <a:solidFill>
            <a:schemeClr val="bg1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900">
                <a:solidFill>
                  <a:schemeClr val="tx1"/>
                </a:solidFill>
              </a:rPr>
              <a:t>1</a:t>
            </a:r>
            <a:endParaRPr kumimoji="1" lang="ko-KR" altLang="en-US" sz="900">
              <a:solidFill>
                <a:schemeClr val="tx1"/>
              </a:solidFill>
            </a:endParaRPr>
          </a:p>
        </p:txBody>
      </p:sp>
      <p:sp>
        <p:nvSpPr>
          <p:cNvPr id="4" name="타원 3">
            <a:extLst>
              <a:ext uri="{FF2B5EF4-FFF2-40B4-BE49-F238E27FC236}">
                <a16:creationId xmlns:a16="http://schemas.microsoft.com/office/drawing/2014/main" id="{91293FAE-B365-B5E8-81AD-6917859DB773}"/>
              </a:ext>
            </a:extLst>
          </p:cNvPr>
          <p:cNvSpPr/>
          <p:nvPr/>
        </p:nvSpPr>
        <p:spPr>
          <a:xfrm>
            <a:off x="1733211" y="780011"/>
            <a:ext cx="216024" cy="216024"/>
          </a:xfrm>
          <a:prstGeom prst="ellipse">
            <a:avLst/>
          </a:prstGeom>
          <a:solidFill>
            <a:schemeClr val="bg1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900">
                <a:solidFill>
                  <a:schemeClr val="tx1"/>
                </a:solidFill>
              </a:rPr>
              <a:t>2</a:t>
            </a:r>
            <a:endParaRPr kumimoji="1" lang="ko-KR" altLang="en-US" sz="900">
              <a:solidFill>
                <a:schemeClr val="tx1"/>
              </a:solidFill>
            </a:endParaRPr>
          </a:p>
        </p:txBody>
      </p:sp>
      <p:sp>
        <p:nvSpPr>
          <p:cNvPr id="8" name="타원 7">
            <a:extLst>
              <a:ext uri="{FF2B5EF4-FFF2-40B4-BE49-F238E27FC236}">
                <a16:creationId xmlns:a16="http://schemas.microsoft.com/office/drawing/2014/main" id="{5760BFAE-BA39-C3AB-5DE8-7EDCA58263AB}"/>
              </a:ext>
            </a:extLst>
          </p:cNvPr>
          <p:cNvSpPr/>
          <p:nvPr/>
        </p:nvSpPr>
        <p:spPr>
          <a:xfrm>
            <a:off x="4784028" y="789179"/>
            <a:ext cx="216024" cy="216024"/>
          </a:xfrm>
          <a:prstGeom prst="ellipse">
            <a:avLst/>
          </a:prstGeom>
          <a:solidFill>
            <a:schemeClr val="bg1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900">
                <a:solidFill>
                  <a:schemeClr val="tx1"/>
                </a:solidFill>
              </a:rPr>
              <a:t>3</a:t>
            </a:r>
            <a:endParaRPr kumimoji="1" lang="ko-KR" altLang="en-US" sz="900">
              <a:solidFill>
                <a:schemeClr val="tx1"/>
              </a:solidFill>
            </a:endParaRPr>
          </a:p>
        </p:txBody>
      </p:sp>
      <p:sp>
        <p:nvSpPr>
          <p:cNvPr id="13" name="타원 12">
            <a:extLst>
              <a:ext uri="{FF2B5EF4-FFF2-40B4-BE49-F238E27FC236}">
                <a16:creationId xmlns:a16="http://schemas.microsoft.com/office/drawing/2014/main" id="{76C90AAA-9725-062C-F3BB-7A1C6245233A}"/>
              </a:ext>
            </a:extLst>
          </p:cNvPr>
          <p:cNvSpPr/>
          <p:nvPr/>
        </p:nvSpPr>
        <p:spPr>
          <a:xfrm>
            <a:off x="677123" y="2767511"/>
            <a:ext cx="216024" cy="216024"/>
          </a:xfrm>
          <a:prstGeom prst="ellipse">
            <a:avLst/>
          </a:prstGeom>
          <a:solidFill>
            <a:schemeClr val="bg1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900">
                <a:solidFill>
                  <a:schemeClr val="tx1"/>
                </a:solidFill>
              </a:rPr>
              <a:t>4</a:t>
            </a:r>
            <a:endParaRPr kumimoji="1" lang="ko-KR" altLang="en-US" sz="900">
              <a:solidFill>
                <a:schemeClr val="tx1"/>
              </a:solidFill>
            </a:endParaRPr>
          </a:p>
        </p:txBody>
      </p:sp>
      <p:sp>
        <p:nvSpPr>
          <p:cNvPr id="14" name="타원 13">
            <a:extLst>
              <a:ext uri="{FF2B5EF4-FFF2-40B4-BE49-F238E27FC236}">
                <a16:creationId xmlns:a16="http://schemas.microsoft.com/office/drawing/2014/main" id="{F023F5EB-BDB6-1DD4-1458-FE864CE8538F}"/>
              </a:ext>
            </a:extLst>
          </p:cNvPr>
          <p:cNvSpPr/>
          <p:nvPr/>
        </p:nvSpPr>
        <p:spPr>
          <a:xfrm>
            <a:off x="3245513" y="2758430"/>
            <a:ext cx="216024" cy="216024"/>
          </a:xfrm>
          <a:prstGeom prst="ellipse">
            <a:avLst/>
          </a:prstGeom>
          <a:solidFill>
            <a:schemeClr val="bg1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900">
                <a:solidFill>
                  <a:schemeClr val="tx1"/>
                </a:solidFill>
              </a:rPr>
              <a:t>4</a:t>
            </a:r>
            <a:endParaRPr kumimoji="1" lang="ko-KR" altLang="en-US" sz="900">
              <a:solidFill>
                <a:schemeClr val="tx1"/>
              </a:solidFill>
            </a:endParaRPr>
          </a:p>
        </p:txBody>
      </p:sp>
      <p:sp>
        <p:nvSpPr>
          <p:cNvPr id="16" name="타원 15">
            <a:extLst>
              <a:ext uri="{FF2B5EF4-FFF2-40B4-BE49-F238E27FC236}">
                <a16:creationId xmlns:a16="http://schemas.microsoft.com/office/drawing/2014/main" id="{B62B0119-3EE1-7F8E-404A-5896429FA302}"/>
              </a:ext>
            </a:extLst>
          </p:cNvPr>
          <p:cNvSpPr/>
          <p:nvPr/>
        </p:nvSpPr>
        <p:spPr>
          <a:xfrm>
            <a:off x="7078135" y="1407439"/>
            <a:ext cx="216024" cy="216024"/>
          </a:xfrm>
          <a:prstGeom prst="ellipse">
            <a:avLst/>
          </a:prstGeom>
          <a:solidFill>
            <a:schemeClr val="bg1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900">
                <a:solidFill>
                  <a:schemeClr val="tx1"/>
                </a:solidFill>
              </a:rPr>
              <a:t>7</a:t>
            </a:r>
            <a:endParaRPr kumimoji="1" lang="ko-KR" altLang="en-US" sz="900">
              <a:solidFill>
                <a:schemeClr val="tx1"/>
              </a:solidFill>
            </a:endParaRPr>
          </a:p>
        </p:txBody>
      </p:sp>
      <p:sp>
        <p:nvSpPr>
          <p:cNvPr id="53" name="타원 52">
            <a:extLst>
              <a:ext uri="{FF2B5EF4-FFF2-40B4-BE49-F238E27FC236}">
                <a16:creationId xmlns:a16="http://schemas.microsoft.com/office/drawing/2014/main" id="{065741E8-AB75-3EB5-217E-C6DC2F836B20}"/>
              </a:ext>
            </a:extLst>
          </p:cNvPr>
          <p:cNvSpPr/>
          <p:nvPr/>
        </p:nvSpPr>
        <p:spPr>
          <a:xfrm>
            <a:off x="5786166" y="2758430"/>
            <a:ext cx="216024" cy="216024"/>
          </a:xfrm>
          <a:prstGeom prst="ellipse">
            <a:avLst/>
          </a:prstGeom>
          <a:solidFill>
            <a:schemeClr val="bg1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900">
                <a:solidFill>
                  <a:schemeClr val="tx1"/>
                </a:solidFill>
              </a:rPr>
              <a:t>4</a:t>
            </a:r>
            <a:endParaRPr kumimoji="1" lang="ko-KR" altLang="en-US" sz="900">
              <a:solidFill>
                <a:schemeClr val="tx1"/>
              </a:solidFill>
            </a:endParaRPr>
          </a:p>
        </p:txBody>
      </p:sp>
      <p:sp>
        <p:nvSpPr>
          <p:cNvPr id="54" name="타원 53">
            <a:extLst>
              <a:ext uri="{FF2B5EF4-FFF2-40B4-BE49-F238E27FC236}">
                <a16:creationId xmlns:a16="http://schemas.microsoft.com/office/drawing/2014/main" id="{E0EA7C58-3C34-2B95-7584-FA25C78BC1C6}"/>
              </a:ext>
            </a:extLst>
          </p:cNvPr>
          <p:cNvSpPr/>
          <p:nvPr/>
        </p:nvSpPr>
        <p:spPr>
          <a:xfrm>
            <a:off x="677123" y="3368768"/>
            <a:ext cx="216024" cy="216024"/>
          </a:xfrm>
          <a:prstGeom prst="ellipse">
            <a:avLst/>
          </a:prstGeom>
          <a:solidFill>
            <a:schemeClr val="bg1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900">
                <a:solidFill>
                  <a:schemeClr val="tx1"/>
                </a:solidFill>
              </a:rPr>
              <a:t>5</a:t>
            </a:r>
            <a:endParaRPr kumimoji="1" lang="ko-KR" altLang="en-US" sz="900">
              <a:solidFill>
                <a:schemeClr val="tx1"/>
              </a:solidFill>
            </a:endParaRPr>
          </a:p>
        </p:txBody>
      </p:sp>
      <p:sp>
        <p:nvSpPr>
          <p:cNvPr id="55" name="타원 54">
            <a:extLst>
              <a:ext uri="{FF2B5EF4-FFF2-40B4-BE49-F238E27FC236}">
                <a16:creationId xmlns:a16="http://schemas.microsoft.com/office/drawing/2014/main" id="{32129373-4A5C-E6A3-790A-EA992EF9A346}"/>
              </a:ext>
            </a:extLst>
          </p:cNvPr>
          <p:cNvSpPr/>
          <p:nvPr/>
        </p:nvSpPr>
        <p:spPr>
          <a:xfrm>
            <a:off x="3245513" y="3359687"/>
            <a:ext cx="216024" cy="216024"/>
          </a:xfrm>
          <a:prstGeom prst="ellipse">
            <a:avLst/>
          </a:prstGeom>
          <a:solidFill>
            <a:schemeClr val="bg1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900">
                <a:solidFill>
                  <a:schemeClr val="tx1"/>
                </a:solidFill>
              </a:rPr>
              <a:t>5</a:t>
            </a:r>
            <a:endParaRPr kumimoji="1" lang="ko-KR" altLang="en-US" sz="900">
              <a:solidFill>
                <a:schemeClr val="tx1"/>
              </a:solidFill>
            </a:endParaRPr>
          </a:p>
        </p:txBody>
      </p:sp>
      <p:sp>
        <p:nvSpPr>
          <p:cNvPr id="56" name="타원 55">
            <a:extLst>
              <a:ext uri="{FF2B5EF4-FFF2-40B4-BE49-F238E27FC236}">
                <a16:creationId xmlns:a16="http://schemas.microsoft.com/office/drawing/2014/main" id="{FECAEC9A-D050-B137-50BA-4674B0353A51}"/>
              </a:ext>
            </a:extLst>
          </p:cNvPr>
          <p:cNvSpPr/>
          <p:nvPr/>
        </p:nvSpPr>
        <p:spPr>
          <a:xfrm>
            <a:off x="5786166" y="3359687"/>
            <a:ext cx="216024" cy="216024"/>
          </a:xfrm>
          <a:prstGeom prst="ellipse">
            <a:avLst/>
          </a:prstGeom>
          <a:solidFill>
            <a:schemeClr val="bg1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900">
                <a:solidFill>
                  <a:schemeClr val="tx1"/>
                </a:solidFill>
              </a:rPr>
              <a:t>5</a:t>
            </a:r>
            <a:endParaRPr kumimoji="1" lang="ko-KR" altLang="en-US" sz="900">
              <a:solidFill>
                <a:schemeClr val="tx1"/>
              </a:solidFill>
            </a:endParaRPr>
          </a:p>
        </p:txBody>
      </p:sp>
      <p:sp>
        <p:nvSpPr>
          <p:cNvPr id="57" name="타원 56">
            <a:extLst>
              <a:ext uri="{FF2B5EF4-FFF2-40B4-BE49-F238E27FC236}">
                <a16:creationId xmlns:a16="http://schemas.microsoft.com/office/drawing/2014/main" id="{577264C5-1CCD-AEE5-3C62-88461917B3E9}"/>
              </a:ext>
            </a:extLst>
          </p:cNvPr>
          <p:cNvSpPr/>
          <p:nvPr/>
        </p:nvSpPr>
        <p:spPr>
          <a:xfrm>
            <a:off x="5786166" y="3967436"/>
            <a:ext cx="216024" cy="216024"/>
          </a:xfrm>
          <a:prstGeom prst="ellipse">
            <a:avLst/>
          </a:prstGeom>
          <a:solidFill>
            <a:schemeClr val="bg1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900">
                <a:solidFill>
                  <a:schemeClr val="tx1"/>
                </a:solidFill>
              </a:rPr>
              <a:t>6</a:t>
            </a:r>
            <a:endParaRPr kumimoji="1" lang="ko-KR" altLang="en-US" sz="9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8288296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52137</TotalTime>
  <Words>1470</Words>
  <Application>Microsoft Macintosh PowerPoint</Application>
  <PresentationFormat>화면 슬라이드 쇼(16:9)</PresentationFormat>
  <Paragraphs>564</Paragraphs>
  <Slides>14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14</vt:i4>
      </vt:variant>
    </vt:vector>
  </HeadingPairs>
  <TitlesOfParts>
    <vt:vector size="18" baseType="lpstr">
      <vt:lpstr>맑은 고딕</vt:lpstr>
      <vt:lpstr>Arial</vt:lpstr>
      <vt:lpstr>Wingdings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R&amp;D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Microsoft Corporation</dc:creator>
  <cp:lastModifiedBy>정섭 신</cp:lastModifiedBy>
  <cp:revision>5187</cp:revision>
  <dcterms:created xsi:type="dcterms:W3CDTF">2006-10-05T04:04:58Z</dcterms:created>
  <dcterms:modified xsi:type="dcterms:W3CDTF">2026-10-07T18:08:50Z</dcterms:modified>
</cp:coreProperties>
</file>